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42" r:id="rId1"/>
  </p:sldMasterIdLst>
  <p:notesMasterIdLst>
    <p:notesMasterId r:id="rId25"/>
  </p:notesMasterIdLst>
  <p:handoutMasterIdLst>
    <p:handoutMasterId r:id="rId26"/>
  </p:handoutMasterIdLst>
  <p:sldIdLst>
    <p:sldId id="923" r:id="rId2"/>
    <p:sldId id="924" r:id="rId3"/>
    <p:sldId id="912" r:id="rId4"/>
    <p:sldId id="867" r:id="rId5"/>
    <p:sldId id="944" r:id="rId6"/>
    <p:sldId id="925" r:id="rId7"/>
    <p:sldId id="952" r:id="rId8"/>
    <p:sldId id="926" r:id="rId9"/>
    <p:sldId id="927" r:id="rId10"/>
    <p:sldId id="928" r:id="rId11"/>
    <p:sldId id="929" r:id="rId12"/>
    <p:sldId id="946" r:id="rId13"/>
    <p:sldId id="947" r:id="rId14"/>
    <p:sldId id="948" r:id="rId15"/>
    <p:sldId id="943" r:id="rId16"/>
    <p:sldId id="950" r:id="rId17"/>
    <p:sldId id="949" r:id="rId18"/>
    <p:sldId id="951" r:id="rId19"/>
    <p:sldId id="953" r:id="rId20"/>
    <p:sldId id="935" r:id="rId21"/>
    <p:sldId id="919" r:id="rId22"/>
    <p:sldId id="933" r:id="rId23"/>
    <p:sldId id="934" r:id="rId2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0432FF"/>
    <a:srgbClr val="209991"/>
    <a:srgbClr val="9EC9BC"/>
    <a:srgbClr val="289C94"/>
    <a:srgbClr val="6600FF"/>
    <a:srgbClr val="209890"/>
    <a:srgbClr val="368E79"/>
    <a:srgbClr val="2F828D"/>
    <a:srgbClr val="DCC5E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Aucun style, grille du tableau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66" autoAdjust="0"/>
    <p:restoredTop sz="92153" autoAdjust="0"/>
  </p:normalViewPr>
  <p:slideViewPr>
    <p:cSldViewPr snapToGrid="0">
      <p:cViewPr varScale="1">
        <p:scale>
          <a:sx n="68" d="100"/>
          <a:sy n="68" d="100"/>
        </p:scale>
        <p:origin x="720" y="3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diagrams/_rels/data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image" Target="../media/image36.png"/></Relationships>
</file>

<file path=ppt/diagrams/_rels/drawing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image" Target="../media/image36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9554C40-48C1-414D-A322-003BE46F1387}" type="doc">
      <dgm:prSet loTypeId="urn:microsoft.com/office/officeart/2008/layout/PictureAccentList" loCatId="list" qsTypeId="urn:microsoft.com/office/officeart/2005/8/quickstyle/3d4" qsCatId="3D" csTypeId="urn:microsoft.com/office/officeart/2005/8/colors/accent1_2" csCatId="accent1" phldr="1"/>
      <dgm:spPr/>
      <dgm:t>
        <a:bodyPr/>
        <a:lstStyle/>
        <a:p>
          <a:endParaRPr lang="fr-FR"/>
        </a:p>
      </dgm:t>
    </dgm:pt>
    <dgm:pt modelId="{6FD8B11B-5588-40C9-A57E-9C405DF4C8BB}">
      <dgm:prSet phldrT="[Texte]"/>
      <dgm:spPr>
        <a:solidFill>
          <a:schemeClr val="bg1">
            <a:lumMod val="95000"/>
          </a:schemeClr>
        </a:solidFill>
      </dgm:spPr>
      <dgm:t>
        <a:bodyPr/>
        <a:lstStyle/>
        <a:p>
          <a:r>
            <a:rPr lang="fr-FR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rPr>
            <a:t>Apports du stage</a:t>
          </a:r>
        </a:p>
      </dgm:t>
    </dgm:pt>
    <dgm:pt modelId="{4C11BA05-FE30-497B-8E43-C5D9BEEC5F1B}" type="parTrans" cxnId="{4CE80D94-B5F4-4084-BC85-127E0BEC23D6}">
      <dgm:prSet/>
      <dgm:spPr/>
      <dgm:t>
        <a:bodyPr/>
        <a:lstStyle/>
        <a:p>
          <a:endParaRPr lang="fr-FR"/>
        </a:p>
      </dgm:t>
    </dgm:pt>
    <dgm:pt modelId="{EE7F8329-F4CC-4BB8-B8D2-49994B3D0770}" type="sibTrans" cxnId="{4CE80D94-B5F4-4084-BC85-127E0BEC23D6}">
      <dgm:prSet/>
      <dgm:spPr/>
      <dgm:t>
        <a:bodyPr/>
        <a:lstStyle/>
        <a:p>
          <a:endParaRPr lang="fr-FR"/>
        </a:p>
      </dgm:t>
    </dgm:pt>
    <dgm:pt modelId="{216CF298-36F9-4BD4-A785-8751A0373581}">
      <dgm:prSet phldrT="[Texte]" custT="1"/>
      <dgm:spPr>
        <a:solidFill>
          <a:schemeClr val="bg1">
            <a:lumMod val="95000"/>
          </a:schemeClr>
        </a:solidFill>
      </dgm:spPr>
      <dgm:t>
        <a:bodyPr/>
        <a:lstStyle/>
        <a:p>
          <a:r>
            <a:rPr lang="fr-FR" sz="24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rPr>
            <a:t>Application pratique des connaissances théoriques en développement</a:t>
          </a:r>
        </a:p>
      </dgm:t>
    </dgm:pt>
    <dgm:pt modelId="{ADF30EFF-90C1-438A-B8F1-2547433138DA}" type="parTrans" cxnId="{B8C440E6-F032-4539-8ACF-BDA05F358036}">
      <dgm:prSet/>
      <dgm:spPr/>
      <dgm:t>
        <a:bodyPr/>
        <a:lstStyle/>
        <a:p>
          <a:endParaRPr lang="fr-FR"/>
        </a:p>
      </dgm:t>
    </dgm:pt>
    <dgm:pt modelId="{B5DCDE19-FB3B-4CA2-AF77-667E02F34833}" type="sibTrans" cxnId="{B8C440E6-F032-4539-8ACF-BDA05F358036}">
      <dgm:prSet/>
      <dgm:spPr/>
      <dgm:t>
        <a:bodyPr/>
        <a:lstStyle/>
        <a:p>
          <a:endParaRPr lang="fr-FR"/>
        </a:p>
      </dgm:t>
    </dgm:pt>
    <dgm:pt modelId="{BE799F59-0368-4E1A-877B-C27D0C06DBE6}">
      <dgm:prSet phldrT="[Texte]" custT="1"/>
      <dgm:spPr>
        <a:solidFill>
          <a:schemeClr val="bg1">
            <a:lumMod val="95000"/>
          </a:schemeClr>
        </a:solidFill>
      </dgm:spPr>
      <dgm:t>
        <a:bodyPr/>
        <a:lstStyle/>
        <a:p>
          <a:r>
            <a:rPr lang="fr-FR" sz="24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rPr>
            <a:t>Familiarisation avec le milieu professionnel</a:t>
          </a:r>
        </a:p>
      </dgm:t>
    </dgm:pt>
    <dgm:pt modelId="{39844D9E-B8D2-40F8-B3BE-7B3AF3CF7DC2}" type="parTrans" cxnId="{89E3BB9D-4F32-45D7-8FB1-43C2FF3E42EA}">
      <dgm:prSet/>
      <dgm:spPr/>
      <dgm:t>
        <a:bodyPr/>
        <a:lstStyle/>
        <a:p>
          <a:endParaRPr lang="fr-FR"/>
        </a:p>
      </dgm:t>
    </dgm:pt>
    <dgm:pt modelId="{0CB72C13-2ADC-46C8-B291-B71F4AC43362}" type="sibTrans" cxnId="{89E3BB9D-4F32-45D7-8FB1-43C2FF3E42EA}">
      <dgm:prSet/>
      <dgm:spPr/>
      <dgm:t>
        <a:bodyPr/>
        <a:lstStyle/>
        <a:p>
          <a:endParaRPr lang="fr-FR"/>
        </a:p>
      </dgm:t>
    </dgm:pt>
    <dgm:pt modelId="{9318136E-8470-4E36-B6A7-D4AE0ABAE915}">
      <dgm:prSet custT="1"/>
      <dgm:spPr>
        <a:solidFill>
          <a:schemeClr val="bg1">
            <a:lumMod val="95000"/>
          </a:schemeClr>
        </a:solidFill>
      </dgm:spPr>
      <dgm:t>
        <a:bodyPr/>
        <a:lstStyle/>
        <a:p>
          <a:r>
            <a:rPr lang="fr-FR" sz="24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rPr>
            <a:t>Exploration d’autres domaines de compétences</a:t>
          </a:r>
        </a:p>
      </dgm:t>
    </dgm:pt>
    <dgm:pt modelId="{5D17F9D1-6838-4A6B-8E69-7BF887D69D24}" type="parTrans" cxnId="{43960F53-5901-4B02-8BE6-D8508E94E1FC}">
      <dgm:prSet/>
      <dgm:spPr/>
      <dgm:t>
        <a:bodyPr/>
        <a:lstStyle/>
        <a:p>
          <a:endParaRPr lang="fr-FR"/>
        </a:p>
      </dgm:t>
    </dgm:pt>
    <dgm:pt modelId="{2F9C4E5A-7F80-475C-8D48-761A216512F3}" type="sibTrans" cxnId="{43960F53-5901-4B02-8BE6-D8508E94E1FC}">
      <dgm:prSet/>
      <dgm:spPr/>
      <dgm:t>
        <a:bodyPr/>
        <a:lstStyle/>
        <a:p>
          <a:endParaRPr lang="fr-FR"/>
        </a:p>
      </dgm:t>
    </dgm:pt>
    <dgm:pt modelId="{CFEEDBE6-8F84-4157-94B1-5F78F590635E}" type="pres">
      <dgm:prSet presAssocID="{F9554C40-48C1-414D-A322-003BE46F1387}" presName="layout" presStyleCnt="0">
        <dgm:presLayoutVars>
          <dgm:chMax/>
          <dgm:chPref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fr-FR"/>
        </a:p>
      </dgm:t>
    </dgm:pt>
    <dgm:pt modelId="{DA144441-D981-42A5-A2F0-6E378B5304F3}" type="pres">
      <dgm:prSet presAssocID="{6FD8B11B-5588-40C9-A57E-9C405DF4C8BB}" presName="root" presStyleCnt="0">
        <dgm:presLayoutVars>
          <dgm:chMax/>
          <dgm:chPref val="4"/>
        </dgm:presLayoutVars>
      </dgm:prSet>
      <dgm:spPr/>
    </dgm:pt>
    <dgm:pt modelId="{8784DB12-98F8-4FE1-8C01-507D04A6DEB5}" type="pres">
      <dgm:prSet presAssocID="{6FD8B11B-5588-40C9-A57E-9C405DF4C8BB}" presName="rootComposite" presStyleCnt="0">
        <dgm:presLayoutVars/>
      </dgm:prSet>
      <dgm:spPr/>
    </dgm:pt>
    <dgm:pt modelId="{71E4E560-A01E-4074-871F-3CC6156A315A}" type="pres">
      <dgm:prSet presAssocID="{6FD8B11B-5588-40C9-A57E-9C405DF4C8BB}" presName="rootText" presStyleLbl="node0" presStyleIdx="0" presStyleCnt="1" custScaleY="68591" custLinFactNeighborX="682" custLinFactNeighborY="-2725">
        <dgm:presLayoutVars>
          <dgm:chMax/>
          <dgm:chPref val="4"/>
        </dgm:presLayoutVars>
      </dgm:prSet>
      <dgm:spPr/>
      <dgm:t>
        <a:bodyPr/>
        <a:lstStyle/>
        <a:p>
          <a:endParaRPr lang="fr-FR"/>
        </a:p>
      </dgm:t>
    </dgm:pt>
    <dgm:pt modelId="{AE06AE4A-BB5A-4E59-888E-21B059AB5255}" type="pres">
      <dgm:prSet presAssocID="{6FD8B11B-5588-40C9-A57E-9C405DF4C8BB}" presName="childShape" presStyleCnt="0">
        <dgm:presLayoutVars>
          <dgm:chMax val="0"/>
          <dgm:chPref val="0"/>
        </dgm:presLayoutVars>
      </dgm:prSet>
      <dgm:spPr/>
    </dgm:pt>
    <dgm:pt modelId="{E6E61F93-4779-4165-B949-211E20288A80}" type="pres">
      <dgm:prSet presAssocID="{216CF298-36F9-4BD4-A785-8751A0373581}" presName="childComposite" presStyleCnt="0">
        <dgm:presLayoutVars>
          <dgm:chMax val="0"/>
          <dgm:chPref val="0"/>
        </dgm:presLayoutVars>
      </dgm:prSet>
      <dgm:spPr/>
    </dgm:pt>
    <dgm:pt modelId="{3CAB6F29-42C7-48D4-A451-AD4304A64DB6}" type="pres">
      <dgm:prSet presAssocID="{216CF298-36F9-4BD4-A785-8751A0373581}" presName="Image" presStyleLbl="node1" presStyleIdx="0" presStyleCnt="3" custScaleY="70506" custLinFactNeighborY="-12273"/>
      <dgm:spPr>
        <a:blipFill rotWithShape="1">
          <a:blip xmlns:r="http://schemas.openxmlformats.org/officeDocument/2006/relationships" r:embed="rId1"/>
          <a:stretch>
            <a:fillRect/>
          </a:stretch>
        </a:blipFill>
      </dgm:spPr>
    </dgm:pt>
    <dgm:pt modelId="{02C38B89-E529-4ED8-883D-7A81D8C20DCC}" type="pres">
      <dgm:prSet presAssocID="{216CF298-36F9-4BD4-A785-8751A0373581}" presName="childText" presStyleLbl="lnNode1" presStyleIdx="0" presStyleCnt="3" custScaleY="74597" custLinFactNeighborX="-437" custLinFactNeighborY="-14317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359E51CD-1919-4BEC-AD0C-F1EBBC328894}" type="pres">
      <dgm:prSet presAssocID="{BE799F59-0368-4E1A-877B-C27D0C06DBE6}" presName="childComposite" presStyleCnt="0">
        <dgm:presLayoutVars>
          <dgm:chMax val="0"/>
          <dgm:chPref val="0"/>
        </dgm:presLayoutVars>
      </dgm:prSet>
      <dgm:spPr/>
    </dgm:pt>
    <dgm:pt modelId="{D4755271-ACC3-41F5-9FBE-035380121C38}" type="pres">
      <dgm:prSet presAssocID="{BE799F59-0368-4E1A-877B-C27D0C06DBE6}" presName="Image" presStyleLbl="node1" presStyleIdx="1" presStyleCnt="3" custScaleX="98409" custScaleY="82591" custLinFactNeighborY="-9207"/>
      <dgm:spPr>
        <a:blipFill rotWithShape="1">
          <a:blip xmlns:r="http://schemas.openxmlformats.org/officeDocument/2006/relationships" r:embed="rId1"/>
          <a:stretch>
            <a:fillRect/>
          </a:stretch>
        </a:blipFill>
      </dgm:spPr>
    </dgm:pt>
    <dgm:pt modelId="{C37D704E-AD2B-4A34-B894-F80CA5D1A2BA}" type="pres">
      <dgm:prSet presAssocID="{BE799F59-0368-4E1A-877B-C27D0C06DBE6}" presName="childText" presStyleLbl="lnNode1" presStyleIdx="1" presStyleCnt="3" custScaleX="97222" custScaleY="76454" custLinFactNeighborX="-1095" custLinFactNeighborY="-9207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51FE35D7-573B-48AC-9EBA-45E01E9B2BCC}" type="pres">
      <dgm:prSet presAssocID="{9318136E-8470-4E36-B6A7-D4AE0ABAE915}" presName="childComposite" presStyleCnt="0">
        <dgm:presLayoutVars>
          <dgm:chMax val="0"/>
          <dgm:chPref val="0"/>
        </dgm:presLayoutVars>
      </dgm:prSet>
      <dgm:spPr/>
    </dgm:pt>
    <dgm:pt modelId="{F52AD313-5BC6-4DEE-B97C-6DFB864CD93A}" type="pres">
      <dgm:prSet presAssocID="{9318136E-8470-4E36-B6A7-D4AE0ABAE915}" presName="Image" presStyleLbl="node1" presStyleIdx="2" presStyleCnt="3" custScaleX="92085" custScaleY="71996"/>
      <dgm:spPr>
        <a:blipFill rotWithShape="1">
          <a:blip xmlns:r="http://schemas.openxmlformats.org/officeDocument/2006/relationships" r:embed="rId2"/>
          <a:stretch>
            <a:fillRect/>
          </a:stretch>
        </a:blipFill>
      </dgm:spPr>
    </dgm:pt>
    <dgm:pt modelId="{94F7AF77-B680-487D-883A-A1A8BB935FC3}" type="pres">
      <dgm:prSet presAssocID="{9318136E-8470-4E36-B6A7-D4AE0ABAE915}" presName="childText" presStyleLbl="lnNode1" presStyleIdx="2" presStyleCnt="3" custScaleX="99268" custScaleY="75386" custLinFactNeighborX="24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fr-FR"/>
        </a:p>
      </dgm:t>
    </dgm:pt>
  </dgm:ptLst>
  <dgm:cxnLst>
    <dgm:cxn modelId="{1050235C-7F9B-4B5E-B45D-9250EB9F3A7C}" type="presOf" srcId="{6FD8B11B-5588-40C9-A57E-9C405DF4C8BB}" destId="{71E4E560-A01E-4074-871F-3CC6156A315A}" srcOrd="0" destOrd="0" presId="urn:microsoft.com/office/officeart/2008/layout/PictureAccentList"/>
    <dgm:cxn modelId="{41C71612-1EB9-4E8B-896B-FEE23F1B3E98}" type="presOf" srcId="{9318136E-8470-4E36-B6A7-D4AE0ABAE915}" destId="{94F7AF77-B680-487D-883A-A1A8BB935FC3}" srcOrd="0" destOrd="0" presId="urn:microsoft.com/office/officeart/2008/layout/PictureAccentList"/>
    <dgm:cxn modelId="{DBA79B55-27AB-4564-822D-8FB1C3BC67BC}" type="presOf" srcId="{216CF298-36F9-4BD4-A785-8751A0373581}" destId="{02C38B89-E529-4ED8-883D-7A81D8C20DCC}" srcOrd="0" destOrd="0" presId="urn:microsoft.com/office/officeart/2008/layout/PictureAccentList"/>
    <dgm:cxn modelId="{60649275-3F0C-4494-A74A-CB8F9122402D}" type="presOf" srcId="{BE799F59-0368-4E1A-877B-C27D0C06DBE6}" destId="{C37D704E-AD2B-4A34-B894-F80CA5D1A2BA}" srcOrd="0" destOrd="0" presId="urn:microsoft.com/office/officeart/2008/layout/PictureAccentList"/>
    <dgm:cxn modelId="{4CE80D94-B5F4-4084-BC85-127E0BEC23D6}" srcId="{F9554C40-48C1-414D-A322-003BE46F1387}" destId="{6FD8B11B-5588-40C9-A57E-9C405DF4C8BB}" srcOrd="0" destOrd="0" parTransId="{4C11BA05-FE30-497B-8E43-C5D9BEEC5F1B}" sibTransId="{EE7F8329-F4CC-4BB8-B8D2-49994B3D0770}"/>
    <dgm:cxn modelId="{BF859BFB-58B8-41EA-A563-716CF0DEBF9C}" type="presOf" srcId="{F9554C40-48C1-414D-A322-003BE46F1387}" destId="{CFEEDBE6-8F84-4157-94B1-5F78F590635E}" srcOrd="0" destOrd="0" presId="urn:microsoft.com/office/officeart/2008/layout/PictureAccentList"/>
    <dgm:cxn modelId="{89E3BB9D-4F32-45D7-8FB1-43C2FF3E42EA}" srcId="{6FD8B11B-5588-40C9-A57E-9C405DF4C8BB}" destId="{BE799F59-0368-4E1A-877B-C27D0C06DBE6}" srcOrd="1" destOrd="0" parTransId="{39844D9E-B8D2-40F8-B3BE-7B3AF3CF7DC2}" sibTransId="{0CB72C13-2ADC-46C8-B291-B71F4AC43362}"/>
    <dgm:cxn modelId="{B8C440E6-F032-4539-8ACF-BDA05F358036}" srcId="{6FD8B11B-5588-40C9-A57E-9C405DF4C8BB}" destId="{216CF298-36F9-4BD4-A785-8751A0373581}" srcOrd="0" destOrd="0" parTransId="{ADF30EFF-90C1-438A-B8F1-2547433138DA}" sibTransId="{B5DCDE19-FB3B-4CA2-AF77-667E02F34833}"/>
    <dgm:cxn modelId="{43960F53-5901-4B02-8BE6-D8508E94E1FC}" srcId="{6FD8B11B-5588-40C9-A57E-9C405DF4C8BB}" destId="{9318136E-8470-4E36-B6A7-D4AE0ABAE915}" srcOrd="2" destOrd="0" parTransId="{5D17F9D1-6838-4A6B-8E69-7BF887D69D24}" sibTransId="{2F9C4E5A-7F80-475C-8D48-761A216512F3}"/>
    <dgm:cxn modelId="{BF42DC2F-4FA6-47D5-84CD-C5B694800E19}" type="presParOf" srcId="{CFEEDBE6-8F84-4157-94B1-5F78F590635E}" destId="{DA144441-D981-42A5-A2F0-6E378B5304F3}" srcOrd="0" destOrd="0" presId="urn:microsoft.com/office/officeart/2008/layout/PictureAccentList"/>
    <dgm:cxn modelId="{04F59FF0-052A-43C9-A635-4DE0DA893657}" type="presParOf" srcId="{DA144441-D981-42A5-A2F0-6E378B5304F3}" destId="{8784DB12-98F8-4FE1-8C01-507D04A6DEB5}" srcOrd="0" destOrd="0" presId="urn:microsoft.com/office/officeart/2008/layout/PictureAccentList"/>
    <dgm:cxn modelId="{009076D5-09CE-49F8-9879-CB324536ADE7}" type="presParOf" srcId="{8784DB12-98F8-4FE1-8C01-507D04A6DEB5}" destId="{71E4E560-A01E-4074-871F-3CC6156A315A}" srcOrd="0" destOrd="0" presId="urn:microsoft.com/office/officeart/2008/layout/PictureAccentList"/>
    <dgm:cxn modelId="{9E887BD1-720D-440A-BCB9-B7B3044230D7}" type="presParOf" srcId="{DA144441-D981-42A5-A2F0-6E378B5304F3}" destId="{AE06AE4A-BB5A-4E59-888E-21B059AB5255}" srcOrd="1" destOrd="0" presId="urn:microsoft.com/office/officeart/2008/layout/PictureAccentList"/>
    <dgm:cxn modelId="{39533074-8E49-4DD7-B1BB-56D0F734B79B}" type="presParOf" srcId="{AE06AE4A-BB5A-4E59-888E-21B059AB5255}" destId="{E6E61F93-4779-4165-B949-211E20288A80}" srcOrd="0" destOrd="0" presId="urn:microsoft.com/office/officeart/2008/layout/PictureAccentList"/>
    <dgm:cxn modelId="{83FEC342-A66D-4373-9FA9-1AEB527D6D41}" type="presParOf" srcId="{E6E61F93-4779-4165-B949-211E20288A80}" destId="{3CAB6F29-42C7-48D4-A451-AD4304A64DB6}" srcOrd="0" destOrd="0" presId="urn:microsoft.com/office/officeart/2008/layout/PictureAccentList"/>
    <dgm:cxn modelId="{AC18769E-DA20-4D8D-9C2C-4780A7AF14FA}" type="presParOf" srcId="{E6E61F93-4779-4165-B949-211E20288A80}" destId="{02C38B89-E529-4ED8-883D-7A81D8C20DCC}" srcOrd="1" destOrd="0" presId="urn:microsoft.com/office/officeart/2008/layout/PictureAccentList"/>
    <dgm:cxn modelId="{C8D90432-7801-46BF-874D-5BD56675DE1C}" type="presParOf" srcId="{AE06AE4A-BB5A-4E59-888E-21B059AB5255}" destId="{359E51CD-1919-4BEC-AD0C-F1EBBC328894}" srcOrd="1" destOrd="0" presId="urn:microsoft.com/office/officeart/2008/layout/PictureAccentList"/>
    <dgm:cxn modelId="{8C52E68B-4021-4D7D-9351-08F8DDC0DF0C}" type="presParOf" srcId="{359E51CD-1919-4BEC-AD0C-F1EBBC328894}" destId="{D4755271-ACC3-41F5-9FBE-035380121C38}" srcOrd="0" destOrd="0" presId="urn:microsoft.com/office/officeart/2008/layout/PictureAccentList"/>
    <dgm:cxn modelId="{69467871-6627-40B4-8733-6F556B689A64}" type="presParOf" srcId="{359E51CD-1919-4BEC-AD0C-F1EBBC328894}" destId="{C37D704E-AD2B-4A34-B894-F80CA5D1A2BA}" srcOrd="1" destOrd="0" presId="urn:microsoft.com/office/officeart/2008/layout/PictureAccentList"/>
    <dgm:cxn modelId="{C4F5181F-1953-41F4-9729-32B277A8ABE4}" type="presParOf" srcId="{AE06AE4A-BB5A-4E59-888E-21B059AB5255}" destId="{51FE35D7-573B-48AC-9EBA-45E01E9B2BCC}" srcOrd="2" destOrd="0" presId="urn:microsoft.com/office/officeart/2008/layout/PictureAccentList"/>
    <dgm:cxn modelId="{B117B5B3-B5D1-405F-80B1-C1FE5A03D1D0}" type="presParOf" srcId="{51FE35D7-573B-48AC-9EBA-45E01E9B2BCC}" destId="{F52AD313-5BC6-4DEE-B97C-6DFB864CD93A}" srcOrd="0" destOrd="0" presId="urn:microsoft.com/office/officeart/2008/layout/PictureAccentList"/>
    <dgm:cxn modelId="{7E1D456C-6F54-44C5-B085-0FE98B7ECB7F}" type="presParOf" srcId="{51FE35D7-573B-48AC-9EBA-45E01E9B2BCC}" destId="{94F7AF77-B680-487D-883A-A1A8BB935FC3}" srcOrd="1" destOrd="0" presId="urn:microsoft.com/office/officeart/2008/layout/PictureAccent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1E4E560-A01E-4074-871F-3CC6156A315A}">
      <dsp:nvSpPr>
        <dsp:cNvPr id="0" name=""/>
        <dsp:cNvSpPr/>
      </dsp:nvSpPr>
      <dsp:spPr>
        <a:xfrm>
          <a:off x="0" y="362807"/>
          <a:ext cx="8320245" cy="937654"/>
        </a:xfrm>
        <a:prstGeom prst="roundRect">
          <a:avLst>
            <a:gd name="adj" fmla="val 10000"/>
          </a:avLst>
        </a:prstGeom>
        <a:solidFill>
          <a:schemeClr val="bg1">
            <a:lumMod val="9500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4775" tIns="69850" rIns="104775" bIns="69850" numCol="1" spcCol="1270" anchor="ctr" anchorCtr="0">
          <a:noAutofit/>
        </a:bodyPr>
        <a:lstStyle/>
        <a:p>
          <a:pPr lvl="0" algn="ctr" defTabSz="2444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5500" kern="12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rPr>
            <a:t>Apports du stage</a:t>
          </a:r>
        </a:p>
      </dsp:txBody>
      <dsp:txXfrm>
        <a:off x="27463" y="390270"/>
        <a:ext cx="8265319" cy="882728"/>
      </dsp:txXfrm>
    </dsp:sp>
    <dsp:sp modelId="{3CAB6F29-42C7-48D4-A451-AD4304A64DB6}">
      <dsp:nvSpPr>
        <dsp:cNvPr id="0" name=""/>
        <dsp:cNvSpPr/>
      </dsp:nvSpPr>
      <dsp:spPr>
        <a:xfrm>
          <a:off x="0" y="1443965"/>
          <a:ext cx="1367022" cy="963833"/>
        </a:xfrm>
        <a:prstGeom prst="roundRect">
          <a:avLst>
            <a:gd name="adj" fmla="val 16670"/>
          </a:avLst>
        </a:prstGeom>
        <a:blipFill rotWithShape="1">
          <a:blip xmlns:r="http://schemas.openxmlformats.org/officeDocument/2006/relationships" r:embed="rId1"/>
          <a:stretch>
            <a:fillRect/>
          </a:stretch>
        </a:blip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2C38B89-E529-4ED8-883D-7A81D8C20DCC}">
      <dsp:nvSpPr>
        <dsp:cNvPr id="0" name=""/>
        <dsp:cNvSpPr/>
      </dsp:nvSpPr>
      <dsp:spPr>
        <a:xfrm>
          <a:off x="1419017" y="1388061"/>
          <a:ext cx="6871200" cy="1019758"/>
        </a:xfrm>
        <a:prstGeom prst="roundRect">
          <a:avLst>
            <a:gd name="adj" fmla="val 16670"/>
          </a:avLst>
        </a:prstGeom>
        <a:solidFill>
          <a:schemeClr val="bg1">
            <a:lumMod val="9500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170688" rIns="170688" bIns="170688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2400" kern="12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rPr>
            <a:t>Application pratique des connaissances théoriques en développement</a:t>
          </a:r>
        </a:p>
      </dsp:txBody>
      <dsp:txXfrm>
        <a:off x="1468806" y="1437850"/>
        <a:ext cx="6771622" cy="920180"/>
      </dsp:txXfrm>
    </dsp:sp>
    <dsp:sp modelId="{D4755271-ACC3-41F5-9FBE-035380121C38}">
      <dsp:nvSpPr>
        <dsp:cNvPr id="0" name=""/>
        <dsp:cNvSpPr/>
      </dsp:nvSpPr>
      <dsp:spPr>
        <a:xfrm>
          <a:off x="106315" y="2641717"/>
          <a:ext cx="1345273" cy="1129037"/>
        </a:xfrm>
        <a:prstGeom prst="roundRect">
          <a:avLst>
            <a:gd name="adj" fmla="val 16670"/>
          </a:avLst>
        </a:prstGeom>
        <a:blipFill rotWithShape="1">
          <a:blip xmlns:r="http://schemas.openxmlformats.org/officeDocument/2006/relationships" r:embed="rId1"/>
          <a:stretch>
            <a:fillRect/>
          </a:stretch>
        </a:blip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37D704E-AD2B-4A34-B894-F80CA5D1A2BA}">
      <dsp:nvSpPr>
        <dsp:cNvPr id="0" name=""/>
        <dsp:cNvSpPr/>
      </dsp:nvSpPr>
      <dsp:spPr>
        <a:xfrm>
          <a:off x="1564686" y="2683664"/>
          <a:ext cx="6680318" cy="1045143"/>
        </a:xfrm>
        <a:prstGeom prst="roundRect">
          <a:avLst>
            <a:gd name="adj" fmla="val 16670"/>
          </a:avLst>
        </a:prstGeom>
        <a:solidFill>
          <a:schemeClr val="bg1">
            <a:lumMod val="9500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170688" rIns="170688" bIns="170688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2400" kern="12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rPr>
            <a:t>Familiarisation avec le milieu professionnel</a:t>
          </a:r>
        </a:p>
      </dsp:txBody>
      <dsp:txXfrm>
        <a:off x="1615715" y="2734693"/>
        <a:ext cx="6578260" cy="943085"/>
      </dsp:txXfrm>
    </dsp:sp>
    <dsp:sp modelId="{F52AD313-5BC6-4DEE-B97C-6DFB864CD93A}">
      <dsp:nvSpPr>
        <dsp:cNvPr id="0" name=""/>
        <dsp:cNvSpPr/>
      </dsp:nvSpPr>
      <dsp:spPr>
        <a:xfrm>
          <a:off x="79248" y="4060659"/>
          <a:ext cx="1258823" cy="984201"/>
        </a:xfrm>
        <a:prstGeom prst="roundRect">
          <a:avLst>
            <a:gd name="adj" fmla="val 16670"/>
          </a:avLst>
        </a:prstGeom>
        <a:blipFill rotWithShape="1">
          <a:blip xmlns:r="http://schemas.openxmlformats.org/officeDocument/2006/relationships" r:embed="rId2"/>
          <a:stretch>
            <a:fillRect/>
          </a:stretch>
        </a:blip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4F7AF77-B680-487D-883A-A1A8BB935FC3}">
      <dsp:nvSpPr>
        <dsp:cNvPr id="0" name=""/>
        <dsp:cNvSpPr/>
      </dsp:nvSpPr>
      <dsp:spPr>
        <a:xfrm>
          <a:off x="1499341" y="4037488"/>
          <a:ext cx="6820903" cy="1030543"/>
        </a:xfrm>
        <a:prstGeom prst="roundRect">
          <a:avLst>
            <a:gd name="adj" fmla="val 16670"/>
          </a:avLst>
        </a:prstGeom>
        <a:solidFill>
          <a:schemeClr val="bg1">
            <a:lumMod val="9500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170688" rIns="170688" bIns="170688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2400" kern="12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rPr>
            <a:t>Exploration d’autres domaines de compétences</a:t>
          </a:r>
        </a:p>
      </dsp:txBody>
      <dsp:txXfrm>
        <a:off x="1549657" y="4087804"/>
        <a:ext cx="6720271" cy="92991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PictureAccentList">
  <dgm:title val=""/>
  <dgm:desc val=""/>
  <dgm:catLst>
    <dgm:cat type="picture" pri="14000"/>
    <dgm:cat type="list" pri="14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4" srcId="0" destId="1" srcOrd="0" destOrd="0"/>
        <dgm:cxn modelId="5" srcId="1" destId="11" srcOrd="0" destOrd="0"/>
        <dgm:cxn modelId="6" srcId="1" destId="12" srcOrd="0" destOrd="0"/>
        <dgm:cxn modelId="14" srcId="1" destId="13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</dgm:ptLst>
      <dgm:cxnLst>
        <dgm:cxn modelId="4" srcId="0" destId="1" srcOrd="0" destOrd="0"/>
        <dgm:cxn modelId="5" srcId="1" destId="11" srcOrd="0" destOrd="0"/>
        <dgm:cxn modelId="6" srcId="1" destId="12" srcOrd="0" destOrd="0"/>
        <dgm:cxn modelId="14" srcId="1" destId="13" srcOrd="0" destOrd="0"/>
      </dgm:cxnLst>
      <dgm:bg/>
      <dgm:whole/>
    </dgm:dataModel>
  </dgm:clrData>
  <dgm:layoutNode name="layout">
    <dgm:varLst>
      <dgm:chMax/>
      <dgm:chPref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L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primFontSz" for="des" forName="childText" refType="primFontSz" refFor="des" refForName="rootText" op="lte"/>
      <dgm:constr type="w" for="des" forName="rootComposite" refType="w" fact="4"/>
      <dgm:constr type="h" for="des" forName="rootComposite" refType="h"/>
      <dgm:constr type="w" for="des" forName="childComposite" refType="w" refFor="des" refForName="rootComposite"/>
      <dgm:constr type="h" for="des" forName="childComposite" refType="h" refFor="des" refForName="rootComposite"/>
      <dgm:constr type="sibSp" refType="w" refFor="des" refForName="rootComposite" fact="0.1"/>
      <dgm:constr type="sibSp" for="des" forName="childShape" refType="h" refFor="des" refForName="rootComposite" fact="0.12"/>
      <dgm:constr type="sp" for="des" forName="root" refType="h" refFor="des" refForName="rootComposite" fact="0.18"/>
    </dgm:constrLst>
    <dgm:ruleLst/>
    <dgm:forEach name="Name3" axis="ch">
      <dgm:forEach name="Name4" axis="self" ptType="node" cnt="1">
        <dgm:layoutNode name="root">
          <dgm:varLst>
            <dgm:chMax/>
            <dgm:chPref val="4"/>
          </dgm:varLst>
          <dgm:alg type="hierRoot"/>
          <dgm:shape xmlns:r="http://schemas.openxmlformats.org/officeDocument/2006/relationships" r:blip="">
            <dgm:adjLst/>
          </dgm:shape>
          <dgm:presOf/>
          <dgm:constrLst/>
          <dgm:ruleLst/>
          <dgm:layoutNode name="rootComposite">
            <dgm:varLst/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onstrLst>
              <dgm:constr type="l" for="ch" forName="rootText"/>
              <dgm:constr type="t" for="ch" forName="rootText"/>
              <dgm:constr type="w" for="ch" forName="rootText" refType="w"/>
              <dgm:constr type="h" for="ch" forName="rootText" refType="h"/>
            </dgm:constrLst>
            <dgm:ruleLst/>
            <dgm:layoutNode name="rootText" styleLbl="node0">
              <dgm:varLst>
                <dgm:chMax/>
                <dgm:chPref val="4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  <dgm:rule type="primFontSz" val="65" fact="NaN" max="NaN"/>
              </dgm:ruleLst>
            </dgm:layoutNode>
          </dgm:layoutNode>
          <dgm:layoutNode name="childShape">
            <dgm:varLst>
              <dgm:chMax val="0"/>
              <dgm:chPref val="0"/>
            </dgm:varLst>
            <dgm:alg type="hierChild">
              <dgm:param type="chAlign" val="r"/>
              <dgm:param type="linDir" val="fromT"/>
              <dgm:param type="fallback" val="2D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5" axis="ch">
              <dgm:forEach name="Name6" axis="self" ptType="node">
                <dgm:layoutNode name="childComposite">
                  <dgm:varLst>
                    <dgm:chMax val="0"/>
                    <dgm:chPref val="0"/>
                  </dgm:varLst>
                  <dgm:alg type="composite"/>
                  <dgm:shape xmlns:r="http://schemas.openxmlformats.org/officeDocument/2006/relationships" r:blip="">
                    <dgm:adjLst/>
                  </dgm:shape>
                  <dgm:presOf/>
                  <dgm:choose name="Name7">
                    <dgm:if name="Name8" func="var" arg="dir" op="equ" val="norm">
                      <dgm:constrLst>
                        <dgm:constr type="w" for="ch" forName="Image" refType="h"/>
                        <dgm:constr type="h" for="ch" forName="Image" refType="h"/>
                        <dgm:constr type="l" for="ch" forName="Image"/>
                        <dgm:constr type="t" for="ch" forName="Image"/>
                        <dgm:constr type="h" for="ch" forName="childText" refType="h"/>
                        <dgm:constr type="l" for="ch" forName="childText" refType="w" refFor="ch" refForName="Image" fact="1.06"/>
                        <dgm:constr type="t" for="ch" forName="childText"/>
                      </dgm:constrLst>
                    </dgm:if>
                    <dgm:else name="Name9">
                      <dgm:constrLst>
                        <dgm:constr type="w" for="ch" forName="Image" refType="h"/>
                        <dgm:constr type="h" for="ch" forName="Image" refType="h"/>
                        <dgm:constr type="r" for="ch" forName="Image" refType="w"/>
                        <dgm:constr type="t" for="ch" forName="Image"/>
                        <dgm:constr type="h" for="ch" forName="childText" refType="h"/>
                        <dgm:constr type="t" for="ch" forName="childText"/>
                        <dgm:constr type="wOff" for="ch" forName="childText" refType="w" refFor="ch" refForName="Image" fact="-1.06"/>
                      </dgm:constrLst>
                    </dgm:else>
                  </dgm:choose>
                  <dgm:ruleLst/>
                  <dgm:layoutNode name="Image" styleLbl="node1">
                    <dgm:alg type="sp"/>
                    <dgm:shape xmlns:r="http://schemas.openxmlformats.org/officeDocument/2006/relationships" type="roundRect" r:blip="" blipPhldr="1">
                      <dgm:adjLst>
                        <dgm:adj idx="1" val="0.1667"/>
                      </dgm:adjLst>
                    </dgm:shape>
                    <dgm:presOf/>
                  </dgm:layoutNode>
                  <dgm:layoutNode name="childText" styleLbl="lnNode1">
                    <dgm:varLst>
                      <dgm:chMax val="0"/>
                      <dgm:chPref val="0"/>
                      <dgm:bulletEnabled val="1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667"/>
                      </dgm:adjLst>
                    </dgm:shape>
                    <dgm:presOf axis="self desOrSelf" ptType="node node" st="1 1" cnt="1 0"/>
                    <dgm:ruleLst>
                      <dgm:rule type="primFontSz" val="5" fact="NaN" max="NaN"/>
                    </dgm:ruleLst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4">
  <dgm:title val=""/>
  <dgm:desc val=""/>
  <dgm:catLst>
    <dgm:cat type="3D" pri="11400"/>
  </dgm:catLst>
  <dgm:scene3d>
    <a:camera prst="orthographicFront"/>
    <a:lightRig rig="threePt" dir="t"/>
  </dgm:scene3d>
  <dgm:styleLbl name="node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chilly" dir="t"/>
    </dgm:scene3d>
    <dgm:sp3d z="12700" extrusionH="12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ImgPlace1">
    <dgm:scene3d>
      <a:camera prst="orthographicFront"/>
      <a:lightRig rig="chilly" dir="t"/>
    </dgm:scene3d>
    <dgm:sp3d z="-257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chilly" dir="t"/>
    </dgm:scene3d>
    <dgm:sp3d z="-700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chilly" dir="t"/>
    </dgm:scene3d>
    <dgm:sp3d z="-25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chilly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chilly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chilly" dir="t"/>
    </dgm:scene3d>
    <dgm:sp3d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chilly" dir="t"/>
    </dgm:scene3d>
    <dgm:sp3d prstMaterial="dkEdge">
      <a:bevelT w="1270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chilly" dir="t"/>
    </dgm:scene3d>
    <dgm:sp3d z="-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chilly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1BB63E5-0765-4360-B843-E3226D2F2DF2}" type="datetimeFigureOut">
              <a:rPr lang="fr-FR" smtClean="0"/>
              <a:t>11/10/2024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3ABB04-7FC2-4470-9A2D-BFCB4BEBA87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65359049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B92BD1-1260-A047-8DC4-386B58D08C46}" type="datetimeFigureOut">
              <a:rPr lang="fr-FR" smtClean="0"/>
              <a:pPr/>
              <a:t>11/10/2024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fr-FR"/>
              <a:t>Modifier les styles du texte du masque
Deuxième niveau
Troisième niveau
Quatrième niveau
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F505D2-3376-5C4C-9C4F-A45ABFD15B74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8356085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F505D2-3376-5C4C-9C4F-A45ABFD15B74}" type="slidenum">
              <a:rPr lang="fr-FR" smtClean="0"/>
              <a:pPr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264474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F505D2-3376-5C4C-9C4F-A45ABFD15B74}" type="slidenum">
              <a:rPr lang="fr-FR" smtClean="0"/>
              <a:pPr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038721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smtClean="0"/>
              <a:t>Modifier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DA2EEAF-0FBC-407A-9316-94940158678F}" type="datetime1">
              <a:rPr lang="fr-FR" smtClean="0"/>
              <a:t>11/10/2024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6C3E98C-9F58-754F-94F8-08CCC5651AC2}" type="slidenum">
              <a:rPr lang="fr-FR" smtClean="0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7017008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1D69D20-55A7-43BD-AAC2-FB3C252D1912}" type="datetime1">
              <a:rPr lang="fr-FR" smtClean="0"/>
              <a:t>11/10/2024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781903A-58DF-6D41-AA0F-B39FBAFEBD29}" type="slidenum">
              <a:rPr lang="fr-FR" smtClean="0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6853973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CBB7B77-D626-4422-980D-B2F5048BCEB0}" type="datetime1">
              <a:rPr lang="fr-FR" smtClean="0"/>
              <a:t>11/10/2024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06162D8-21B9-4E41-ACBC-BCF1ECED2C14}" type="slidenum">
              <a:rPr lang="fr-FR" smtClean="0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4620542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DEA6461-DF1F-4377-915F-0FB45E88D0F1}" type="datetime1">
              <a:rPr lang="fr-FR" smtClean="0"/>
              <a:t>11/10/2024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CEF2CB5-2B1E-C84B-9289-DA4929559AEE}" type="slidenum">
              <a:rPr lang="fr-FR" smtClean="0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2212717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1964800-D5D1-4283-B8AF-66B9A674D220}" type="datetime1">
              <a:rPr lang="fr-FR" smtClean="0"/>
              <a:t>11/10/2024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4551566-8545-CB46-ADE7-B880A41B0DA7}" type="slidenum">
              <a:rPr lang="fr-FR" smtClean="0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1051018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F297948-A2E7-47D9-A523-919D37155437}" type="datetime1">
              <a:rPr lang="fr-FR" smtClean="0"/>
              <a:t>11/10/2024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051F895-C8DB-2743-A71F-A178E2BF7715}" type="slidenum">
              <a:rPr lang="fr-FR" smtClean="0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5639579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DD2B57E-D51F-4453-8285-197D57640D4C}" type="datetime1">
              <a:rPr lang="fr-FR" smtClean="0"/>
              <a:t>11/10/2024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979F25E-32BB-404F-86F6-FEFB1E8E8492}" type="slidenum">
              <a:rPr lang="fr-FR" smtClean="0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9976106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7C68953-C436-4C89-A269-BA1625AC2297}" type="datetime1">
              <a:rPr lang="fr-FR" smtClean="0"/>
              <a:t>11/10/2024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81FF51B-AF0C-944B-BD46-99611870A16B}" type="slidenum">
              <a:rPr lang="fr-FR" smtClean="0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689573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151C6BC-F767-44FF-B696-FD0EE63E2063}" type="datetime1">
              <a:rPr lang="fr-FR" smtClean="0"/>
              <a:t>11/10/2024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EDA0AE6-E0B4-8244-A59E-35AC1E894FD7}" type="slidenum">
              <a:rPr lang="fr-FR" smtClean="0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5178090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B572075-460F-4A0B-AA1F-FA55607E264A}" type="datetime1">
              <a:rPr lang="fr-FR" smtClean="0"/>
              <a:t>11/10/2024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EAC6C1E-4FDD-2449-A3DB-18D3B4CC728D}" type="slidenum">
              <a:rPr lang="fr-FR" smtClean="0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9893475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78F873B-0F36-460F-B328-3146F2974C81}" type="datetime1">
              <a:rPr lang="fr-FR" smtClean="0"/>
              <a:t>11/10/2024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AAA2375-495B-1A4A-B9D4-E7D556509375}" type="slidenum">
              <a:rPr lang="fr-FR" smtClean="0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8638127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218DD398-979B-416E-9BDA-F422452BB71D}" type="datetime1">
              <a:rPr lang="fr-FR" smtClean="0"/>
              <a:t>11/10/2024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2F33AEAF-C40A-B448-88B5-BD4E004C15EC}" type="slidenum">
              <a:rPr lang="fr-FR" smtClean="0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084880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3" r:id="rId1"/>
    <p:sldLayoutId id="2147483744" r:id="rId2"/>
    <p:sldLayoutId id="2147483745" r:id="rId3"/>
    <p:sldLayoutId id="2147483746" r:id="rId4"/>
    <p:sldLayoutId id="2147483747" r:id="rId5"/>
    <p:sldLayoutId id="2147483748" r:id="rId6"/>
    <p:sldLayoutId id="2147483749" r:id="rId7"/>
    <p:sldLayoutId id="2147483750" r:id="rId8"/>
    <p:sldLayoutId id="2147483751" r:id="rId9"/>
    <p:sldLayoutId id="2147483752" r:id="rId10"/>
    <p:sldLayoutId id="2147483753" r:id="rId11"/>
  </p:sldLayoutIdLst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image" Target="../media/image13.gi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image" Target="../media/image13.gi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image" Target="../media/image13.gi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2" Type="http://schemas.openxmlformats.org/officeDocument/2006/relationships/image" Target="../media/image13.gi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image" Target="../media/image13.gif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9.jpeg"/><Relationship Id="rId4" Type="http://schemas.openxmlformats.org/officeDocument/2006/relationships/image" Target="../media/image2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35.jpg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eg"/><Relationship Id="rId2" Type="http://schemas.openxmlformats.org/officeDocument/2006/relationships/image" Target="../media/image38.gif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41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27000">
              <a:srgbClr val="00B0F0"/>
            </a:gs>
            <a:gs pos="15000">
              <a:srgbClr val="C4DDD5"/>
            </a:gs>
            <a:gs pos="35000">
              <a:srgbClr val="FFFFFF"/>
            </a:gs>
            <a:gs pos="84000">
              <a:schemeClr val="bg1"/>
            </a:gs>
            <a:gs pos="7000">
              <a:srgbClr val="00B0F0"/>
            </a:gs>
            <a:gs pos="98000">
              <a:srgbClr val="00B0F0"/>
            </a:gs>
          </a:gsLst>
          <a:path path="circle">
            <a:fillToRect t="100000" r="100000"/>
          </a:path>
          <a:tileRect l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567836" y="1085674"/>
            <a:ext cx="9752930" cy="3956152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1500" b="1" i="1" dirty="0" smtClean="0">
                <a:latin typeface="Bahnschrift SemiLight Condensed" panose="020B0502040204020203" pitchFamily="34" charset="0"/>
                <a:ea typeface="Cambria" panose="02040503050406030204" pitchFamily="18" charset="0"/>
              </a:rPr>
              <a:t>BIENVENUE A NOTRE PRESENTATION</a:t>
            </a:r>
            <a:endParaRPr lang="fr-FR" sz="13800" b="1" i="1" dirty="0">
              <a:latin typeface="Bahnschrift SemiLight Condensed" panose="020B0502040204020203" pitchFamily="34" charset="0"/>
              <a:ea typeface="Cambria" panose="02040503050406030204" pitchFamily="18" charset="0"/>
            </a:endParaRP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822EE983-FD19-426D-942D-5E38BFA8DC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650" y="2953509"/>
            <a:ext cx="2908372" cy="4176634"/>
          </a:xfrm>
          <a:prstGeom prst="rect">
            <a:avLst/>
          </a:prstGeom>
        </p:spPr>
      </p:pic>
      <p:sp>
        <p:nvSpPr>
          <p:cNvPr id="6" name="Rectangle à coins arrondis 5"/>
          <p:cNvSpPr/>
          <p:nvPr/>
        </p:nvSpPr>
        <p:spPr>
          <a:xfrm>
            <a:off x="11458575" y="6254458"/>
            <a:ext cx="733425" cy="603541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b="1" dirty="0">
                <a:latin typeface="Cambria" panose="02040503050406030204" pitchFamily="18" charset="0"/>
                <a:ea typeface="Cambria" panose="02040503050406030204" pitchFamily="18" charset="0"/>
              </a:rPr>
              <a:t>1</a:t>
            </a:r>
          </a:p>
        </p:txBody>
      </p:sp>
      <p:sp>
        <p:nvSpPr>
          <p:cNvPr id="7" name="Titre 1"/>
          <p:cNvSpPr txBox="1">
            <a:spLocks/>
          </p:cNvSpPr>
          <p:nvPr/>
        </p:nvSpPr>
        <p:spPr>
          <a:xfrm>
            <a:off x="1275044" y="2600076"/>
            <a:ext cx="9752930" cy="39561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endParaRPr lang="fr-FR" sz="6000" b="1" i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80628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 tmFilter="0,0; .5, 1; 1, 1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4"/>
                                    </p:cond>
                                  </p:end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 tmFilter="0,0; .5, 1; 1, 1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7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e 6"/>
          <p:cNvGrpSpPr/>
          <p:nvPr/>
        </p:nvGrpSpPr>
        <p:grpSpPr>
          <a:xfrm>
            <a:off x="9197009" y="416913"/>
            <a:ext cx="2964923" cy="890500"/>
            <a:chOff x="8813009" y="-18512"/>
            <a:chExt cx="2964923" cy="738664"/>
          </a:xfrm>
        </p:grpSpPr>
        <p:sp>
          <p:nvSpPr>
            <p:cNvPr id="4" name="ZoneTexte 3"/>
            <p:cNvSpPr txBox="1"/>
            <p:nvPr/>
          </p:nvSpPr>
          <p:spPr>
            <a:xfrm>
              <a:off x="9167609" y="-18512"/>
              <a:ext cx="2009104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Republic of Cameroon</a:t>
              </a:r>
              <a:endParaRPr lang="fr-FR" sz="12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r>
                <a:rPr lang="en-US" sz="1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Peace – Work – Fatherland</a:t>
              </a:r>
              <a:endParaRPr lang="fr-FR" sz="12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fr-FR" dirty="0"/>
            </a:p>
          </p:txBody>
        </p:sp>
        <p:sp>
          <p:nvSpPr>
            <p:cNvPr id="5" name="ZoneTexte 4"/>
            <p:cNvSpPr txBox="1"/>
            <p:nvPr/>
          </p:nvSpPr>
          <p:spPr>
            <a:xfrm>
              <a:off x="8813009" y="432278"/>
              <a:ext cx="2964923" cy="2552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1400" b="1" kern="1200" dirty="0" smtClean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Calibri" panose="020F0502020204030204" pitchFamily="34" charset="0"/>
                </a:rPr>
                <a:t>INFOTECH SARL</a:t>
              </a:r>
              <a:endParaRPr lang="fr-FR" sz="12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pic>
        <p:nvPicPr>
          <p:cNvPr id="8" name="Image 7">
            <a:extLst>
              <a:ext uri="{FF2B5EF4-FFF2-40B4-BE49-F238E27FC236}">
                <a16:creationId xmlns:a16="http://schemas.microsoft.com/office/drawing/2014/main" id="{1997F1F4-77D7-4486-BDE8-FCD1D8E3F5C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2096" y="416914"/>
            <a:ext cx="1548034" cy="1171578"/>
          </a:xfrm>
          <a:prstGeom prst="rect">
            <a:avLst/>
          </a:prstGeom>
        </p:spPr>
      </p:pic>
      <p:sp>
        <p:nvSpPr>
          <p:cNvPr id="11" name="Rectangle : coins arrondis 9">
            <a:extLst>
              <a:ext uri="{FF2B5EF4-FFF2-40B4-BE49-F238E27FC236}">
                <a16:creationId xmlns:a16="http://schemas.microsoft.com/office/drawing/2014/main" id="{2C85C700-E992-4C86-BD63-6606DA92D3A1}"/>
              </a:ext>
            </a:extLst>
          </p:cNvPr>
          <p:cNvSpPr/>
          <p:nvPr/>
        </p:nvSpPr>
        <p:spPr>
          <a:xfrm>
            <a:off x="769222" y="2953847"/>
            <a:ext cx="10776718" cy="1146522"/>
          </a:xfrm>
          <a:prstGeom prst="roundRect">
            <a:avLst/>
          </a:prstGeom>
          <a:solidFill>
            <a:srgbClr val="00B0F0"/>
          </a:solidFill>
          <a:ln w="285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 smtClean="0">
                <a:solidFill>
                  <a:schemeClr val="bg1"/>
                </a:solidFill>
                <a:latin typeface="Algerian" panose="04020705040A02060702" pitchFamily="82" charset="0"/>
              </a:rPr>
              <a:t>DIGITALISATION DES PRATIQUES CLINIQUES DANS LE SERVICE DE REANIMATION : CAS DE L’HOPITAL GENERAL DE YAOUNDE</a:t>
            </a:r>
            <a:endParaRPr lang="fr-FR" sz="2800" dirty="0">
              <a:solidFill>
                <a:schemeClr val="bg1"/>
              </a:solidFill>
              <a:latin typeface="Algerian" panose="04020705040A02060702" pitchFamily="82" charset="0"/>
            </a:endParaRPr>
          </a:p>
        </p:txBody>
      </p:sp>
      <p:sp>
        <p:nvSpPr>
          <p:cNvPr id="13" name="ZoneTexte 12"/>
          <p:cNvSpPr txBox="1"/>
          <p:nvPr/>
        </p:nvSpPr>
        <p:spPr>
          <a:xfrm>
            <a:off x="4563748" y="2320772"/>
            <a:ext cx="277969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fr-FR" sz="3200" b="1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THEME</a:t>
            </a:r>
            <a:endParaRPr lang="fr-FR" sz="2000" dirty="0">
              <a:solidFill>
                <a:prstClr val="black"/>
              </a:solidFill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Rectangle à coins arrondis 15"/>
          <p:cNvSpPr/>
          <p:nvPr/>
        </p:nvSpPr>
        <p:spPr>
          <a:xfrm>
            <a:off x="11711263" y="6254459"/>
            <a:ext cx="450669" cy="603541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b="1" dirty="0">
                <a:latin typeface="Cambria" panose="02040503050406030204" pitchFamily="18" charset="0"/>
                <a:ea typeface="Cambria" panose="02040503050406030204" pitchFamily="18" charset="0"/>
              </a:rPr>
              <a:t>2</a:t>
            </a: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93982912-1F21-4976-9389-2F0C9340BA30}"/>
              </a:ext>
            </a:extLst>
          </p:cNvPr>
          <p:cNvSpPr txBox="1"/>
          <p:nvPr/>
        </p:nvSpPr>
        <p:spPr>
          <a:xfrm>
            <a:off x="3645542" y="1901701"/>
            <a:ext cx="4616105" cy="377506"/>
          </a:xfrm>
          <a:prstGeom prst="rect">
            <a:avLst/>
          </a:prstGeom>
          <a:noFill/>
        </p:spPr>
        <p:txBody>
          <a:bodyPr wrap="square" rtlCol="0">
            <a:prstTxWarp prst="textStop">
              <a:avLst/>
            </a:prstTxWarp>
            <a:spAutoFit/>
          </a:bodyPr>
          <a:lstStyle/>
          <a:p>
            <a:pPr algn="ctr"/>
            <a:r>
              <a:rPr lang="fr-CM" sz="3200" dirty="0" smtClean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rPr>
              <a:t>RAPPORT DE STAGE</a:t>
            </a:r>
            <a:endParaRPr lang="fr-CM" sz="3200" dirty="0">
              <a:solidFill>
                <a:schemeClr val="accent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8441778" y="1667984"/>
            <a:ext cx="397500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fr-CM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BP </a:t>
            </a:r>
            <a:r>
              <a:rPr lang="fr-CM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fr-FR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Nkolafamba</a:t>
            </a:r>
            <a:r>
              <a:rPr lang="fr-FR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cameroun</a:t>
            </a:r>
            <a:endParaRPr lang="fr-FR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Tel :( 237) </a:t>
            </a:r>
            <a:r>
              <a:rPr lang="fr-FR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653 94 06 69</a:t>
            </a:r>
            <a:endParaRPr lang="fr-FR" sz="1200" u="sng" dirty="0">
              <a:solidFill>
                <a:schemeClr val="accent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fr-CM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E-mail : </a:t>
            </a:r>
            <a:r>
              <a:rPr lang="fr-CM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infotech06@gmail.com</a:t>
            </a:r>
            <a:endParaRPr lang="fr-FR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à coins arrondis 2"/>
          <p:cNvSpPr/>
          <p:nvPr/>
        </p:nvSpPr>
        <p:spPr>
          <a:xfrm>
            <a:off x="4087730" y="6073767"/>
            <a:ext cx="4586068" cy="738949"/>
          </a:xfrm>
          <a:prstGeom prst="roundRect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A6842339-2689-2A6D-67D6-43DE6AFBC6E7}"/>
              </a:ext>
            </a:extLst>
          </p:cNvPr>
          <p:cNvSpPr txBox="1"/>
          <p:nvPr/>
        </p:nvSpPr>
        <p:spPr>
          <a:xfrm>
            <a:off x="4083505" y="6221980"/>
            <a:ext cx="47959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M" sz="2400" dirty="0" smtClean="0">
                <a:solidFill>
                  <a:schemeClr val="bg1"/>
                </a:solidFill>
                <a:latin typeface="Algerian" panose="04020705040A02060702" pitchFamily="82" charset="0"/>
              </a:rPr>
              <a:t>ANNE ACADEMIQUE 2023/2024</a:t>
            </a:r>
            <a:endParaRPr lang="fr-CM" sz="2400" dirty="0">
              <a:solidFill>
                <a:schemeClr val="bg1"/>
              </a:solidFill>
              <a:latin typeface="Algerian" panose="04020705040A02060702" pitchFamily="82" charset="0"/>
            </a:endParaRPr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59E9DC1D-22D1-4D10-B44A-6E2226CCD2E1}"/>
              </a:ext>
            </a:extLst>
          </p:cNvPr>
          <p:cNvSpPr txBox="1"/>
          <p:nvPr/>
        </p:nvSpPr>
        <p:spPr>
          <a:xfrm>
            <a:off x="394060" y="4225841"/>
            <a:ext cx="11349787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Stage effectué du </a:t>
            </a:r>
            <a:r>
              <a:rPr lang="fr-FR" sz="16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1er Juillet  au 30 Septembre 2024 </a:t>
            </a:r>
            <a:r>
              <a:rPr lang="fr-CM" sz="16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 </a:t>
            </a:r>
            <a:r>
              <a:rPr lang="fr-CM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vue d’obtention </a:t>
            </a:r>
            <a:r>
              <a:rPr lang="fr-FR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du diplôme </a:t>
            </a:r>
            <a:r>
              <a:rPr lang="fr-FR" sz="16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d’Ingénieur des Travaux Informatiques</a:t>
            </a:r>
            <a:endParaRPr lang="fr-CA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fr-CM" sz="20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fr-CM" sz="2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Option</a:t>
            </a:r>
            <a:r>
              <a:rPr lang="fr-CM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: </a:t>
            </a:r>
            <a:r>
              <a:rPr lang="fr-CM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GENIE LOGICIEL</a:t>
            </a:r>
            <a:r>
              <a:rPr kumimoji="1" lang="en-US" altLang="ja-JP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ctr"/>
            <a:r>
              <a:rPr lang="fr-CA" sz="20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ctr"/>
            <a:r>
              <a:rPr lang="fr-CA" sz="20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Rédigé </a:t>
            </a:r>
            <a:r>
              <a:rPr lang="fr-CA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par:</a:t>
            </a:r>
            <a:endParaRPr lang="fr-CA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fr-CA" sz="16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BANA Berthe Christelle</a:t>
            </a:r>
            <a:endParaRPr lang="fr-CA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fr-CA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Zone de texte 97"/>
          <p:cNvSpPr txBox="1"/>
          <p:nvPr/>
        </p:nvSpPr>
        <p:spPr>
          <a:xfrm>
            <a:off x="254759" y="5084907"/>
            <a:ext cx="3627336" cy="1539828"/>
          </a:xfrm>
          <a:prstGeom prst="rect">
            <a:avLst/>
          </a:prstGeom>
          <a:noFill/>
          <a:ln w="6350">
            <a:noFill/>
          </a:ln>
          <a:effectLst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50000"/>
              </a:lnSpc>
              <a:spcAft>
                <a:spcPts val="600"/>
              </a:spcAft>
            </a:pPr>
            <a:r>
              <a:rPr lang="fr-FR" sz="1400" u="sng" dirty="0"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Encadreur a</a:t>
            </a:r>
            <a:r>
              <a:rPr lang="fr-FR" sz="1400" u="sng" dirty="0"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cadémique</a:t>
            </a:r>
            <a:r>
              <a:rPr lang="fr-FR" sz="1400" dirty="0"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:</a:t>
            </a:r>
            <a:endParaRPr lang="fr-FR" sz="12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50000"/>
              </a:lnSpc>
              <a:spcAft>
                <a:spcPts val="600"/>
              </a:spcAft>
            </a:pPr>
            <a:r>
              <a:rPr lang="fr-FR" sz="1800" b="1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Mme MESSU CYRIANE</a:t>
            </a:r>
          </a:p>
          <a:p>
            <a:pPr algn="ctr">
              <a:lnSpc>
                <a:spcPct val="150000"/>
              </a:lnSpc>
              <a:spcAft>
                <a:spcPts val="600"/>
              </a:spcAft>
            </a:pPr>
            <a:r>
              <a:rPr lang="fr-FR" sz="1400" i="1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Enseignante </a:t>
            </a:r>
            <a:r>
              <a:rPr lang="fr-FR" sz="14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à l’IAI-Cameroun, centre d’excellence technologique Paul Biya</a:t>
            </a:r>
            <a:endParaRPr lang="fr-CM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Zone de texte 98"/>
          <p:cNvSpPr txBox="1"/>
          <p:nvPr/>
        </p:nvSpPr>
        <p:spPr>
          <a:xfrm>
            <a:off x="8255811" y="5366166"/>
            <a:ext cx="3452777" cy="1333254"/>
          </a:xfrm>
          <a:prstGeom prst="rect">
            <a:avLst/>
          </a:prstGeom>
          <a:noFill/>
          <a:ln w="6350">
            <a:noFill/>
          </a:ln>
          <a:effectLst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r>
              <a:rPr lang="fr-FR" sz="1400" u="sng" dirty="0"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Encadreur professionnel</a:t>
            </a:r>
            <a:r>
              <a:rPr lang="fr-FR" sz="1400" dirty="0"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:</a:t>
            </a:r>
            <a:endParaRPr lang="fr-FR" sz="12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50000"/>
              </a:lnSpc>
              <a:spcAft>
                <a:spcPts val="600"/>
              </a:spcAft>
            </a:pPr>
            <a:r>
              <a:rPr lang="fr-FR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M. </a:t>
            </a:r>
            <a:r>
              <a:rPr lang="fr-FR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NOAGJE David Junior</a:t>
            </a:r>
            <a:endParaRPr lang="fr-CM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spcAft>
                <a:spcPts val="600"/>
              </a:spcAft>
            </a:pPr>
            <a:r>
              <a:rPr lang="fr-FR" sz="1400" i="1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Ingénieur Syst</a:t>
            </a:r>
            <a:r>
              <a:rPr lang="fr-FR" sz="1400" i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èmes et Réseaux </a:t>
            </a:r>
            <a:endParaRPr lang="fr-CM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2" name="Image 31"/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73903" y="169057"/>
            <a:ext cx="2049019" cy="1741252"/>
          </a:xfrm>
          <a:prstGeom prst="rect">
            <a:avLst/>
          </a:prstGeom>
        </p:spPr>
      </p:pic>
      <p:grpSp>
        <p:nvGrpSpPr>
          <p:cNvPr id="33" name="Groupe 32"/>
          <p:cNvGrpSpPr/>
          <p:nvPr/>
        </p:nvGrpSpPr>
        <p:grpSpPr>
          <a:xfrm>
            <a:off x="220273" y="91260"/>
            <a:ext cx="3406461" cy="1961711"/>
            <a:chOff x="1498791" y="38151"/>
            <a:chExt cx="3406461" cy="1961711"/>
          </a:xfrm>
        </p:grpSpPr>
        <p:sp>
          <p:nvSpPr>
            <p:cNvPr id="34" name="ZoneTexte 33"/>
            <p:cNvSpPr txBox="1"/>
            <p:nvPr/>
          </p:nvSpPr>
          <p:spPr>
            <a:xfrm>
              <a:off x="2047740" y="38151"/>
              <a:ext cx="200910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CM" sz="1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République du Cameroun</a:t>
              </a:r>
              <a:endParaRPr lang="fr-FR" sz="12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r>
                <a:rPr lang="en-US" sz="1200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Paix</a:t>
              </a:r>
              <a:r>
                <a:rPr lang="en-US" sz="1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– Travail – </a:t>
              </a:r>
              <a:r>
                <a:rPr lang="en-US" sz="1200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Patrie</a:t>
              </a:r>
              <a:endParaRPr lang="fr-FR" sz="12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5" name="ZoneTexte 34"/>
            <p:cNvSpPr txBox="1"/>
            <p:nvPr/>
          </p:nvSpPr>
          <p:spPr>
            <a:xfrm>
              <a:off x="1498791" y="707200"/>
              <a:ext cx="3406461" cy="129266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CM" sz="1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INSTITUT AFRICAIN D’INFORMATIQUE</a:t>
              </a:r>
              <a:endParaRPr lang="fr-FR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r>
                <a:rPr lang="fr-CM" sz="1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BP 13719 Yaoundé (Cameroun)</a:t>
              </a:r>
              <a:endParaRPr lang="fr-FR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r>
                <a:rPr lang="en-US" sz="1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Tel :( 237) 242 72 99 57 / 242 72 99 58</a:t>
              </a:r>
              <a:endParaRPr lang="fr-FR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r>
                <a:rPr lang="en-US" sz="1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Site: </a:t>
              </a:r>
              <a:r>
                <a:rPr lang="en-US" sz="1200" b="1" u="sng" dirty="0">
                  <a:solidFill>
                    <a:schemeClr val="accent5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www.iaicameroun.com</a:t>
              </a:r>
              <a:endParaRPr lang="fr-FR" sz="1200" u="sng" dirty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r>
                <a:rPr lang="fr-CM" sz="1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E-mail : contact@iaicameroun.com</a:t>
              </a:r>
              <a:endParaRPr lang="fr-FR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endParaRPr lang="fr-FR" dirty="0"/>
            </a:p>
          </p:txBody>
        </p:sp>
      </p:grpSp>
    </p:spTree>
    <p:extLst>
      <p:ext uri="{BB962C8B-B14F-4D97-AF65-F5344CB8AC3E}">
        <p14:creationId xmlns:p14="http://schemas.microsoft.com/office/powerpoint/2010/main" val="320421993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>
        <p15:prstTrans prst="curtains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85000">
              <a:schemeClr val="bg1"/>
            </a:gs>
            <a:gs pos="100000">
              <a:srgbClr val="00B0F0"/>
            </a:gs>
            <a:gs pos="0">
              <a:srgbClr val="368E79">
                <a:tint val="23500"/>
                <a:satMod val="160000"/>
              </a:srgb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e 2"/>
          <p:cNvGrpSpPr/>
          <p:nvPr/>
        </p:nvGrpSpPr>
        <p:grpSpPr>
          <a:xfrm>
            <a:off x="928913" y="99043"/>
            <a:ext cx="10685027" cy="1322271"/>
            <a:chOff x="381349" y="99043"/>
            <a:chExt cx="11232592" cy="1322271"/>
          </a:xfrm>
        </p:grpSpPr>
        <p:sp>
          <p:nvSpPr>
            <p:cNvPr id="13" name="Signalisation droite 5">
              <a:extLst>
                <a:ext uri="{FF2B5EF4-FFF2-40B4-BE49-F238E27FC236}">
                  <a16:creationId xmlns:a16="http://schemas.microsoft.com/office/drawing/2014/main" id="{3C3A67F8-D515-42AE-ABBE-C3EA26B2BBAF}"/>
                </a:ext>
              </a:extLst>
            </p:cNvPr>
            <p:cNvSpPr/>
            <p:nvPr/>
          </p:nvSpPr>
          <p:spPr>
            <a:xfrm rot="10800000">
              <a:off x="381349" y="99043"/>
              <a:ext cx="11232592" cy="923525"/>
            </a:xfrm>
            <a:prstGeom prst="homePlate">
              <a:avLst/>
            </a:prstGeom>
            <a:solidFill>
              <a:srgbClr val="00B0F0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fr-CM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endParaRPr>
            </a:p>
          </p:txBody>
        </p:sp>
        <p:sp>
          <p:nvSpPr>
            <p:cNvPr id="2" name="ZoneTexte 1"/>
            <p:cNvSpPr txBox="1"/>
            <p:nvPr/>
          </p:nvSpPr>
          <p:spPr>
            <a:xfrm>
              <a:off x="5486397" y="220985"/>
              <a:ext cx="2057403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/>
              <a:r>
                <a:rPr lang="fr-FR" sz="5400" b="1" dirty="0">
                  <a:solidFill>
                    <a:schemeClr val="bg1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PLAN</a:t>
              </a:r>
              <a:endParaRPr lang="fr-FR" altLang="fr-FR" sz="32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Corbel" panose="020B0503020204020204" pitchFamily="34" charset="0"/>
              </a:endParaRPr>
            </a:p>
            <a:p>
              <a:endParaRPr lang="fr-FR" dirty="0"/>
            </a:p>
          </p:txBody>
        </p:sp>
      </p:grpSp>
      <p:grpSp>
        <p:nvGrpSpPr>
          <p:cNvPr id="5" name="Groupe 4"/>
          <p:cNvGrpSpPr/>
          <p:nvPr/>
        </p:nvGrpSpPr>
        <p:grpSpPr>
          <a:xfrm>
            <a:off x="3153587" y="1143965"/>
            <a:ext cx="8132261" cy="597789"/>
            <a:chOff x="2560320" y="1390679"/>
            <a:chExt cx="7527578" cy="738409"/>
          </a:xfrm>
        </p:grpSpPr>
        <p:sp>
          <p:nvSpPr>
            <p:cNvPr id="15" name="Rectangle : carré corné 14">
              <a:extLst>
                <a:ext uri="{FF2B5EF4-FFF2-40B4-BE49-F238E27FC236}">
                  <a16:creationId xmlns:a16="http://schemas.microsoft.com/office/drawing/2014/main" id="{753FD64B-2E41-42F9-85AB-5C001DCBB501}"/>
                </a:ext>
              </a:extLst>
            </p:cNvPr>
            <p:cNvSpPr/>
            <p:nvPr/>
          </p:nvSpPr>
          <p:spPr>
            <a:xfrm>
              <a:off x="3417570" y="1478016"/>
              <a:ext cx="6670328" cy="651072"/>
            </a:xfrm>
            <a:prstGeom prst="foldedCorner">
              <a:avLst>
                <a:gd name="adj" fmla="val 50000"/>
              </a:avLst>
            </a:prstGeom>
            <a:ln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>
                <a:lnSpc>
                  <a:spcPct val="200000"/>
                </a:lnSpc>
              </a:pPr>
              <a:r>
                <a:rPr lang="fr-FR" sz="2800" b="1" dirty="0">
                  <a:solidFill>
                    <a:schemeClr val="tx1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INTRODUCTION</a:t>
              </a:r>
              <a:endParaRPr lang="fr-CM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4" name="Pentagone régulier 3"/>
            <p:cNvSpPr/>
            <p:nvPr/>
          </p:nvSpPr>
          <p:spPr>
            <a:xfrm>
              <a:off x="2560320" y="1390679"/>
              <a:ext cx="822056" cy="705005"/>
            </a:xfrm>
            <a:prstGeom prst="pentagon">
              <a:avLst/>
            </a:prstGeom>
            <a:solidFill>
              <a:srgbClr val="00B0F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3600" b="1" dirty="0">
                  <a:latin typeface="Cambria" panose="02040503050406030204" pitchFamily="18" charset="0"/>
                  <a:ea typeface="Cambria" panose="02040503050406030204" pitchFamily="18" charset="0"/>
                </a:rPr>
                <a:t>1</a:t>
              </a:r>
            </a:p>
          </p:txBody>
        </p:sp>
      </p:grpSp>
      <p:grpSp>
        <p:nvGrpSpPr>
          <p:cNvPr id="9" name="Groupe 8"/>
          <p:cNvGrpSpPr/>
          <p:nvPr/>
        </p:nvGrpSpPr>
        <p:grpSpPr>
          <a:xfrm>
            <a:off x="2994768" y="1888526"/>
            <a:ext cx="8934386" cy="776183"/>
            <a:chOff x="1999401" y="2215957"/>
            <a:chExt cx="7415256" cy="801109"/>
          </a:xfrm>
        </p:grpSpPr>
        <p:sp>
          <p:nvSpPr>
            <p:cNvPr id="16" name="Rectangle : carré corné 15">
              <a:extLst>
                <a:ext uri="{FF2B5EF4-FFF2-40B4-BE49-F238E27FC236}">
                  <a16:creationId xmlns:a16="http://schemas.microsoft.com/office/drawing/2014/main" id="{A896F18F-EF80-497D-B568-978681C51064}"/>
                </a:ext>
              </a:extLst>
            </p:cNvPr>
            <p:cNvSpPr/>
            <p:nvPr/>
          </p:nvSpPr>
          <p:spPr>
            <a:xfrm>
              <a:off x="2508935" y="2215957"/>
              <a:ext cx="6905722" cy="698229"/>
            </a:xfrm>
            <a:prstGeom prst="foldedCorner">
              <a:avLst>
                <a:gd name="adj" fmla="val 50000"/>
              </a:avLst>
            </a:prstGeom>
            <a:ln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>
                <a:lnSpc>
                  <a:spcPct val="200000"/>
                </a:lnSpc>
              </a:pPr>
              <a:r>
                <a:rPr lang="fr-CM" sz="2800" b="1" dirty="0" smtClean="0">
                  <a:solidFill>
                    <a:schemeClr val="tx1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CONTEXTE ET CRITIQUE DE L’EXISTANT</a:t>
              </a:r>
              <a:endParaRPr lang="fr-CM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14" name="Pentagone régulier 13"/>
            <p:cNvSpPr/>
            <p:nvPr/>
          </p:nvSpPr>
          <p:spPr>
            <a:xfrm>
              <a:off x="1999401" y="2374788"/>
              <a:ext cx="509534" cy="642278"/>
            </a:xfrm>
            <a:prstGeom prst="pentagon">
              <a:avLst/>
            </a:prstGeom>
            <a:solidFill>
              <a:srgbClr val="00B0F0"/>
            </a:solidFill>
            <a:ln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fr-FR" sz="3600" b="1" dirty="0">
                  <a:latin typeface="Cambria" panose="02040503050406030204" pitchFamily="18" charset="0"/>
                  <a:ea typeface="Cambria" panose="02040503050406030204" pitchFamily="18" charset="0"/>
                </a:rPr>
                <a:t>2</a:t>
              </a:r>
            </a:p>
          </p:txBody>
        </p:sp>
      </p:grpSp>
      <p:grpSp>
        <p:nvGrpSpPr>
          <p:cNvPr id="8" name="Groupe 7"/>
          <p:cNvGrpSpPr/>
          <p:nvPr/>
        </p:nvGrpSpPr>
        <p:grpSpPr>
          <a:xfrm>
            <a:off x="2402275" y="3490912"/>
            <a:ext cx="9386451" cy="740702"/>
            <a:chOff x="2551865" y="3997080"/>
            <a:chExt cx="7458752" cy="662082"/>
          </a:xfrm>
        </p:grpSpPr>
        <p:sp>
          <p:nvSpPr>
            <p:cNvPr id="17" name="Rectangle : carré corné 16">
              <a:extLst>
                <a:ext uri="{FF2B5EF4-FFF2-40B4-BE49-F238E27FC236}">
                  <a16:creationId xmlns:a16="http://schemas.microsoft.com/office/drawing/2014/main" id="{DF4528F6-D18A-41A1-92CD-59607F334081}"/>
                </a:ext>
              </a:extLst>
            </p:cNvPr>
            <p:cNvSpPr/>
            <p:nvPr/>
          </p:nvSpPr>
          <p:spPr>
            <a:xfrm>
              <a:off x="3304191" y="4134283"/>
              <a:ext cx="6706426" cy="524879"/>
            </a:xfrm>
            <a:prstGeom prst="foldedCorner">
              <a:avLst>
                <a:gd name="adj" fmla="val 50000"/>
              </a:avLst>
            </a:prstGeom>
            <a:ln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>
                <a:lnSpc>
                  <a:spcPct val="200000"/>
                </a:lnSpc>
              </a:pPr>
              <a:r>
                <a:rPr lang="fr-CM" sz="2800" b="1" dirty="0" smtClean="0">
                  <a:solidFill>
                    <a:schemeClr val="tx1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METHODOLOGIE ET ARCHITECTURE UTILISEE</a:t>
              </a:r>
              <a:endParaRPr lang="fr-CM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20" name="Pentagone régulier 19"/>
            <p:cNvSpPr/>
            <p:nvPr/>
          </p:nvSpPr>
          <p:spPr>
            <a:xfrm>
              <a:off x="2551865" y="3997080"/>
              <a:ext cx="683599" cy="587543"/>
            </a:xfrm>
            <a:prstGeom prst="pentagon">
              <a:avLst/>
            </a:prstGeom>
            <a:solidFill>
              <a:srgbClr val="00B0F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3600" b="1" dirty="0">
                  <a:latin typeface="Cambria" panose="02040503050406030204" pitchFamily="18" charset="0"/>
                  <a:ea typeface="Cambria" panose="02040503050406030204" pitchFamily="18" charset="0"/>
                </a:rPr>
                <a:t>4</a:t>
              </a:r>
            </a:p>
          </p:txBody>
        </p:sp>
      </p:grpSp>
      <p:grpSp>
        <p:nvGrpSpPr>
          <p:cNvPr id="7" name="Groupe 6"/>
          <p:cNvGrpSpPr/>
          <p:nvPr/>
        </p:nvGrpSpPr>
        <p:grpSpPr>
          <a:xfrm>
            <a:off x="2503576" y="4357099"/>
            <a:ext cx="8782272" cy="887542"/>
            <a:chOff x="2464382" y="4511023"/>
            <a:chExt cx="7348970" cy="705005"/>
          </a:xfrm>
        </p:grpSpPr>
        <p:sp>
          <p:nvSpPr>
            <p:cNvPr id="18" name="Rectangle : carré corné 17">
              <a:extLst>
                <a:ext uri="{FF2B5EF4-FFF2-40B4-BE49-F238E27FC236}">
                  <a16:creationId xmlns:a16="http://schemas.microsoft.com/office/drawing/2014/main" id="{B133C669-27D5-45CF-8A7F-7D124D68993E}"/>
                </a:ext>
              </a:extLst>
            </p:cNvPr>
            <p:cNvSpPr/>
            <p:nvPr/>
          </p:nvSpPr>
          <p:spPr>
            <a:xfrm>
              <a:off x="3726357" y="4544731"/>
              <a:ext cx="6086995" cy="462820"/>
            </a:xfrm>
            <a:prstGeom prst="foldedCorner">
              <a:avLst>
                <a:gd name="adj" fmla="val 50000"/>
              </a:avLst>
            </a:prstGeom>
            <a:ln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>
                <a:lnSpc>
                  <a:spcPct val="150000"/>
                </a:lnSpc>
              </a:pPr>
              <a:r>
                <a:rPr lang="fr-CM" sz="2800" b="1" dirty="0" smtClean="0">
                  <a:solidFill>
                    <a:schemeClr val="tx1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TECHNOLOGIES  UTILISEES</a:t>
              </a:r>
              <a:endParaRPr lang="fr-CM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21" name="Pentagone régulier 20"/>
            <p:cNvSpPr/>
            <p:nvPr/>
          </p:nvSpPr>
          <p:spPr>
            <a:xfrm>
              <a:off x="2464382" y="4511023"/>
              <a:ext cx="822056" cy="705005"/>
            </a:xfrm>
            <a:prstGeom prst="pentagon">
              <a:avLst/>
            </a:prstGeom>
            <a:solidFill>
              <a:srgbClr val="00B0F0"/>
            </a:solidFill>
            <a:ln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fr-FR" sz="3600" b="1" dirty="0">
                  <a:latin typeface="Cambria" panose="02040503050406030204" pitchFamily="18" charset="0"/>
                  <a:ea typeface="Cambria" panose="02040503050406030204" pitchFamily="18" charset="0"/>
                </a:rPr>
                <a:t>5</a:t>
              </a:r>
            </a:p>
          </p:txBody>
        </p:sp>
      </p:grpSp>
      <p:grpSp>
        <p:nvGrpSpPr>
          <p:cNvPr id="6" name="Groupe 5"/>
          <p:cNvGrpSpPr/>
          <p:nvPr/>
        </p:nvGrpSpPr>
        <p:grpSpPr>
          <a:xfrm>
            <a:off x="2591836" y="5161251"/>
            <a:ext cx="9022104" cy="563846"/>
            <a:chOff x="2559416" y="5334415"/>
            <a:chExt cx="7528482" cy="705005"/>
          </a:xfrm>
        </p:grpSpPr>
        <p:sp>
          <p:nvSpPr>
            <p:cNvPr id="19" name="Rectangle : carré corné 18">
              <a:extLst>
                <a:ext uri="{FF2B5EF4-FFF2-40B4-BE49-F238E27FC236}">
                  <a16:creationId xmlns:a16="http://schemas.microsoft.com/office/drawing/2014/main" id="{EB2F4C12-F230-4202-9F6A-E5D4460F7F8B}"/>
                </a:ext>
              </a:extLst>
            </p:cNvPr>
            <p:cNvSpPr/>
            <p:nvPr/>
          </p:nvSpPr>
          <p:spPr>
            <a:xfrm>
              <a:off x="3969531" y="5355192"/>
              <a:ext cx="6118367" cy="663452"/>
            </a:xfrm>
            <a:prstGeom prst="foldedCorner">
              <a:avLst>
                <a:gd name="adj" fmla="val 50000"/>
              </a:avLst>
            </a:prstGeom>
            <a:ln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>
                <a:lnSpc>
                  <a:spcPct val="200000"/>
                </a:lnSpc>
              </a:pPr>
              <a:r>
                <a:rPr lang="fr-FR" sz="2800" b="1" dirty="0" smtClean="0">
                  <a:solidFill>
                    <a:schemeClr val="tx1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DEMONSTRATION</a:t>
              </a:r>
              <a:endParaRPr lang="fr-CM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22" name="Pentagone régulier 21"/>
            <p:cNvSpPr/>
            <p:nvPr/>
          </p:nvSpPr>
          <p:spPr>
            <a:xfrm>
              <a:off x="2559416" y="5334415"/>
              <a:ext cx="822056" cy="705005"/>
            </a:xfrm>
            <a:prstGeom prst="pentagon">
              <a:avLst/>
            </a:prstGeom>
            <a:solidFill>
              <a:srgbClr val="00B0F0"/>
            </a:solidFill>
            <a:ln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fr-FR" sz="3600" b="1" dirty="0">
                  <a:latin typeface="Cambria" panose="02040503050406030204" pitchFamily="18" charset="0"/>
                  <a:ea typeface="Cambria" panose="02040503050406030204" pitchFamily="18" charset="0"/>
                </a:rPr>
                <a:t>6</a:t>
              </a:r>
            </a:p>
          </p:txBody>
        </p:sp>
      </p:grpSp>
      <p:sp>
        <p:nvSpPr>
          <p:cNvPr id="23" name="Rectangle à coins arrondis 22"/>
          <p:cNvSpPr/>
          <p:nvPr/>
        </p:nvSpPr>
        <p:spPr>
          <a:xfrm>
            <a:off x="11458575" y="6254458"/>
            <a:ext cx="733425" cy="603541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b="1" dirty="0">
                <a:latin typeface="Cambria" panose="02040503050406030204" pitchFamily="18" charset="0"/>
                <a:ea typeface="Cambria" panose="02040503050406030204" pitchFamily="18" charset="0"/>
              </a:rPr>
              <a:t>3</a:t>
            </a:r>
          </a:p>
        </p:txBody>
      </p:sp>
      <p:grpSp>
        <p:nvGrpSpPr>
          <p:cNvPr id="24" name="Groupe 23"/>
          <p:cNvGrpSpPr/>
          <p:nvPr/>
        </p:nvGrpSpPr>
        <p:grpSpPr>
          <a:xfrm>
            <a:off x="2171498" y="5806162"/>
            <a:ext cx="9287077" cy="806071"/>
            <a:chOff x="2533151" y="5058757"/>
            <a:chExt cx="7528482" cy="834050"/>
          </a:xfrm>
        </p:grpSpPr>
        <p:sp>
          <p:nvSpPr>
            <p:cNvPr id="25" name="Rectangle : carré corné 18">
              <a:extLst>
                <a:ext uri="{FF2B5EF4-FFF2-40B4-BE49-F238E27FC236}">
                  <a16:creationId xmlns:a16="http://schemas.microsoft.com/office/drawing/2014/main" id="{EB2F4C12-F230-4202-9F6A-E5D4460F7F8B}"/>
                </a:ext>
              </a:extLst>
            </p:cNvPr>
            <p:cNvSpPr/>
            <p:nvPr/>
          </p:nvSpPr>
          <p:spPr>
            <a:xfrm>
              <a:off x="3890802" y="5285011"/>
              <a:ext cx="6170831" cy="522497"/>
            </a:xfrm>
            <a:prstGeom prst="foldedCorner">
              <a:avLst>
                <a:gd name="adj" fmla="val 50000"/>
              </a:avLst>
            </a:prstGeom>
            <a:ln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>
                <a:lnSpc>
                  <a:spcPct val="200000"/>
                </a:lnSpc>
              </a:pPr>
              <a:r>
                <a:rPr lang="fr-FR" sz="2800" b="1" dirty="0">
                  <a:solidFill>
                    <a:schemeClr val="tx1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CONCLUSION </a:t>
              </a:r>
              <a:r>
                <a:rPr lang="fr-FR" sz="2800" b="1" dirty="0" smtClean="0">
                  <a:solidFill>
                    <a:schemeClr val="tx1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ET PERSPECTIVES </a:t>
              </a:r>
              <a:endParaRPr lang="fr-CM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27" name="Pentagone régulier 26"/>
            <p:cNvSpPr/>
            <p:nvPr/>
          </p:nvSpPr>
          <p:spPr>
            <a:xfrm>
              <a:off x="2533151" y="5058757"/>
              <a:ext cx="822056" cy="834050"/>
            </a:xfrm>
            <a:prstGeom prst="pentagon">
              <a:avLst/>
            </a:prstGeom>
            <a:solidFill>
              <a:srgbClr val="00B0F0"/>
            </a:solidFill>
            <a:ln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fr-FR" sz="3600" b="1" dirty="0">
                  <a:latin typeface="Cambria" panose="02040503050406030204" pitchFamily="18" charset="0"/>
                  <a:ea typeface="Cambria" panose="02040503050406030204" pitchFamily="18" charset="0"/>
                </a:rPr>
                <a:t>7</a:t>
              </a:r>
            </a:p>
          </p:txBody>
        </p:sp>
      </p:grpSp>
      <p:grpSp>
        <p:nvGrpSpPr>
          <p:cNvPr id="26" name="Groupe 25"/>
          <p:cNvGrpSpPr/>
          <p:nvPr/>
        </p:nvGrpSpPr>
        <p:grpSpPr>
          <a:xfrm>
            <a:off x="3009691" y="2746714"/>
            <a:ext cx="8993623" cy="647410"/>
            <a:chOff x="1999401" y="2284416"/>
            <a:chExt cx="7160490" cy="732650"/>
          </a:xfrm>
        </p:grpSpPr>
        <p:sp>
          <p:nvSpPr>
            <p:cNvPr id="28" name="Rectangle : carré corné 15">
              <a:extLst>
                <a:ext uri="{FF2B5EF4-FFF2-40B4-BE49-F238E27FC236}">
                  <a16:creationId xmlns:a16="http://schemas.microsoft.com/office/drawing/2014/main" id="{A896F18F-EF80-497D-B568-978681C51064}"/>
                </a:ext>
              </a:extLst>
            </p:cNvPr>
            <p:cNvSpPr/>
            <p:nvPr/>
          </p:nvSpPr>
          <p:spPr>
            <a:xfrm>
              <a:off x="2508935" y="2284416"/>
              <a:ext cx="6650956" cy="629770"/>
            </a:xfrm>
            <a:prstGeom prst="foldedCorner">
              <a:avLst>
                <a:gd name="adj" fmla="val 50000"/>
              </a:avLst>
            </a:prstGeom>
            <a:ln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fr-FR" sz="2800" b="1" dirty="0" smtClean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endParaRPr>
            </a:p>
            <a:p>
              <a:pPr algn="ctr"/>
              <a:r>
                <a:rPr lang="fr-FR" sz="2800" b="1" dirty="0" smtClean="0">
                  <a:solidFill>
                    <a:schemeClr val="tx1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PROBLEMATIQUE ET  SOLUTIONS PROPOSEES</a:t>
              </a:r>
              <a:endParaRPr lang="fr-FR" sz="28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29" name="Pentagone régulier 28"/>
            <p:cNvSpPr/>
            <p:nvPr/>
          </p:nvSpPr>
          <p:spPr>
            <a:xfrm>
              <a:off x="1999401" y="2374788"/>
              <a:ext cx="509534" cy="642278"/>
            </a:xfrm>
            <a:prstGeom prst="pentagon">
              <a:avLst/>
            </a:prstGeom>
            <a:solidFill>
              <a:srgbClr val="00B0F0"/>
            </a:solidFill>
            <a:ln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fr-FR" sz="3600" b="1" dirty="0">
                  <a:latin typeface="Cambria" panose="02040503050406030204" pitchFamily="18" charset="0"/>
                  <a:ea typeface="Cambria" panose="02040503050406030204" pitchFamily="18" charset="0"/>
                </a:rPr>
                <a:t>3</a:t>
              </a:r>
            </a:p>
          </p:txBody>
        </p:sp>
      </p:grpSp>
      <p:pic>
        <p:nvPicPr>
          <p:cNvPr id="10" name="Imag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242" y="1022569"/>
            <a:ext cx="1818310" cy="5589663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70153690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airplan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5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6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6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7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7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7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8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8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8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9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9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0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0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0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0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1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2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2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2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2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2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2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2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2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0">
              <a:srgbClr val="00B0F0"/>
            </a:gs>
            <a:gs pos="60014">
              <a:srgbClr val="E8F0ED"/>
            </a:gs>
            <a:gs pos="85000">
              <a:schemeClr val="bg1"/>
            </a:gs>
            <a:gs pos="59000">
              <a:schemeClr val="bg1"/>
            </a:gs>
            <a:gs pos="75000">
              <a:schemeClr val="bg1"/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 1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078" y="3097520"/>
            <a:ext cx="804672" cy="939608"/>
          </a:xfrm>
          <a:prstGeom prst="rect">
            <a:avLst/>
          </a:prstGeom>
          <a:solidFill>
            <a:srgbClr val="00B050"/>
          </a:solidFill>
        </p:spPr>
      </p:pic>
      <p:sp>
        <p:nvSpPr>
          <p:cNvPr id="38" name="Rectangle à coins arrondis 37"/>
          <p:cNvSpPr/>
          <p:nvPr/>
        </p:nvSpPr>
        <p:spPr>
          <a:xfrm>
            <a:off x="11458575" y="6254458"/>
            <a:ext cx="733425" cy="603541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b="1" dirty="0">
                <a:latin typeface="Cambria" panose="02040503050406030204" pitchFamily="18" charset="0"/>
                <a:ea typeface="Cambria" panose="02040503050406030204" pitchFamily="18" charset="0"/>
              </a:rPr>
              <a:t>4</a:t>
            </a:r>
          </a:p>
        </p:txBody>
      </p:sp>
      <p:sp>
        <p:nvSpPr>
          <p:cNvPr id="7" name="Flèche : pentagone 6">
            <a:extLst>
              <a:ext uri="{FF2B5EF4-FFF2-40B4-BE49-F238E27FC236}">
                <a16:creationId xmlns:a16="http://schemas.microsoft.com/office/drawing/2014/main" id="{A3431737-6DB8-0EA5-8139-D8BD6407ACCE}"/>
              </a:ext>
            </a:extLst>
          </p:cNvPr>
          <p:cNvSpPr/>
          <p:nvPr/>
        </p:nvSpPr>
        <p:spPr>
          <a:xfrm>
            <a:off x="3237191" y="214705"/>
            <a:ext cx="7242038" cy="712597"/>
          </a:xfrm>
          <a:prstGeom prst="homePlat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4400" b="1" dirty="0">
                <a:latin typeface="Cambria" panose="02040503050406030204" pitchFamily="18" charset="0"/>
                <a:ea typeface="Cambria" panose="02040503050406030204" pitchFamily="18" charset="0"/>
              </a:rPr>
              <a:t>INTRODUCTION</a:t>
            </a:r>
          </a:p>
        </p:txBody>
      </p:sp>
      <p:sp>
        <p:nvSpPr>
          <p:cNvPr id="8" name="Larme 7">
            <a:extLst>
              <a:ext uri="{FF2B5EF4-FFF2-40B4-BE49-F238E27FC236}">
                <a16:creationId xmlns:a16="http://schemas.microsoft.com/office/drawing/2014/main" id="{1B481AF9-CE77-8DB0-82CB-6714ED8C260D}"/>
              </a:ext>
            </a:extLst>
          </p:cNvPr>
          <p:cNvSpPr/>
          <p:nvPr/>
        </p:nvSpPr>
        <p:spPr>
          <a:xfrm>
            <a:off x="2132436" y="214705"/>
            <a:ext cx="1104755" cy="767606"/>
          </a:xfrm>
          <a:prstGeom prst="teardrop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M" sz="5400" b="1" dirty="0"/>
              <a:t>1</a:t>
            </a:r>
          </a:p>
        </p:txBody>
      </p:sp>
      <p:sp>
        <p:nvSpPr>
          <p:cNvPr id="39" name="Freeform: Shape 30">
            <a:extLst>
              <a:ext uri="{FF2B5EF4-FFF2-40B4-BE49-F238E27FC236}">
                <a16:creationId xmlns:a16="http://schemas.microsoft.com/office/drawing/2014/main" id="{E8092428-5E1B-4390-9A0C-3A6A6DA0FE01}"/>
              </a:ext>
            </a:extLst>
          </p:cNvPr>
          <p:cNvSpPr/>
          <p:nvPr/>
        </p:nvSpPr>
        <p:spPr>
          <a:xfrm>
            <a:off x="12951451" y="1375801"/>
            <a:ext cx="228600" cy="228600"/>
          </a:xfrm>
          <a:custGeom>
            <a:avLst/>
            <a:gdLst>
              <a:gd name="connsiteX0" fmla="*/ 222218 w 228600"/>
              <a:gd name="connsiteY0" fmla="*/ 114681 h 228600"/>
              <a:gd name="connsiteX1" fmla="*/ 114680 w 228600"/>
              <a:gd name="connsiteY1" fmla="*/ 222218 h 228600"/>
              <a:gd name="connsiteX2" fmla="*/ 7142 w 228600"/>
              <a:gd name="connsiteY2" fmla="*/ 114681 h 228600"/>
              <a:gd name="connsiteX3" fmla="*/ 114680 w 228600"/>
              <a:gd name="connsiteY3" fmla="*/ 7144 h 228600"/>
              <a:gd name="connsiteX4" fmla="*/ 222218 w 228600"/>
              <a:gd name="connsiteY4" fmla="*/ 114681 h 228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8600" h="228600">
                <a:moveTo>
                  <a:pt x="222218" y="114681"/>
                </a:moveTo>
                <a:cubicBezTo>
                  <a:pt x="222218" y="174072"/>
                  <a:pt x="174072" y="222218"/>
                  <a:pt x="114680" y="222218"/>
                </a:cubicBezTo>
                <a:cubicBezTo>
                  <a:pt x="55288" y="222218"/>
                  <a:pt x="7142" y="174072"/>
                  <a:pt x="7142" y="114681"/>
                </a:cubicBezTo>
                <a:cubicBezTo>
                  <a:pt x="7142" y="55290"/>
                  <a:pt x="55288" y="7144"/>
                  <a:pt x="114680" y="7144"/>
                </a:cubicBezTo>
                <a:cubicBezTo>
                  <a:pt x="174072" y="7144"/>
                  <a:pt x="222218" y="55290"/>
                  <a:pt x="222218" y="114681"/>
                </a:cubicBezTo>
                <a:close/>
              </a:path>
            </a:pathLst>
          </a:custGeom>
          <a:solidFill>
            <a:srgbClr val="FFC947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0" name="Freeform: Shape 31">
            <a:extLst>
              <a:ext uri="{FF2B5EF4-FFF2-40B4-BE49-F238E27FC236}">
                <a16:creationId xmlns:a16="http://schemas.microsoft.com/office/drawing/2014/main" id="{B5A68867-B61B-4CBC-AA46-66D50AE045CB}"/>
              </a:ext>
            </a:extLst>
          </p:cNvPr>
          <p:cNvSpPr/>
          <p:nvPr/>
        </p:nvSpPr>
        <p:spPr>
          <a:xfrm>
            <a:off x="4547067" y="1375801"/>
            <a:ext cx="228600" cy="228600"/>
          </a:xfrm>
          <a:custGeom>
            <a:avLst/>
            <a:gdLst>
              <a:gd name="connsiteX0" fmla="*/ 222218 w 228600"/>
              <a:gd name="connsiteY0" fmla="*/ 114681 h 228600"/>
              <a:gd name="connsiteX1" fmla="*/ 114681 w 228600"/>
              <a:gd name="connsiteY1" fmla="*/ 222218 h 228600"/>
              <a:gd name="connsiteX2" fmla="*/ 7144 w 228600"/>
              <a:gd name="connsiteY2" fmla="*/ 114681 h 228600"/>
              <a:gd name="connsiteX3" fmla="*/ 114681 w 228600"/>
              <a:gd name="connsiteY3" fmla="*/ 7144 h 228600"/>
              <a:gd name="connsiteX4" fmla="*/ 222218 w 228600"/>
              <a:gd name="connsiteY4" fmla="*/ 114681 h 228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8600" h="228600">
                <a:moveTo>
                  <a:pt x="222218" y="114681"/>
                </a:moveTo>
                <a:cubicBezTo>
                  <a:pt x="222218" y="174072"/>
                  <a:pt x="174072" y="222218"/>
                  <a:pt x="114681" y="222218"/>
                </a:cubicBezTo>
                <a:cubicBezTo>
                  <a:pt x="55290" y="222218"/>
                  <a:pt x="7144" y="174072"/>
                  <a:pt x="7144" y="114681"/>
                </a:cubicBezTo>
                <a:cubicBezTo>
                  <a:pt x="7144" y="55290"/>
                  <a:pt x="55290" y="7144"/>
                  <a:pt x="114681" y="7144"/>
                </a:cubicBezTo>
                <a:cubicBezTo>
                  <a:pt x="174072" y="7144"/>
                  <a:pt x="222218" y="55290"/>
                  <a:pt x="222218" y="114681"/>
                </a:cubicBezTo>
                <a:close/>
              </a:path>
            </a:pathLst>
          </a:custGeom>
          <a:solidFill>
            <a:srgbClr val="FFC947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1" name="Freeform: Shape 32">
            <a:extLst>
              <a:ext uri="{FF2B5EF4-FFF2-40B4-BE49-F238E27FC236}">
                <a16:creationId xmlns:a16="http://schemas.microsoft.com/office/drawing/2014/main" id="{8065FB89-EC4C-4639-A122-53B23CFF236D}"/>
              </a:ext>
            </a:extLst>
          </p:cNvPr>
          <p:cNvSpPr/>
          <p:nvPr/>
        </p:nvSpPr>
        <p:spPr>
          <a:xfrm>
            <a:off x="13162239" y="6250410"/>
            <a:ext cx="228600" cy="228600"/>
          </a:xfrm>
          <a:custGeom>
            <a:avLst/>
            <a:gdLst>
              <a:gd name="connsiteX0" fmla="*/ 222218 w 228600"/>
              <a:gd name="connsiteY0" fmla="*/ 114681 h 228600"/>
              <a:gd name="connsiteX1" fmla="*/ 114680 w 228600"/>
              <a:gd name="connsiteY1" fmla="*/ 222218 h 228600"/>
              <a:gd name="connsiteX2" fmla="*/ 7143 w 228600"/>
              <a:gd name="connsiteY2" fmla="*/ 114681 h 228600"/>
              <a:gd name="connsiteX3" fmla="*/ 114680 w 228600"/>
              <a:gd name="connsiteY3" fmla="*/ 7144 h 228600"/>
              <a:gd name="connsiteX4" fmla="*/ 222218 w 228600"/>
              <a:gd name="connsiteY4" fmla="*/ 114681 h 228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8600" h="228600">
                <a:moveTo>
                  <a:pt x="222218" y="114681"/>
                </a:moveTo>
                <a:cubicBezTo>
                  <a:pt x="222218" y="174072"/>
                  <a:pt x="174072" y="222218"/>
                  <a:pt x="114680" y="222218"/>
                </a:cubicBezTo>
                <a:cubicBezTo>
                  <a:pt x="55288" y="222218"/>
                  <a:pt x="7143" y="174072"/>
                  <a:pt x="7143" y="114681"/>
                </a:cubicBezTo>
                <a:cubicBezTo>
                  <a:pt x="7143" y="55290"/>
                  <a:pt x="55288" y="7144"/>
                  <a:pt x="114680" y="7144"/>
                </a:cubicBezTo>
                <a:cubicBezTo>
                  <a:pt x="174072" y="7144"/>
                  <a:pt x="222218" y="55290"/>
                  <a:pt x="222218" y="114681"/>
                </a:cubicBezTo>
                <a:close/>
              </a:path>
            </a:pathLst>
          </a:custGeom>
          <a:solidFill>
            <a:srgbClr val="FFC947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2" name="Freeform: Shape 33">
            <a:extLst>
              <a:ext uri="{FF2B5EF4-FFF2-40B4-BE49-F238E27FC236}">
                <a16:creationId xmlns:a16="http://schemas.microsoft.com/office/drawing/2014/main" id="{EAE9E238-185B-4637-A477-3230B689F034}"/>
              </a:ext>
            </a:extLst>
          </p:cNvPr>
          <p:cNvSpPr/>
          <p:nvPr/>
        </p:nvSpPr>
        <p:spPr>
          <a:xfrm>
            <a:off x="13821179" y="3284706"/>
            <a:ext cx="228600" cy="228600"/>
          </a:xfrm>
          <a:custGeom>
            <a:avLst/>
            <a:gdLst>
              <a:gd name="connsiteX0" fmla="*/ 222218 w 228600"/>
              <a:gd name="connsiteY0" fmla="*/ 114681 h 228600"/>
              <a:gd name="connsiteX1" fmla="*/ 114681 w 228600"/>
              <a:gd name="connsiteY1" fmla="*/ 222218 h 228600"/>
              <a:gd name="connsiteX2" fmla="*/ 7143 w 228600"/>
              <a:gd name="connsiteY2" fmla="*/ 114681 h 228600"/>
              <a:gd name="connsiteX3" fmla="*/ 114681 w 228600"/>
              <a:gd name="connsiteY3" fmla="*/ 7144 h 228600"/>
              <a:gd name="connsiteX4" fmla="*/ 222218 w 228600"/>
              <a:gd name="connsiteY4" fmla="*/ 114681 h 228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8600" h="228600">
                <a:moveTo>
                  <a:pt x="222218" y="114681"/>
                </a:moveTo>
                <a:cubicBezTo>
                  <a:pt x="222218" y="174072"/>
                  <a:pt x="174072" y="222218"/>
                  <a:pt x="114681" y="222218"/>
                </a:cubicBezTo>
                <a:cubicBezTo>
                  <a:pt x="55289" y="222218"/>
                  <a:pt x="7143" y="174072"/>
                  <a:pt x="7143" y="114681"/>
                </a:cubicBezTo>
                <a:cubicBezTo>
                  <a:pt x="7143" y="55290"/>
                  <a:pt x="55289" y="7144"/>
                  <a:pt x="114681" y="7144"/>
                </a:cubicBezTo>
                <a:cubicBezTo>
                  <a:pt x="174072" y="7144"/>
                  <a:pt x="222218" y="55290"/>
                  <a:pt x="222218" y="114681"/>
                </a:cubicBezTo>
                <a:close/>
              </a:path>
            </a:pathLst>
          </a:custGeom>
          <a:solidFill>
            <a:srgbClr val="FFC947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3" name="Freeform: Shape 34">
            <a:extLst>
              <a:ext uri="{FF2B5EF4-FFF2-40B4-BE49-F238E27FC236}">
                <a16:creationId xmlns:a16="http://schemas.microsoft.com/office/drawing/2014/main" id="{3BC12C49-5C6B-4517-9CCA-C06A5FE88A26}"/>
              </a:ext>
            </a:extLst>
          </p:cNvPr>
          <p:cNvSpPr/>
          <p:nvPr/>
        </p:nvSpPr>
        <p:spPr>
          <a:xfrm>
            <a:off x="4822721" y="5030829"/>
            <a:ext cx="228600" cy="228600"/>
          </a:xfrm>
          <a:custGeom>
            <a:avLst/>
            <a:gdLst>
              <a:gd name="connsiteX0" fmla="*/ 222218 w 228600"/>
              <a:gd name="connsiteY0" fmla="*/ 114681 h 228600"/>
              <a:gd name="connsiteX1" fmla="*/ 114681 w 228600"/>
              <a:gd name="connsiteY1" fmla="*/ 222218 h 228600"/>
              <a:gd name="connsiteX2" fmla="*/ 7144 w 228600"/>
              <a:gd name="connsiteY2" fmla="*/ 114681 h 228600"/>
              <a:gd name="connsiteX3" fmla="*/ 114681 w 228600"/>
              <a:gd name="connsiteY3" fmla="*/ 7144 h 228600"/>
              <a:gd name="connsiteX4" fmla="*/ 222218 w 228600"/>
              <a:gd name="connsiteY4" fmla="*/ 114681 h 228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8600" h="228600">
                <a:moveTo>
                  <a:pt x="222218" y="114681"/>
                </a:moveTo>
                <a:cubicBezTo>
                  <a:pt x="222218" y="174072"/>
                  <a:pt x="174072" y="222218"/>
                  <a:pt x="114681" y="222218"/>
                </a:cubicBezTo>
                <a:cubicBezTo>
                  <a:pt x="55290" y="222218"/>
                  <a:pt x="7144" y="174072"/>
                  <a:pt x="7144" y="114681"/>
                </a:cubicBezTo>
                <a:cubicBezTo>
                  <a:pt x="7144" y="55290"/>
                  <a:pt x="55290" y="7144"/>
                  <a:pt x="114681" y="7144"/>
                </a:cubicBezTo>
                <a:cubicBezTo>
                  <a:pt x="174072" y="7144"/>
                  <a:pt x="222218" y="55290"/>
                  <a:pt x="222218" y="114681"/>
                </a:cubicBezTo>
                <a:close/>
              </a:path>
            </a:pathLst>
          </a:custGeom>
          <a:solidFill>
            <a:srgbClr val="FFC947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4" name="Freeform: Shape 36">
            <a:extLst>
              <a:ext uri="{FF2B5EF4-FFF2-40B4-BE49-F238E27FC236}">
                <a16:creationId xmlns:a16="http://schemas.microsoft.com/office/drawing/2014/main" id="{42AC1C2B-3738-4585-A405-69BBD101F272}"/>
              </a:ext>
            </a:extLst>
          </p:cNvPr>
          <p:cNvSpPr/>
          <p:nvPr/>
        </p:nvSpPr>
        <p:spPr>
          <a:xfrm>
            <a:off x="11825501" y="4898241"/>
            <a:ext cx="228600" cy="228600"/>
          </a:xfrm>
          <a:custGeom>
            <a:avLst/>
            <a:gdLst>
              <a:gd name="connsiteX0" fmla="*/ 222218 w 228600"/>
              <a:gd name="connsiteY0" fmla="*/ 114681 h 228600"/>
              <a:gd name="connsiteX1" fmla="*/ 114681 w 228600"/>
              <a:gd name="connsiteY1" fmla="*/ 222218 h 228600"/>
              <a:gd name="connsiteX2" fmla="*/ 7144 w 228600"/>
              <a:gd name="connsiteY2" fmla="*/ 114681 h 228600"/>
              <a:gd name="connsiteX3" fmla="*/ 114681 w 228600"/>
              <a:gd name="connsiteY3" fmla="*/ 7144 h 228600"/>
              <a:gd name="connsiteX4" fmla="*/ 222218 w 228600"/>
              <a:gd name="connsiteY4" fmla="*/ 114681 h 228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8600" h="228600">
                <a:moveTo>
                  <a:pt x="222218" y="114681"/>
                </a:moveTo>
                <a:cubicBezTo>
                  <a:pt x="222218" y="174072"/>
                  <a:pt x="174072" y="222218"/>
                  <a:pt x="114681" y="222218"/>
                </a:cubicBezTo>
                <a:cubicBezTo>
                  <a:pt x="55290" y="222218"/>
                  <a:pt x="7144" y="174072"/>
                  <a:pt x="7144" y="114681"/>
                </a:cubicBezTo>
                <a:cubicBezTo>
                  <a:pt x="7144" y="55290"/>
                  <a:pt x="55290" y="7144"/>
                  <a:pt x="114681" y="7144"/>
                </a:cubicBezTo>
                <a:cubicBezTo>
                  <a:pt x="174072" y="7144"/>
                  <a:pt x="222218" y="55290"/>
                  <a:pt x="222218" y="114681"/>
                </a:cubicBezTo>
                <a:close/>
              </a:path>
            </a:pathLst>
          </a:custGeom>
          <a:solidFill>
            <a:srgbClr val="FFC947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grpSp>
        <p:nvGrpSpPr>
          <p:cNvPr id="45" name="Group 1">
            <a:extLst>
              <a:ext uri="{FF2B5EF4-FFF2-40B4-BE49-F238E27FC236}">
                <a16:creationId xmlns:a16="http://schemas.microsoft.com/office/drawing/2014/main" id="{AB5BD4DC-38EB-40F0-985B-34FDF96FD9A6}"/>
              </a:ext>
            </a:extLst>
          </p:cNvPr>
          <p:cNvGrpSpPr/>
          <p:nvPr/>
        </p:nvGrpSpPr>
        <p:grpSpPr>
          <a:xfrm>
            <a:off x="6002868" y="2992669"/>
            <a:ext cx="5508974" cy="2404015"/>
            <a:chOff x="3224022" y="2864929"/>
            <a:chExt cx="5508974" cy="2404015"/>
          </a:xfrm>
        </p:grpSpPr>
        <p:sp>
          <p:nvSpPr>
            <p:cNvPr id="46" name="Freeform: Shape 39">
              <a:extLst>
                <a:ext uri="{FF2B5EF4-FFF2-40B4-BE49-F238E27FC236}">
                  <a16:creationId xmlns:a16="http://schemas.microsoft.com/office/drawing/2014/main" id="{80E478C8-298E-4DB7-9C26-3673F878FAC2}"/>
                </a:ext>
              </a:extLst>
            </p:cNvPr>
            <p:cNvSpPr/>
            <p:nvPr/>
          </p:nvSpPr>
          <p:spPr>
            <a:xfrm>
              <a:off x="4241673" y="3830669"/>
              <a:ext cx="1438275" cy="1438275"/>
            </a:xfrm>
            <a:custGeom>
              <a:avLst/>
              <a:gdLst>
                <a:gd name="connsiteX0" fmla="*/ 1436561 w 1438275"/>
                <a:gd name="connsiteY0" fmla="*/ 458057 h 1438275"/>
                <a:gd name="connsiteX1" fmla="*/ 1404652 w 1438275"/>
                <a:gd name="connsiteY1" fmla="*/ 393192 h 1438275"/>
                <a:gd name="connsiteX2" fmla="*/ 1051465 w 1438275"/>
                <a:gd name="connsiteY2" fmla="*/ 40005 h 1438275"/>
                <a:gd name="connsiteX3" fmla="*/ 1025843 w 1438275"/>
                <a:gd name="connsiteY3" fmla="*/ 20859 h 1438275"/>
                <a:gd name="connsiteX4" fmla="*/ 972122 w 1438275"/>
                <a:gd name="connsiteY4" fmla="*/ 7144 h 1438275"/>
                <a:gd name="connsiteX5" fmla="*/ 472535 w 1438275"/>
                <a:gd name="connsiteY5" fmla="*/ 7144 h 1438275"/>
                <a:gd name="connsiteX6" fmla="*/ 418909 w 1438275"/>
                <a:gd name="connsiteY6" fmla="*/ 20859 h 1438275"/>
                <a:gd name="connsiteX7" fmla="*/ 393287 w 1438275"/>
                <a:gd name="connsiteY7" fmla="*/ 40005 h 1438275"/>
                <a:gd name="connsiteX8" fmla="*/ 40005 w 1438275"/>
                <a:gd name="connsiteY8" fmla="*/ 393192 h 1438275"/>
                <a:gd name="connsiteX9" fmla="*/ 8096 w 1438275"/>
                <a:gd name="connsiteY9" fmla="*/ 458057 h 1438275"/>
                <a:gd name="connsiteX10" fmla="*/ 7144 w 1438275"/>
                <a:gd name="connsiteY10" fmla="*/ 472535 h 1438275"/>
                <a:gd name="connsiteX11" fmla="*/ 7144 w 1438275"/>
                <a:gd name="connsiteY11" fmla="*/ 972026 h 1438275"/>
                <a:gd name="connsiteX12" fmla="*/ 40005 w 1438275"/>
                <a:gd name="connsiteY12" fmla="*/ 1051369 h 1438275"/>
                <a:gd name="connsiteX13" fmla="*/ 393287 w 1438275"/>
                <a:gd name="connsiteY13" fmla="*/ 1404652 h 1438275"/>
                <a:gd name="connsiteX14" fmla="*/ 472535 w 1438275"/>
                <a:gd name="connsiteY14" fmla="*/ 1437513 h 1438275"/>
                <a:gd name="connsiteX15" fmla="*/ 972122 w 1438275"/>
                <a:gd name="connsiteY15" fmla="*/ 1437513 h 1438275"/>
                <a:gd name="connsiteX16" fmla="*/ 1051465 w 1438275"/>
                <a:gd name="connsiteY16" fmla="*/ 1404652 h 1438275"/>
                <a:gd name="connsiteX17" fmla="*/ 1404652 w 1438275"/>
                <a:gd name="connsiteY17" fmla="*/ 1051369 h 1438275"/>
                <a:gd name="connsiteX18" fmla="*/ 1437513 w 1438275"/>
                <a:gd name="connsiteY18" fmla="*/ 972026 h 1438275"/>
                <a:gd name="connsiteX19" fmla="*/ 1437513 w 1438275"/>
                <a:gd name="connsiteY19" fmla="*/ 472535 h 1438275"/>
                <a:gd name="connsiteX20" fmla="*/ 1436561 w 1438275"/>
                <a:gd name="connsiteY20" fmla="*/ 458057 h 1438275"/>
                <a:gd name="connsiteX21" fmla="*/ 722376 w 1438275"/>
                <a:gd name="connsiteY21" fmla="*/ 972788 h 1438275"/>
                <a:gd name="connsiteX22" fmla="*/ 471868 w 1438275"/>
                <a:gd name="connsiteY22" fmla="*/ 722281 h 1438275"/>
                <a:gd name="connsiteX23" fmla="*/ 722376 w 1438275"/>
                <a:gd name="connsiteY23" fmla="*/ 471773 h 1438275"/>
                <a:gd name="connsiteX24" fmla="*/ 972884 w 1438275"/>
                <a:gd name="connsiteY24" fmla="*/ 722281 h 1438275"/>
                <a:gd name="connsiteX25" fmla="*/ 722376 w 1438275"/>
                <a:gd name="connsiteY25" fmla="*/ 972788 h 1438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38275" h="1438275">
                  <a:moveTo>
                    <a:pt x="1436561" y="458057"/>
                  </a:moveTo>
                  <a:cubicBezTo>
                    <a:pt x="1433417" y="433673"/>
                    <a:pt x="1422273" y="410813"/>
                    <a:pt x="1404652" y="393192"/>
                  </a:cubicBezTo>
                  <a:lnTo>
                    <a:pt x="1051465" y="40005"/>
                  </a:lnTo>
                  <a:cubicBezTo>
                    <a:pt x="1043750" y="32290"/>
                    <a:pt x="1035082" y="25908"/>
                    <a:pt x="1025843" y="20859"/>
                  </a:cubicBezTo>
                  <a:cubicBezTo>
                    <a:pt x="1009459" y="11906"/>
                    <a:pt x="991076" y="7144"/>
                    <a:pt x="972122" y="7144"/>
                  </a:cubicBezTo>
                  <a:lnTo>
                    <a:pt x="472535" y="7144"/>
                  </a:lnTo>
                  <a:cubicBezTo>
                    <a:pt x="453676" y="7144"/>
                    <a:pt x="435292" y="11906"/>
                    <a:pt x="418909" y="20859"/>
                  </a:cubicBezTo>
                  <a:cubicBezTo>
                    <a:pt x="409575" y="25813"/>
                    <a:pt x="400907" y="32290"/>
                    <a:pt x="393287" y="40005"/>
                  </a:cubicBezTo>
                  <a:lnTo>
                    <a:pt x="40005" y="393192"/>
                  </a:lnTo>
                  <a:cubicBezTo>
                    <a:pt x="22384" y="410813"/>
                    <a:pt x="11239" y="433673"/>
                    <a:pt x="8096" y="458057"/>
                  </a:cubicBezTo>
                  <a:cubicBezTo>
                    <a:pt x="7429" y="462820"/>
                    <a:pt x="7144" y="467677"/>
                    <a:pt x="7144" y="472535"/>
                  </a:cubicBezTo>
                  <a:lnTo>
                    <a:pt x="7144" y="972026"/>
                  </a:lnTo>
                  <a:cubicBezTo>
                    <a:pt x="7144" y="1001839"/>
                    <a:pt x="18955" y="1030319"/>
                    <a:pt x="40005" y="1051369"/>
                  </a:cubicBezTo>
                  <a:lnTo>
                    <a:pt x="393287" y="1404652"/>
                  </a:lnTo>
                  <a:cubicBezTo>
                    <a:pt x="414242" y="1425702"/>
                    <a:pt x="442817" y="1437513"/>
                    <a:pt x="472535" y="1437513"/>
                  </a:cubicBezTo>
                  <a:lnTo>
                    <a:pt x="972122" y="1437513"/>
                  </a:lnTo>
                  <a:cubicBezTo>
                    <a:pt x="1001839" y="1437513"/>
                    <a:pt x="1030414" y="1425702"/>
                    <a:pt x="1051465" y="1404652"/>
                  </a:cubicBezTo>
                  <a:lnTo>
                    <a:pt x="1404652" y="1051369"/>
                  </a:lnTo>
                  <a:cubicBezTo>
                    <a:pt x="1425702" y="1030319"/>
                    <a:pt x="1437513" y="1001839"/>
                    <a:pt x="1437513" y="972026"/>
                  </a:cubicBezTo>
                  <a:lnTo>
                    <a:pt x="1437513" y="472535"/>
                  </a:lnTo>
                  <a:cubicBezTo>
                    <a:pt x="1437513" y="467677"/>
                    <a:pt x="1437227" y="462820"/>
                    <a:pt x="1436561" y="458057"/>
                  </a:cubicBezTo>
                  <a:close/>
                  <a:moveTo>
                    <a:pt x="722376" y="972788"/>
                  </a:moveTo>
                  <a:cubicBezTo>
                    <a:pt x="583978" y="972788"/>
                    <a:pt x="471868" y="860679"/>
                    <a:pt x="471868" y="722281"/>
                  </a:cubicBezTo>
                  <a:cubicBezTo>
                    <a:pt x="471868" y="583978"/>
                    <a:pt x="583978" y="471773"/>
                    <a:pt x="722376" y="471773"/>
                  </a:cubicBezTo>
                  <a:cubicBezTo>
                    <a:pt x="860679" y="471773"/>
                    <a:pt x="972884" y="583978"/>
                    <a:pt x="972884" y="722281"/>
                  </a:cubicBezTo>
                  <a:cubicBezTo>
                    <a:pt x="972884" y="860679"/>
                    <a:pt x="860679" y="972788"/>
                    <a:pt x="722376" y="972788"/>
                  </a:cubicBezTo>
                  <a:close/>
                </a:path>
              </a:pathLst>
            </a:custGeom>
            <a:solidFill>
              <a:srgbClr val="EFEFE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" name="Freeform: Shape 40">
              <a:extLst>
                <a:ext uri="{FF2B5EF4-FFF2-40B4-BE49-F238E27FC236}">
                  <a16:creationId xmlns:a16="http://schemas.microsoft.com/office/drawing/2014/main" id="{188FB118-6364-45D3-94B1-EF2D2F587068}"/>
                </a:ext>
              </a:extLst>
            </p:cNvPr>
            <p:cNvSpPr/>
            <p:nvPr/>
          </p:nvSpPr>
          <p:spPr>
            <a:xfrm>
              <a:off x="5259419" y="2864929"/>
              <a:ext cx="1438275" cy="1438275"/>
            </a:xfrm>
            <a:custGeom>
              <a:avLst/>
              <a:gdLst>
                <a:gd name="connsiteX0" fmla="*/ 1404557 w 1438275"/>
                <a:gd name="connsiteY0" fmla="*/ 393287 h 1438275"/>
                <a:gd name="connsiteX1" fmla="*/ 1051370 w 1438275"/>
                <a:gd name="connsiteY1" fmla="*/ 40005 h 1438275"/>
                <a:gd name="connsiteX2" fmla="*/ 972026 w 1438275"/>
                <a:gd name="connsiteY2" fmla="*/ 7144 h 1438275"/>
                <a:gd name="connsiteX3" fmla="*/ 472536 w 1438275"/>
                <a:gd name="connsiteY3" fmla="*/ 7144 h 1438275"/>
                <a:gd name="connsiteX4" fmla="*/ 393192 w 1438275"/>
                <a:gd name="connsiteY4" fmla="*/ 40005 h 1438275"/>
                <a:gd name="connsiteX5" fmla="*/ 40005 w 1438275"/>
                <a:gd name="connsiteY5" fmla="*/ 393287 h 1438275"/>
                <a:gd name="connsiteX6" fmla="*/ 7144 w 1438275"/>
                <a:gd name="connsiteY6" fmla="*/ 472535 h 1438275"/>
                <a:gd name="connsiteX7" fmla="*/ 7144 w 1438275"/>
                <a:gd name="connsiteY7" fmla="*/ 972122 h 1438275"/>
                <a:gd name="connsiteX8" fmla="*/ 8097 w 1438275"/>
                <a:gd name="connsiteY8" fmla="*/ 986599 h 1438275"/>
                <a:gd name="connsiteX9" fmla="*/ 40005 w 1438275"/>
                <a:gd name="connsiteY9" fmla="*/ 1051465 h 1438275"/>
                <a:gd name="connsiteX10" fmla="*/ 393192 w 1438275"/>
                <a:gd name="connsiteY10" fmla="*/ 1404652 h 1438275"/>
                <a:gd name="connsiteX11" fmla="*/ 418815 w 1438275"/>
                <a:gd name="connsiteY11" fmla="*/ 1423797 h 1438275"/>
                <a:gd name="connsiteX12" fmla="*/ 472536 w 1438275"/>
                <a:gd name="connsiteY12" fmla="*/ 1437513 h 1438275"/>
                <a:gd name="connsiteX13" fmla="*/ 972026 w 1438275"/>
                <a:gd name="connsiteY13" fmla="*/ 1437513 h 1438275"/>
                <a:gd name="connsiteX14" fmla="*/ 1025747 w 1438275"/>
                <a:gd name="connsiteY14" fmla="*/ 1423797 h 1438275"/>
                <a:gd name="connsiteX15" fmla="*/ 1051370 w 1438275"/>
                <a:gd name="connsiteY15" fmla="*/ 1404652 h 1438275"/>
                <a:gd name="connsiteX16" fmla="*/ 1404557 w 1438275"/>
                <a:gd name="connsiteY16" fmla="*/ 1051465 h 1438275"/>
                <a:gd name="connsiteX17" fmla="*/ 1436465 w 1438275"/>
                <a:gd name="connsiteY17" fmla="*/ 986599 h 1438275"/>
                <a:gd name="connsiteX18" fmla="*/ 1437418 w 1438275"/>
                <a:gd name="connsiteY18" fmla="*/ 972122 h 1438275"/>
                <a:gd name="connsiteX19" fmla="*/ 1437418 w 1438275"/>
                <a:gd name="connsiteY19" fmla="*/ 472535 h 1438275"/>
                <a:gd name="connsiteX20" fmla="*/ 1404557 w 1438275"/>
                <a:gd name="connsiteY20" fmla="*/ 393287 h 1438275"/>
                <a:gd name="connsiteX21" fmla="*/ 722281 w 1438275"/>
                <a:gd name="connsiteY21" fmla="*/ 972884 h 1438275"/>
                <a:gd name="connsiteX22" fmla="*/ 471774 w 1438275"/>
                <a:gd name="connsiteY22" fmla="*/ 722376 h 1438275"/>
                <a:gd name="connsiteX23" fmla="*/ 722281 w 1438275"/>
                <a:gd name="connsiteY23" fmla="*/ 471869 h 1438275"/>
                <a:gd name="connsiteX24" fmla="*/ 972788 w 1438275"/>
                <a:gd name="connsiteY24" fmla="*/ 722376 h 1438275"/>
                <a:gd name="connsiteX25" fmla="*/ 722281 w 1438275"/>
                <a:gd name="connsiteY25" fmla="*/ 972884 h 1438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38275" h="1438275">
                  <a:moveTo>
                    <a:pt x="1404557" y="393287"/>
                  </a:moveTo>
                  <a:lnTo>
                    <a:pt x="1051370" y="40005"/>
                  </a:lnTo>
                  <a:cubicBezTo>
                    <a:pt x="1030320" y="18955"/>
                    <a:pt x="1001839" y="7144"/>
                    <a:pt x="972026" y="7144"/>
                  </a:cubicBezTo>
                  <a:lnTo>
                    <a:pt x="472536" y="7144"/>
                  </a:lnTo>
                  <a:cubicBezTo>
                    <a:pt x="442722" y="7144"/>
                    <a:pt x="414242" y="18955"/>
                    <a:pt x="393192" y="40005"/>
                  </a:cubicBezTo>
                  <a:lnTo>
                    <a:pt x="40005" y="393287"/>
                  </a:lnTo>
                  <a:cubicBezTo>
                    <a:pt x="18955" y="414338"/>
                    <a:pt x="7144" y="442817"/>
                    <a:pt x="7144" y="472535"/>
                  </a:cubicBezTo>
                  <a:lnTo>
                    <a:pt x="7144" y="972122"/>
                  </a:lnTo>
                  <a:cubicBezTo>
                    <a:pt x="7144" y="976979"/>
                    <a:pt x="7430" y="981837"/>
                    <a:pt x="8097" y="986599"/>
                  </a:cubicBezTo>
                  <a:cubicBezTo>
                    <a:pt x="11239" y="1010984"/>
                    <a:pt x="22384" y="1033844"/>
                    <a:pt x="40005" y="1051465"/>
                  </a:cubicBezTo>
                  <a:lnTo>
                    <a:pt x="393192" y="1404652"/>
                  </a:lnTo>
                  <a:cubicBezTo>
                    <a:pt x="400908" y="1412367"/>
                    <a:pt x="409575" y="1418749"/>
                    <a:pt x="418815" y="1423797"/>
                  </a:cubicBezTo>
                  <a:cubicBezTo>
                    <a:pt x="435102" y="1432751"/>
                    <a:pt x="453580" y="1437513"/>
                    <a:pt x="472536" y="1437513"/>
                  </a:cubicBezTo>
                  <a:lnTo>
                    <a:pt x="972026" y="1437513"/>
                  </a:lnTo>
                  <a:cubicBezTo>
                    <a:pt x="990981" y="1437513"/>
                    <a:pt x="1009460" y="1432751"/>
                    <a:pt x="1025747" y="1423797"/>
                  </a:cubicBezTo>
                  <a:cubicBezTo>
                    <a:pt x="1034987" y="1418749"/>
                    <a:pt x="1043654" y="1412367"/>
                    <a:pt x="1051370" y="1404652"/>
                  </a:cubicBezTo>
                  <a:lnTo>
                    <a:pt x="1404557" y="1051465"/>
                  </a:lnTo>
                  <a:cubicBezTo>
                    <a:pt x="1422178" y="1033844"/>
                    <a:pt x="1433322" y="1010984"/>
                    <a:pt x="1436465" y="986599"/>
                  </a:cubicBezTo>
                  <a:cubicBezTo>
                    <a:pt x="1437132" y="981837"/>
                    <a:pt x="1437418" y="976979"/>
                    <a:pt x="1437418" y="972122"/>
                  </a:cubicBezTo>
                  <a:lnTo>
                    <a:pt x="1437418" y="472535"/>
                  </a:lnTo>
                  <a:cubicBezTo>
                    <a:pt x="1437418" y="442817"/>
                    <a:pt x="1425607" y="414338"/>
                    <a:pt x="1404557" y="393287"/>
                  </a:cubicBezTo>
                  <a:close/>
                  <a:moveTo>
                    <a:pt x="722281" y="972884"/>
                  </a:moveTo>
                  <a:cubicBezTo>
                    <a:pt x="583882" y="972884"/>
                    <a:pt x="471774" y="860679"/>
                    <a:pt x="471774" y="722376"/>
                  </a:cubicBezTo>
                  <a:cubicBezTo>
                    <a:pt x="471774" y="583978"/>
                    <a:pt x="583882" y="471869"/>
                    <a:pt x="722281" y="471869"/>
                  </a:cubicBezTo>
                  <a:cubicBezTo>
                    <a:pt x="860679" y="471869"/>
                    <a:pt x="972788" y="583978"/>
                    <a:pt x="972788" y="722376"/>
                  </a:cubicBezTo>
                  <a:cubicBezTo>
                    <a:pt x="972788" y="860679"/>
                    <a:pt x="860679" y="972884"/>
                    <a:pt x="722281" y="972884"/>
                  </a:cubicBezTo>
                  <a:close/>
                </a:path>
              </a:pathLst>
            </a:custGeom>
            <a:solidFill>
              <a:srgbClr val="EFEFE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" name="Freeform: Shape 41">
              <a:extLst>
                <a:ext uri="{FF2B5EF4-FFF2-40B4-BE49-F238E27FC236}">
                  <a16:creationId xmlns:a16="http://schemas.microsoft.com/office/drawing/2014/main" id="{8F23F615-9F54-496A-A0D8-52270E71398F}"/>
                </a:ext>
              </a:extLst>
            </p:cNvPr>
            <p:cNvSpPr/>
            <p:nvPr/>
          </p:nvSpPr>
          <p:spPr>
            <a:xfrm>
              <a:off x="3224022" y="2864929"/>
              <a:ext cx="1438275" cy="1438275"/>
            </a:xfrm>
            <a:custGeom>
              <a:avLst/>
              <a:gdLst>
                <a:gd name="connsiteX0" fmla="*/ 1404652 w 1438275"/>
                <a:gd name="connsiteY0" fmla="*/ 393287 h 1438275"/>
                <a:gd name="connsiteX1" fmla="*/ 1051369 w 1438275"/>
                <a:gd name="connsiteY1" fmla="*/ 40005 h 1438275"/>
                <a:gd name="connsiteX2" fmla="*/ 972122 w 1438275"/>
                <a:gd name="connsiteY2" fmla="*/ 7144 h 1438275"/>
                <a:gd name="connsiteX3" fmla="*/ 472535 w 1438275"/>
                <a:gd name="connsiteY3" fmla="*/ 7144 h 1438275"/>
                <a:gd name="connsiteX4" fmla="*/ 393192 w 1438275"/>
                <a:gd name="connsiteY4" fmla="*/ 40005 h 1438275"/>
                <a:gd name="connsiteX5" fmla="*/ 40005 w 1438275"/>
                <a:gd name="connsiteY5" fmla="*/ 393287 h 1438275"/>
                <a:gd name="connsiteX6" fmla="*/ 7144 w 1438275"/>
                <a:gd name="connsiteY6" fmla="*/ 472535 h 1438275"/>
                <a:gd name="connsiteX7" fmla="*/ 7144 w 1438275"/>
                <a:gd name="connsiteY7" fmla="*/ 972122 h 1438275"/>
                <a:gd name="connsiteX8" fmla="*/ 40005 w 1438275"/>
                <a:gd name="connsiteY8" fmla="*/ 1051465 h 1438275"/>
                <a:gd name="connsiteX9" fmla="*/ 393192 w 1438275"/>
                <a:gd name="connsiteY9" fmla="*/ 1404652 h 1438275"/>
                <a:gd name="connsiteX10" fmla="*/ 472535 w 1438275"/>
                <a:gd name="connsiteY10" fmla="*/ 1437513 h 1438275"/>
                <a:gd name="connsiteX11" fmla="*/ 972122 w 1438275"/>
                <a:gd name="connsiteY11" fmla="*/ 1437513 h 1438275"/>
                <a:gd name="connsiteX12" fmla="*/ 1025747 w 1438275"/>
                <a:gd name="connsiteY12" fmla="*/ 1423797 h 1438275"/>
                <a:gd name="connsiteX13" fmla="*/ 1051369 w 1438275"/>
                <a:gd name="connsiteY13" fmla="*/ 1404652 h 1438275"/>
                <a:gd name="connsiteX14" fmla="*/ 1404652 w 1438275"/>
                <a:gd name="connsiteY14" fmla="*/ 1051465 h 1438275"/>
                <a:gd name="connsiteX15" fmla="*/ 1436560 w 1438275"/>
                <a:gd name="connsiteY15" fmla="*/ 986599 h 1438275"/>
                <a:gd name="connsiteX16" fmla="*/ 1437513 w 1438275"/>
                <a:gd name="connsiteY16" fmla="*/ 972122 h 1438275"/>
                <a:gd name="connsiteX17" fmla="*/ 1437513 w 1438275"/>
                <a:gd name="connsiteY17" fmla="*/ 472535 h 1438275"/>
                <a:gd name="connsiteX18" fmla="*/ 1404652 w 1438275"/>
                <a:gd name="connsiteY18" fmla="*/ 393287 h 1438275"/>
                <a:gd name="connsiteX19" fmla="*/ 722281 w 1438275"/>
                <a:gd name="connsiteY19" fmla="*/ 972884 h 1438275"/>
                <a:gd name="connsiteX20" fmla="*/ 471773 w 1438275"/>
                <a:gd name="connsiteY20" fmla="*/ 722376 h 1438275"/>
                <a:gd name="connsiteX21" fmla="*/ 722281 w 1438275"/>
                <a:gd name="connsiteY21" fmla="*/ 471869 h 1438275"/>
                <a:gd name="connsiteX22" fmla="*/ 972788 w 1438275"/>
                <a:gd name="connsiteY22" fmla="*/ 722376 h 1438275"/>
                <a:gd name="connsiteX23" fmla="*/ 722281 w 1438275"/>
                <a:gd name="connsiteY23" fmla="*/ 972884 h 1438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438275" h="1438275">
                  <a:moveTo>
                    <a:pt x="1404652" y="393287"/>
                  </a:moveTo>
                  <a:lnTo>
                    <a:pt x="1051369" y="40005"/>
                  </a:lnTo>
                  <a:cubicBezTo>
                    <a:pt x="1030319" y="18955"/>
                    <a:pt x="1001839" y="7144"/>
                    <a:pt x="972122" y="7144"/>
                  </a:cubicBezTo>
                  <a:lnTo>
                    <a:pt x="472535" y="7144"/>
                  </a:lnTo>
                  <a:cubicBezTo>
                    <a:pt x="442817" y="7144"/>
                    <a:pt x="414242" y="18955"/>
                    <a:pt x="393192" y="40005"/>
                  </a:cubicBezTo>
                  <a:lnTo>
                    <a:pt x="40005" y="393287"/>
                  </a:lnTo>
                  <a:cubicBezTo>
                    <a:pt x="18955" y="414338"/>
                    <a:pt x="7144" y="442817"/>
                    <a:pt x="7144" y="472535"/>
                  </a:cubicBezTo>
                  <a:lnTo>
                    <a:pt x="7144" y="972122"/>
                  </a:lnTo>
                  <a:cubicBezTo>
                    <a:pt x="7144" y="1001839"/>
                    <a:pt x="18955" y="1030414"/>
                    <a:pt x="40005" y="1051465"/>
                  </a:cubicBezTo>
                  <a:lnTo>
                    <a:pt x="393192" y="1404652"/>
                  </a:lnTo>
                  <a:cubicBezTo>
                    <a:pt x="414242" y="1425702"/>
                    <a:pt x="442817" y="1437513"/>
                    <a:pt x="472535" y="1437513"/>
                  </a:cubicBezTo>
                  <a:lnTo>
                    <a:pt x="972122" y="1437513"/>
                  </a:lnTo>
                  <a:cubicBezTo>
                    <a:pt x="991076" y="1437513"/>
                    <a:pt x="1009459" y="1432751"/>
                    <a:pt x="1025747" y="1423797"/>
                  </a:cubicBezTo>
                  <a:cubicBezTo>
                    <a:pt x="1035082" y="1418749"/>
                    <a:pt x="1043749" y="1412367"/>
                    <a:pt x="1051369" y="1404652"/>
                  </a:cubicBezTo>
                  <a:lnTo>
                    <a:pt x="1404652" y="1051465"/>
                  </a:lnTo>
                  <a:cubicBezTo>
                    <a:pt x="1422273" y="1033844"/>
                    <a:pt x="1433417" y="1010984"/>
                    <a:pt x="1436560" y="986599"/>
                  </a:cubicBezTo>
                  <a:cubicBezTo>
                    <a:pt x="1437227" y="981837"/>
                    <a:pt x="1437513" y="976979"/>
                    <a:pt x="1437513" y="972122"/>
                  </a:cubicBezTo>
                  <a:lnTo>
                    <a:pt x="1437513" y="472535"/>
                  </a:lnTo>
                  <a:cubicBezTo>
                    <a:pt x="1437513" y="442817"/>
                    <a:pt x="1425702" y="414338"/>
                    <a:pt x="1404652" y="393287"/>
                  </a:cubicBezTo>
                  <a:close/>
                  <a:moveTo>
                    <a:pt x="722281" y="972884"/>
                  </a:moveTo>
                  <a:cubicBezTo>
                    <a:pt x="583978" y="972884"/>
                    <a:pt x="471773" y="860679"/>
                    <a:pt x="471773" y="722376"/>
                  </a:cubicBezTo>
                  <a:cubicBezTo>
                    <a:pt x="471773" y="583978"/>
                    <a:pt x="583978" y="471869"/>
                    <a:pt x="722281" y="471869"/>
                  </a:cubicBezTo>
                  <a:cubicBezTo>
                    <a:pt x="860679" y="471869"/>
                    <a:pt x="972788" y="583978"/>
                    <a:pt x="972788" y="722376"/>
                  </a:cubicBezTo>
                  <a:cubicBezTo>
                    <a:pt x="972788" y="860679"/>
                    <a:pt x="860679" y="972884"/>
                    <a:pt x="722281" y="972884"/>
                  </a:cubicBezTo>
                  <a:close/>
                </a:path>
              </a:pathLst>
            </a:custGeom>
            <a:solidFill>
              <a:srgbClr val="EFEFE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" name="Freeform: Shape 42">
              <a:extLst>
                <a:ext uri="{FF2B5EF4-FFF2-40B4-BE49-F238E27FC236}">
                  <a16:creationId xmlns:a16="http://schemas.microsoft.com/office/drawing/2014/main" id="{9B750FC7-1CCA-42BC-B4FB-BF2EBF913091}"/>
                </a:ext>
              </a:extLst>
            </p:cNvPr>
            <p:cNvSpPr/>
            <p:nvPr/>
          </p:nvSpPr>
          <p:spPr>
            <a:xfrm>
              <a:off x="6277070" y="3830669"/>
              <a:ext cx="1438275" cy="1438275"/>
            </a:xfrm>
            <a:custGeom>
              <a:avLst/>
              <a:gdLst>
                <a:gd name="connsiteX0" fmla="*/ 1436561 w 1438275"/>
                <a:gd name="connsiteY0" fmla="*/ 458057 h 1438275"/>
                <a:gd name="connsiteX1" fmla="*/ 1404652 w 1438275"/>
                <a:gd name="connsiteY1" fmla="*/ 393192 h 1438275"/>
                <a:gd name="connsiteX2" fmla="*/ 1051370 w 1438275"/>
                <a:gd name="connsiteY2" fmla="*/ 40005 h 1438275"/>
                <a:gd name="connsiteX3" fmla="*/ 1025747 w 1438275"/>
                <a:gd name="connsiteY3" fmla="*/ 20859 h 1438275"/>
                <a:gd name="connsiteX4" fmla="*/ 972122 w 1438275"/>
                <a:gd name="connsiteY4" fmla="*/ 7144 h 1438275"/>
                <a:gd name="connsiteX5" fmla="*/ 472535 w 1438275"/>
                <a:gd name="connsiteY5" fmla="*/ 7144 h 1438275"/>
                <a:gd name="connsiteX6" fmla="*/ 418814 w 1438275"/>
                <a:gd name="connsiteY6" fmla="*/ 20859 h 1438275"/>
                <a:gd name="connsiteX7" fmla="*/ 393192 w 1438275"/>
                <a:gd name="connsiteY7" fmla="*/ 40005 h 1438275"/>
                <a:gd name="connsiteX8" fmla="*/ 40005 w 1438275"/>
                <a:gd name="connsiteY8" fmla="*/ 393192 h 1438275"/>
                <a:gd name="connsiteX9" fmla="*/ 8096 w 1438275"/>
                <a:gd name="connsiteY9" fmla="*/ 458057 h 1438275"/>
                <a:gd name="connsiteX10" fmla="*/ 7144 w 1438275"/>
                <a:gd name="connsiteY10" fmla="*/ 472535 h 1438275"/>
                <a:gd name="connsiteX11" fmla="*/ 7144 w 1438275"/>
                <a:gd name="connsiteY11" fmla="*/ 972026 h 1438275"/>
                <a:gd name="connsiteX12" fmla="*/ 40005 w 1438275"/>
                <a:gd name="connsiteY12" fmla="*/ 1051369 h 1438275"/>
                <a:gd name="connsiteX13" fmla="*/ 393192 w 1438275"/>
                <a:gd name="connsiteY13" fmla="*/ 1404652 h 1438275"/>
                <a:gd name="connsiteX14" fmla="*/ 472535 w 1438275"/>
                <a:gd name="connsiteY14" fmla="*/ 1437513 h 1438275"/>
                <a:gd name="connsiteX15" fmla="*/ 972122 w 1438275"/>
                <a:gd name="connsiteY15" fmla="*/ 1437513 h 1438275"/>
                <a:gd name="connsiteX16" fmla="*/ 1051370 w 1438275"/>
                <a:gd name="connsiteY16" fmla="*/ 1404652 h 1438275"/>
                <a:gd name="connsiteX17" fmla="*/ 1404652 w 1438275"/>
                <a:gd name="connsiteY17" fmla="*/ 1051369 h 1438275"/>
                <a:gd name="connsiteX18" fmla="*/ 1437513 w 1438275"/>
                <a:gd name="connsiteY18" fmla="*/ 972026 h 1438275"/>
                <a:gd name="connsiteX19" fmla="*/ 1437513 w 1438275"/>
                <a:gd name="connsiteY19" fmla="*/ 472535 h 1438275"/>
                <a:gd name="connsiteX20" fmla="*/ 1436561 w 1438275"/>
                <a:gd name="connsiteY20" fmla="*/ 458057 h 1438275"/>
                <a:gd name="connsiteX21" fmla="*/ 722281 w 1438275"/>
                <a:gd name="connsiteY21" fmla="*/ 972788 h 1438275"/>
                <a:gd name="connsiteX22" fmla="*/ 471773 w 1438275"/>
                <a:gd name="connsiteY22" fmla="*/ 722281 h 1438275"/>
                <a:gd name="connsiteX23" fmla="*/ 722281 w 1438275"/>
                <a:gd name="connsiteY23" fmla="*/ 471773 h 1438275"/>
                <a:gd name="connsiteX24" fmla="*/ 972788 w 1438275"/>
                <a:gd name="connsiteY24" fmla="*/ 722281 h 1438275"/>
                <a:gd name="connsiteX25" fmla="*/ 722281 w 1438275"/>
                <a:gd name="connsiteY25" fmla="*/ 972788 h 1438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38275" h="1438275">
                  <a:moveTo>
                    <a:pt x="1436561" y="458057"/>
                  </a:moveTo>
                  <a:cubicBezTo>
                    <a:pt x="1433417" y="433673"/>
                    <a:pt x="1422273" y="410813"/>
                    <a:pt x="1404652" y="393192"/>
                  </a:cubicBezTo>
                  <a:lnTo>
                    <a:pt x="1051370" y="40005"/>
                  </a:lnTo>
                  <a:cubicBezTo>
                    <a:pt x="1043750" y="32290"/>
                    <a:pt x="1035082" y="25813"/>
                    <a:pt x="1025747" y="20859"/>
                  </a:cubicBezTo>
                  <a:cubicBezTo>
                    <a:pt x="1009364" y="11906"/>
                    <a:pt x="990981" y="7144"/>
                    <a:pt x="972122" y="7144"/>
                  </a:cubicBezTo>
                  <a:lnTo>
                    <a:pt x="472535" y="7144"/>
                  </a:lnTo>
                  <a:cubicBezTo>
                    <a:pt x="453580" y="7144"/>
                    <a:pt x="435197" y="11906"/>
                    <a:pt x="418814" y="20859"/>
                  </a:cubicBezTo>
                  <a:cubicBezTo>
                    <a:pt x="409575" y="25908"/>
                    <a:pt x="400907" y="32290"/>
                    <a:pt x="393192" y="40005"/>
                  </a:cubicBezTo>
                  <a:lnTo>
                    <a:pt x="40005" y="393192"/>
                  </a:lnTo>
                  <a:cubicBezTo>
                    <a:pt x="22384" y="410813"/>
                    <a:pt x="11239" y="433673"/>
                    <a:pt x="8096" y="458057"/>
                  </a:cubicBezTo>
                  <a:cubicBezTo>
                    <a:pt x="7429" y="462820"/>
                    <a:pt x="7144" y="467677"/>
                    <a:pt x="7144" y="472535"/>
                  </a:cubicBezTo>
                  <a:lnTo>
                    <a:pt x="7144" y="972026"/>
                  </a:lnTo>
                  <a:cubicBezTo>
                    <a:pt x="7144" y="1001839"/>
                    <a:pt x="18955" y="1030319"/>
                    <a:pt x="40005" y="1051369"/>
                  </a:cubicBezTo>
                  <a:lnTo>
                    <a:pt x="393192" y="1404652"/>
                  </a:lnTo>
                  <a:cubicBezTo>
                    <a:pt x="414242" y="1425702"/>
                    <a:pt x="442817" y="1437513"/>
                    <a:pt x="472535" y="1437513"/>
                  </a:cubicBezTo>
                  <a:lnTo>
                    <a:pt x="972122" y="1437513"/>
                  </a:lnTo>
                  <a:cubicBezTo>
                    <a:pt x="1001839" y="1437513"/>
                    <a:pt x="1030414" y="1425702"/>
                    <a:pt x="1051370" y="1404652"/>
                  </a:cubicBezTo>
                  <a:lnTo>
                    <a:pt x="1404652" y="1051369"/>
                  </a:lnTo>
                  <a:cubicBezTo>
                    <a:pt x="1425702" y="1030319"/>
                    <a:pt x="1437513" y="1001839"/>
                    <a:pt x="1437513" y="972026"/>
                  </a:cubicBezTo>
                  <a:lnTo>
                    <a:pt x="1437513" y="472535"/>
                  </a:lnTo>
                  <a:cubicBezTo>
                    <a:pt x="1437513" y="467677"/>
                    <a:pt x="1437227" y="462820"/>
                    <a:pt x="1436561" y="458057"/>
                  </a:cubicBezTo>
                  <a:close/>
                  <a:moveTo>
                    <a:pt x="722281" y="972788"/>
                  </a:moveTo>
                  <a:cubicBezTo>
                    <a:pt x="583978" y="972788"/>
                    <a:pt x="471773" y="860679"/>
                    <a:pt x="471773" y="722281"/>
                  </a:cubicBezTo>
                  <a:cubicBezTo>
                    <a:pt x="471773" y="583978"/>
                    <a:pt x="583978" y="471773"/>
                    <a:pt x="722281" y="471773"/>
                  </a:cubicBezTo>
                  <a:cubicBezTo>
                    <a:pt x="860679" y="471773"/>
                    <a:pt x="972788" y="583978"/>
                    <a:pt x="972788" y="722281"/>
                  </a:cubicBezTo>
                  <a:cubicBezTo>
                    <a:pt x="972788" y="860679"/>
                    <a:pt x="860679" y="972788"/>
                    <a:pt x="722281" y="972788"/>
                  </a:cubicBezTo>
                  <a:close/>
                </a:path>
              </a:pathLst>
            </a:custGeom>
            <a:solidFill>
              <a:srgbClr val="EFEFE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" name="Freeform: Shape 43">
              <a:extLst>
                <a:ext uri="{FF2B5EF4-FFF2-40B4-BE49-F238E27FC236}">
                  <a16:creationId xmlns:a16="http://schemas.microsoft.com/office/drawing/2014/main" id="{686FB78A-6800-4963-B6A9-2A560FC81501}"/>
                </a:ext>
              </a:extLst>
            </p:cNvPr>
            <p:cNvSpPr/>
            <p:nvPr/>
          </p:nvSpPr>
          <p:spPr>
            <a:xfrm>
              <a:off x="7294721" y="2864929"/>
              <a:ext cx="1438275" cy="1438275"/>
            </a:xfrm>
            <a:custGeom>
              <a:avLst/>
              <a:gdLst>
                <a:gd name="connsiteX0" fmla="*/ 1404652 w 1438275"/>
                <a:gd name="connsiteY0" fmla="*/ 393287 h 1438275"/>
                <a:gd name="connsiteX1" fmla="*/ 1051465 w 1438275"/>
                <a:gd name="connsiteY1" fmla="*/ 40005 h 1438275"/>
                <a:gd name="connsiteX2" fmla="*/ 972122 w 1438275"/>
                <a:gd name="connsiteY2" fmla="*/ 7144 h 1438275"/>
                <a:gd name="connsiteX3" fmla="*/ 472536 w 1438275"/>
                <a:gd name="connsiteY3" fmla="*/ 7144 h 1438275"/>
                <a:gd name="connsiteX4" fmla="*/ 393288 w 1438275"/>
                <a:gd name="connsiteY4" fmla="*/ 40005 h 1438275"/>
                <a:gd name="connsiteX5" fmla="*/ 40005 w 1438275"/>
                <a:gd name="connsiteY5" fmla="*/ 393287 h 1438275"/>
                <a:gd name="connsiteX6" fmla="*/ 7144 w 1438275"/>
                <a:gd name="connsiteY6" fmla="*/ 472535 h 1438275"/>
                <a:gd name="connsiteX7" fmla="*/ 7144 w 1438275"/>
                <a:gd name="connsiteY7" fmla="*/ 972122 h 1438275"/>
                <a:gd name="connsiteX8" fmla="*/ 8097 w 1438275"/>
                <a:gd name="connsiteY8" fmla="*/ 986599 h 1438275"/>
                <a:gd name="connsiteX9" fmla="*/ 40005 w 1438275"/>
                <a:gd name="connsiteY9" fmla="*/ 1051465 h 1438275"/>
                <a:gd name="connsiteX10" fmla="*/ 393288 w 1438275"/>
                <a:gd name="connsiteY10" fmla="*/ 1404652 h 1438275"/>
                <a:gd name="connsiteX11" fmla="*/ 418910 w 1438275"/>
                <a:gd name="connsiteY11" fmla="*/ 1423797 h 1438275"/>
                <a:gd name="connsiteX12" fmla="*/ 472536 w 1438275"/>
                <a:gd name="connsiteY12" fmla="*/ 1437513 h 1438275"/>
                <a:gd name="connsiteX13" fmla="*/ 972122 w 1438275"/>
                <a:gd name="connsiteY13" fmla="*/ 1437513 h 1438275"/>
                <a:gd name="connsiteX14" fmla="*/ 1051465 w 1438275"/>
                <a:gd name="connsiteY14" fmla="*/ 1404652 h 1438275"/>
                <a:gd name="connsiteX15" fmla="*/ 1404652 w 1438275"/>
                <a:gd name="connsiteY15" fmla="*/ 1051465 h 1438275"/>
                <a:gd name="connsiteX16" fmla="*/ 1437513 w 1438275"/>
                <a:gd name="connsiteY16" fmla="*/ 972122 h 1438275"/>
                <a:gd name="connsiteX17" fmla="*/ 1437513 w 1438275"/>
                <a:gd name="connsiteY17" fmla="*/ 472535 h 1438275"/>
                <a:gd name="connsiteX18" fmla="*/ 1404652 w 1438275"/>
                <a:gd name="connsiteY18" fmla="*/ 393287 h 1438275"/>
                <a:gd name="connsiteX19" fmla="*/ 722376 w 1438275"/>
                <a:gd name="connsiteY19" fmla="*/ 972884 h 1438275"/>
                <a:gd name="connsiteX20" fmla="*/ 471869 w 1438275"/>
                <a:gd name="connsiteY20" fmla="*/ 722376 h 1438275"/>
                <a:gd name="connsiteX21" fmla="*/ 722376 w 1438275"/>
                <a:gd name="connsiteY21" fmla="*/ 471869 h 1438275"/>
                <a:gd name="connsiteX22" fmla="*/ 972884 w 1438275"/>
                <a:gd name="connsiteY22" fmla="*/ 722376 h 1438275"/>
                <a:gd name="connsiteX23" fmla="*/ 722376 w 1438275"/>
                <a:gd name="connsiteY23" fmla="*/ 972884 h 1438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438275" h="1438275">
                  <a:moveTo>
                    <a:pt x="1404652" y="393287"/>
                  </a:moveTo>
                  <a:lnTo>
                    <a:pt x="1051465" y="40005"/>
                  </a:lnTo>
                  <a:cubicBezTo>
                    <a:pt x="1030415" y="18955"/>
                    <a:pt x="1001840" y="7144"/>
                    <a:pt x="972122" y="7144"/>
                  </a:cubicBezTo>
                  <a:lnTo>
                    <a:pt x="472536" y="7144"/>
                  </a:lnTo>
                  <a:cubicBezTo>
                    <a:pt x="442818" y="7144"/>
                    <a:pt x="414338" y="18955"/>
                    <a:pt x="393288" y="40005"/>
                  </a:cubicBezTo>
                  <a:lnTo>
                    <a:pt x="40005" y="393287"/>
                  </a:lnTo>
                  <a:cubicBezTo>
                    <a:pt x="18955" y="414338"/>
                    <a:pt x="7144" y="442817"/>
                    <a:pt x="7144" y="472535"/>
                  </a:cubicBezTo>
                  <a:lnTo>
                    <a:pt x="7144" y="972122"/>
                  </a:lnTo>
                  <a:cubicBezTo>
                    <a:pt x="7144" y="976979"/>
                    <a:pt x="7430" y="981837"/>
                    <a:pt x="8097" y="986599"/>
                  </a:cubicBezTo>
                  <a:cubicBezTo>
                    <a:pt x="11240" y="1010984"/>
                    <a:pt x="22384" y="1033844"/>
                    <a:pt x="40005" y="1051465"/>
                  </a:cubicBezTo>
                  <a:lnTo>
                    <a:pt x="393288" y="1404652"/>
                  </a:lnTo>
                  <a:cubicBezTo>
                    <a:pt x="400908" y="1412367"/>
                    <a:pt x="409575" y="1418749"/>
                    <a:pt x="418910" y="1423797"/>
                  </a:cubicBezTo>
                  <a:cubicBezTo>
                    <a:pt x="435197" y="1432751"/>
                    <a:pt x="453580" y="1437513"/>
                    <a:pt x="472536" y="1437513"/>
                  </a:cubicBezTo>
                  <a:lnTo>
                    <a:pt x="972122" y="1437513"/>
                  </a:lnTo>
                  <a:cubicBezTo>
                    <a:pt x="1001840" y="1437513"/>
                    <a:pt x="1030415" y="1425702"/>
                    <a:pt x="1051465" y="1404652"/>
                  </a:cubicBezTo>
                  <a:lnTo>
                    <a:pt x="1404652" y="1051465"/>
                  </a:lnTo>
                  <a:cubicBezTo>
                    <a:pt x="1425703" y="1030414"/>
                    <a:pt x="1437513" y="1001839"/>
                    <a:pt x="1437513" y="972122"/>
                  </a:cubicBezTo>
                  <a:lnTo>
                    <a:pt x="1437513" y="472535"/>
                  </a:lnTo>
                  <a:cubicBezTo>
                    <a:pt x="1437513" y="442817"/>
                    <a:pt x="1425703" y="414338"/>
                    <a:pt x="1404652" y="393287"/>
                  </a:cubicBezTo>
                  <a:close/>
                  <a:moveTo>
                    <a:pt x="722376" y="972884"/>
                  </a:moveTo>
                  <a:cubicBezTo>
                    <a:pt x="583978" y="972884"/>
                    <a:pt x="471869" y="860679"/>
                    <a:pt x="471869" y="722376"/>
                  </a:cubicBezTo>
                  <a:cubicBezTo>
                    <a:pt x="471869" y="583978"/>
                    <a:pt x="583978" y="471869"/>
                    <a:pt x="722376" y="471869"/>
                  </a:cubicBezTo>
                  <a:cubicBezTo>
                    <a:pt x="860679" y="471869"/>
                    <a:pt x="972884" y="583978"/>
                    <a:pt x="972884" y="722376"/>
                  </a:cubicBezTo>
                  <a:cubicBezTo>
                    <a:pt x="972884" y="860679"/>
                    <a:pt x="860679" y="972884"/>
                    <a:pt x="722376" y="972884"/>
                  </a:cubicBezTo>
                  <a:close/>
                </a:path>
              </a:pathLst>
            </a:custGeom>
            <a:solidFill>
              <a:srgbClr val="EFEFE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51" name="Freeform: Shape 44">
            <a:extLst>
              <a:ext uri="{FF2B5EF4-FFF2-40B4-BE49-F238E27FC236}">
                <a16:creationId xmlns:a16="http://schemas.microsoft.com/office/drawing/2014/main" id="{7929D216-0182-41C3-BC39-BBEA395BAFA2}"/>
              </a:ext>
            </a:extLst>
          </p:cNvPr>
          <p:cNvSpPr/>
          <p:nvPr/>
        </p:nvSpPr>
        <p:spPr>
          <a:xfrm>
            <a:off x="7163394" y="4101284"/>
            <a:ext cx="1152525" cy="1152525"/>
          </a:xfrm>
          <a:custGeom>
            <a:avLst/>
            <a:gdLst>
              <a:gd name="connsiteX0" fmla="*/ 1118902 w 1152525"/>
              <a:gd name="connsiteY0" fmla="*/ 309563 h 1152525"/>
              <a:gd name="connsiteX1" fmla="*/ 849344 w 1152525"/>
              <a:gd name="connsiteY1" fmla="*/ 40005 h 1152525"/>
              <a:gd name="connsiteX2" fmla="*/ 770096 w 1152525"/>
              <a:gd name="connsiteY2" fmla="*/ 7144 h 1152525"/>
              <a:gd name="connsiteX3" fmla="*/ 388906 w 1152525"/>
              <a:gd name="connsiteY3" fmla="*/ 7144 h 1152525"/>
              <a:gd name="connsiteX4" fmla="*/ 309563 w 1152525"/>
              <a:gd name="connsiteY4" fmla="*/ 40005 h 1152525"/>
              <a:gd name="connsiteX5" fmla="*/ 40005 w 1152525"/>
              <a:gd name="connsiteY5" fmla="*/ 309563 h 1152525"/>
              <a:gd name="connsiteX6" fmla="*/ 7144 w 1152525"/>
              <a:gd name="connsiteY6" fmla="*/ 388810 h 1152525"/>
              <a:gd name="connsiteX7" fmla="*/ 7144 w 1152525"/>
              <a:gd name="connsiteY7" fmla="*/ 770001 h 1152525"/>
              <a:gd name="connsiteX8" fmla="*/ 40005 w 1152525"/>
              <a:gd name="connsiteY8" fmla="*/ 849344 h 1152525"/>
              <a:gd name="connsiteX9" fmla="*/ 309563 w 1152525"/>
              <a:gd name="connsiteY9" fmla="*/ 1118902 h 1152525"/>
              <a:gd name="connsiteX10" fmla="*/ 388906 w 1152525"/>
              <a:gd name="connsiteY10" fmla="*/ 1151763 h 1152525"/>
              <a:gd name="connsiteX11" fmla="*/ 770096 w 1152525"/>
              <a:gd name="connsiteY11" fmla="*/ 1151763 h 1152525"/>
              <a:gd name="connsiteX12" fmla="*/ 849344 w 1152525"/>
              <a:gd name="connsiteY12" fmla="*/ 1118902 h 1152525"/>
              <a:gd name="connsiteX13" fmla="*/ 1118902 w 1152525"/>
              <a:gd name="connsiteY13" fmla="*/ 849344 h 1152525"/>
              <a:gd name="connsiteX14" fmla="*/ 1151763 w 1152525"/>
              <a:gd name="connsiteY14" fmla="*/ 770001 h 1152525"/>
              <a:gd name="connsiteX15" fmla="*/ 1151763 w 1152525"/>
              <a:gd name="connsiteY15" fmla="*/ 388810 h 1152525"/>
              <a:gd name="connsiteX16" fmla="*/ 1118902 w 1152525"/>
              <a:gd name="connsiteY16" fmla="*/ 309563 h 1152525"/>
              <a:gd name="connsiteX17" fmla="*/ 579501 w 1152525"/>
              <a:gd name="connsiteY17" fmla="*/ 829913 h 1152525"/>
              <a:gd name="connsiteX18" fmla="*/ 328993 w 1152525"/>
              <a:gd name="connsiteY18" fmla="*/ 579406 h 1152525"/>
              <a:gd name="connsiteX19" fmla="*/ 579501 w 1152525"/>
              <a:gd name="connsiteY19" fmla="*/ 328898 h 1152525"/>
              <a:gd name="connsiteX20" fmla="*/ 830009 w 1152525"/>
              <a:gd name="connsiteY20" fmla="*/ 579406 h 1152525"/>
              <a:gd name="connsiteX21" fmla="*/ 579501 w 1152525"/>
              <a:gd name="connsiteY21" fmla="*/ 829913 h 1152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1152525" h="1152525">
                <a:moveTo>
                  <a:pt x="1118902" y="309563"/>
                </a:moveTo>
                <a:lnTo>
                  <a:pt x="849344" y="40005"/>
                </a:lnTo>
                <a:cubicBezTo>
                  <a:pt x="828294" y="18955"/>
                  <a:pt x="799814" y="7144"/>
                  <a:pt x="770096" y="7144"/>
                </a:cubicBezTo>
                <a:lnTo>
                  <a:pt x="388906" y="7144"/>
                </a:lnTo>
                <a:cubicBezTo>
                  <a:pt x="359092" y="7144"/>
                  <a:pt x="330613" y="18955"/>
                  <a:pt x="309563" y="40005"/>
                </a:cubicBezTo>
                <a:lnTo>
                  <a:pt x="40005" y="309563"/>
                </a:lnTo>
                <a:cubicBezTo>
                  <a:pt x="18955" y="330517"/>
                  <a:pt x="7144" y="359092"/>
                  <a:pt x="7144" y="388810"/>
                </a:cubicBezTo>
                <a:lnTo>
                  <a:pt x="7144" y="770001"/>
                </a:lnTo>
                <a:cubicBezTo>
                  <a:pt x="7144" y="799719"/>
                  <a:pt x="18955" y="828294"/>
                  <a:pt x="40005" y="849344"/>
                </a:cubicBezTo>
                <a:lnTo>
                  <a:pt x="309563" y="1118902"/>
                </a:lnTo>
                <a:cubicBezTo>
                  <a:pt x="330613" y="1139952"/>
                  <a:pt x="359092" y="1151763"/>
                  <a:pt x="388906" y="1151763"/>
                </a:cubicBezTo>
                <a:lnTo>
                  <a:pt x="770096" y="1151763"/>
                </a:lnTo>
                <a:cubicBezTo>
                  <a:pt x="799814" y="1151763"/>
                  <a:pt x="828294" y="1139952"/>
                  <a:pt x="849344" y="1118902"/>
                </a:cubicBezTo>
                <a:lnTo>
                  <a:pt x="1118902" y="849344"/>
                </a:lnTo>
                <a:cubicBezTo>
                  <a:pt x="1139952" y="828294"/>
                  <a:pt x="1151763" y="799719"/>
                  <a:pt x="1151763" y="770001"/>
                </a:cubicBezTo>
                <a:lnTo>
                  <a:pt x="1151763" y="388810"/>
                </a:lnTo>
                <a:cubicBezTo>
                  <a:pt x="1151763" y="359092"/>
                  <a:pt x="1139952" y="330517"/>
                  <a:pt x="1118902" y="309563"/>
                </a:cubicBezTo>
                <a:close/>
                <a:moveTo>
                  <a:pt x="579501" y="829913"/>
                </a:moveTo>
                <a:cubicBezTo>
                  <a:pt x="441103" y="829913"/>
                  <a:pt x="328993" y="717804"/>
                  <a:pt x="328993" y="579406"/>
                </a:cubicBezTo>
                <a:cubicBezTo>
                  <a:pt x="328993" y="441103"/>
                  <a:pt x="441103" y="328898"/>
                  <a:pt x="579501" y="328898"/>
                </a:cubicBezTo>
                <a:cubicBezTo>
                  <a:pt x="717804" y="328898"/>
                  <a:pt x="830009" y="441103"/>
                  <a:pt x="830009" y="579406"/>
                </a:cubicBezTo>
                <a:cubicBezTo>
                  <a:pt x="830009" y="717804"/>
                  <a:pt x="717804" y="829913"/>
                  <a:pt x="579501" y="829913"/>
                </a:cubicBezTo>
                <a:close/>
              </a:path>
            </a:pathLst>
          </a:custGeom>
          <a:solidFill>
            <a:srgbClr val="0A1931"/>
          </a:solidFill>
          <a:ln w="9525" cap="flat">
            <a:noFill/>
            <a:prstDash val="solid"/>
            <a:miter/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txBody>
          <a:bodyPr rtlCol="0" anchor="ctr"/>
          <a:lstStyle/>
          <a:p>
            <a:endParaRPr lang="en-US"/>
          </a:p>
        </p:txBody>
      </p:sp>
      <p:sp>
        <p:nvSpPr>
          <p:cNvPr id="52" name="Freeform: Shape 45">
            <a:extLst>
              <a:ext uri="{FF2B5EF4-FFF2-40B4-BE49-F238E27FC236}">
                <a16:creationId xmlns:a16="http://schemas.microsoft.com/office/drawing/2014/main" id="{6FD3A32F-EB2C-4C08-BC09-39FB6A6290DC}"/>
              </a:ext>
            </a:extLst>
          </p:cNvPr>
          <p:cNvSpPr/>
          <p:nvPr/>
        </p:nvSpPr>
        <p:spPr>
          <a:xfrm>
            <a:off x="8181140" y="3135544"/>
            <a:ext cx="1152525" cy="1152525"/>
          </a:xfrm>
          <a:custGeom>
            <a:avLst/>
            <a:gdLst>
              <a:gd name="connsiteX0" fmla="*/ 1118807 w 1152525"/>
              <a:gd name="connsiteY0" fmla="*/ 309563 h 1152525"/>
              <a:gd name="connsiteX1" fmla="*/ 849345 w 1152525"/>
              <a:gd name="connsiteY1" fmla="*/ 40005 h 1152525"/>
              <a:gd name="connsiteX2" fmla="*/ 770001 w 1152525"/>
              <a:gd name="connsiteY2" fmla="*/ 7144 h 1152525"/>
              <a:gd name="connsiteX3" fmla="*/ 388811 w 1152525"/>
              <a:gd name="connsiteY3" fmla="*/ 7144 h 1152525"/>
              <a:gd name="connsiteX4" fmla="*/ 309467 w 1152525"/>
              <a:gd name="connsiteY4" fmla="*/ 40005 h 1152525"/>
              <a:gd name="connsiteX5" fmla="*/ 40005 w 1152525"/>
              <a:gd name="connsiteY5" fmla="*/ 309563 h 1152525"/>
              <a:gd name="connsiteX6" fmla="*/ 7144 w 1152525"/>
              <a:gd name="connsiteY6" fmla="*/ 388906 h 1152525"/>
              <a:gd name="connsiteX7" fmla="*/ 7144 w 1152525"/>
              <a:gd name="connsiteY7" fmla="*/ 770096 h 1152525"/>
              <a:gd name="connsiteX8" fmla="*/ 40005 w 1152525"/>
              <a:gd name="connsiteY8" fmla="*/ 849344 h 1152525"/>
              <a:gd name="connsiteX9" fmla="*/ 309467 w 1152525"/>
              <a:gd name="connsiteY9" fmla="*/ 1118902 h 1152525"/>
              <a:gd name="connsiteX10" fmla="*/ 388811 w 1152525"/>
              <a:gd name="connsiteY10" fmla="*/ 1151763 h 1152525"/>
              <a:gd name="connsiteX11" fmla="*/ 770001 w 1152525"/>
              <a:gd name="connsiteY11" fmla="*/ 1151763 h 1152525"/>
              <a:gd name="connsiteX12" fmla="*/ 849345 w 1152525"/>
              <a:gd name="connsiteY12" fmla="*/ 1118902 h 1152525"/>
              <a:gd name="connsiteX13" fmla="*/ 1118807 w 1152525"/>
              <a:gd name="connsiteY13" fmla="*/ 849344 h 1152525"/>
              <a:gd name="connsiteX14" fmla="*/ 1151668 w 1152525"/>
              <a:gd name="connsiteY14" fmla="*/ 770096 h 1152525"/>
              <a:gd name="connsiteX15" fmla="*/ 1151668 w 1152525"/>
              <a:gd name="connsiteY15" fmla="*/ 388906 h 1152525"/>
              <a:gd name="connsiteX16" fmla="*/ 1118807 w 1152525"/>
              <a:gd name="connsiteY16" fmla="*/ 309563 h 1152525"/>
              <a:gd name="connsiteX17" fmla="*/ 579406 w 1152525"/>
              <a:gd name="connsiteY17" fmla="*/ 830009 h 1152525"/>
              <a:gd name="connsiteX18" fmla="*/ 328899 w 1152525"/>
              <a:gd name="connsiteY18" fmla="*/ 579501 h 1152525"/>
              <a:gd name="connsiteX19" fmla="*/ 579406 w 1152525"/>
              <a:gd name="connsiteY19" fmla="*/ 328994 h 1152525"/>
              <a:gd name="connsiteX20" fmla="*/ 829913 w 1152525"/>
              <a:gd name="connsiteY20" fmla="*/ 579501 h 1152525"/>
              <a:gd name="connsiteX21" fmla="*/ 579406 w 1152525"/>
              <a:gd name="connsiteY21" fmla="*/ 830009 h 1152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1152525" h="1152525">
                <a:moveTo>
                  <a:pt x="1118807" y="309563"/>
                </a:moveTo>
                <a:lnTo>
                  <a:pt x="849345" y="40005"/>
                </a:lnTo>
                <a:cubicBezTo>
                  <a:pt x="828294" y="18955"/>
                  <a:pt x="799719" y="7144"/>
                  <a:pt x="770001" y="7144"/>
                </a:cubicBezTo>
                <a:lnTo>
                  <a:pt x="388811" y="7144"/>
                </a:lnTo>
                <a:cubicBezTo>
                  <a:pt x="359093" y="7144"/>
                  <a:pt x="330518" y="18955"/>
                  <a:pt x="309467" y="40005"/>
                </a:cubicBezTo>
                <a:lnTo>
                  <a:pt x="40005" y="309563"/>
                </a:lnTo>
                <a:cubicBezTo>
                  <a:pt x="18955" y="330613"/>
                  <a:pt x="7144" y="359093"/>
                  <a:pt x="7144" y="388906"/>
                </a:cubicBezTo>
                <a:lnTo>
                  <a:pt x="7144" y="770096"/>
                </a:lnTo>
                <a:cubicBezTo>
                  <a:pt x="7144" y="799814"/>
                  <a:pt x="18955" y="828389"/>
                  <a:pt x="40005" y="849344"/>
                </a:cubicBezTo>
                <a:lnTo>
                  <a:pt x="309467" y="1118902"/>
                </a:lnTo>
                <a:cubicBezTo>
                  <a:pt x="330518" y="1139952"/>
                  <a:pt x="359093" y="1151763"/>
                  <a:pt x="388811" y="1151763"/>
                </a:cubicBezTo>
                <a:lnTo>
                  <a:pt x="770001" y="1151763"/>
                </a:lnTo>
                <a:cubicBezTo>
                  <a:pt x="799719" y="1151763"/>
                  <a:pt x="828294" y="1139952"/>
                  <a:pt x="849345" y="1118902"/>
                </a:cubicBezTo>
                <a:lnTo>
                  <a:pt x="1118807" y="849344"/>
                </a:lnTo>
                <a:cubicBezTo>
                  <a:pt x="1139857" y="828389"/>
                  <a:pt x="1151668" y="799814"/>
                  <a:pt x="1151668" y="770096"/>
                </a:cubicBezTo>
                <a:lnTo>
                  <a:pt x="1151668" y="388906"/>
                </a:lnTo>
                <a:cubicBezTo>
                  <a:pt x="1151668" y="359093"/>
                  <a:pt x="1139857" y="330613"/>
                  <a:pt x="1118807" y="309563"/>
                </a:cubicBezTo>
                <a:close/>
                <a:moveTo>
                  <a:pt x="579406" y="830009"/>
                </a:moveTo>
                <a:cubicBezTo>
                  <a:pt x="441007" y="830009"/>
                  <a:pt x="328899" y="717804"/>
                  <a:pt x="328899" y="579501"/>
                </a:cubicBezTo>
                <a:cubicBezTo>
                  <a:pt x="328899" y="441103"/>
                  <a:pt x="441007" y="328994"/>
                  <a:pt x="579406" y="328994"/>
                </a:cubicBezTo>
                <a:cubicBezTo>
                  <a:pt x="717804" y="328994"/>
                  <a:pt x="829913" y="441103"/>
                  <a:pt x="829913" y="579501"/>
                </a:cubicBezTo>
                <a:cubicBezTo>
                  <a:pt x="829913" y="717804"/>
                  <a:pt x="717804" y="830009"/>
                  <a:pt x="579406" y="830009"/>
                </a:cubicBezTo>
                <a:close/>
              </a:path>
            </a:pathLst>
          </a:custGeom>
          <a:solidFill>
            <a:srgbClr val="00B0F0"/>
          </a:solidFill>
          <a:ln w="9525" cap="flat">
            <a:noFill/>
            <a:prstDash val="solid"/>
            <a:miter/>
          </a:ln>
          <a:effectLst>
            <a:glow rad="63500">
              <a:schemeClr val="accent2">
                <a:satMod val="175000"/>
                <a:alpha val="40000"/>
              </a:schemeClr>
            </a:glow>
          </a:effectLst>
        </p:spPr>
        <p:txBody>
          <a:bodyPr rtlCol="0" anchor="ctr"/>
          <a:lstStyle/>
          <a:p>
            <a:endParaRPr lang="en-US"/>
          </a:p>
        </p:txBody>
      </p:sp>
      <p:sp>
        <p:nvSpPr>
          <p:cNvPr id="53" name="Freeform: Shape 46">
            <a:extLst>
              <a:ext uri="{FF2B5EF4-FFF2-40B4-BE49-F238E27FC236}">
                <a16:creationId xmlns:a16="http://schemas.microsoft.com/office/drawing/2014/main" id="{8F3D2B2A-6A16-4BE2-975B-EBB4B6D38343}"/>
              </a:ext>
            </a:extLst>
          </p:cNvPr>
          <p:cNvSpPr/>
          <p:nvPr/>
        </p:nvSpPr>
        <p:spPr>
          <a:xfrm>
            <a:off x="6145743" y="3135544"/>
            <a:ext cx="1152525" cy="1152525"/>
          </a:xfrm>
          <a:custGeom>
            <a:avLst/>
            <a:gdLst>
              <a:gd name="connsiteX0" fmla="*/ 1118902 w 1152525"/>
              <a:gd name="connsiteY0" fmla="*/ 309563 h 1152525"/>
              <a:gd name="connsiteX1" fmla="*/ 849344 w 1152525"/>
              <a:gd name="connsiteY1" fmla="*/ 40005 h 1152525"/>
              <a:gd name="connsiteX2" fmla="*/ 770001 w 1152525"/>
              <a:gd name="connsiteY2" fmla="*/ 7144 h 1152525"/>
              <a:gd name="connsiteX3" fmla="*/ 388810 w 1152525"/>
              <a:gd name="connsiteY3" fmla="*/ 7144 h 1152525"/>
              <a:gd name="connsiteX4" fmla="*/ 309563 w 1152525"/>
              <a:gd name="connsiteY4" fmla="*/ 40005 h 1152525"/>
              <a:gd name="connsiteX5" fmla="*/ 40005 w 1152525"/>
              <a:gd name="connsiteY5" fmla="*/ 309563 h 1152525"/>
              <a:gd name="connsiteX6" fmla="*/ 7144 w 1152525"/>
              <a:gd name="connsiteY6" fmla="*/ 388906 h 1152525"/>
              <a:gd name="connsiteX7" fmla="*/ 7144 w 1152525"/>
              <a:gd name="connsiteY7" fmla="*/ 770096 h 1152525"/>
              <a:gd name="connsiteX8" fmla="*/ 40005 w 1152525"/>
              <a:gd name="connsiteY8" fmla="*/ 849344 h 1152525"/>
              <a:gd name="connsiteX9" fmla="*/ 309563 w 1152525"/>
              <a:gd name="connsiteY9" fmla="*/ 1118902 h 1152525"/>
              <a:gd name="connsiteX10" fmla="*/ 388810 w 1152525"/>
              <a:gd name="connsiteY10" fmla="*/ 1151763 h 1152525"/>
              <a:gd name="connsiteX11" fmla="*/ 770001 w 1152525"/>
              <a:gd name="connsiteY11" fmla="*/ 1151763 h 1152525"/>
              <a:gd name="connsiteX12" fmla="*/ 849344 w 1152525"/>
              <a:gd name="connsiteY12" fmla="*/ 1118902 h 1152525"/>
              <a:gd name="connsiteX13" fmla="*/ 1118902 w 1152525"/>
              <a:gd name="connsiteY13" fmla="*/ 849344 h 1152525"/>
              <a:gd name="connsiteX14" fmla="*/ 1151763 w 1152525"/>
              <a:gd name="connsiteY14" fmla="*/ 770096 h 1152525"/>
              <a:gd name="connsiteX15" fmla="*/ 1151763 w 1152525"/>
              <a:gd name="connsiteY15" fmla="*/ 388906 h 1152525"/>
              <a:gd name="connsiteX16" fmla="*/ 1118902 w 1152525"/>
              <a:gd name="connsiteY16" fmla="*/ 309563 h 1152525"/>
              <a:gd name="connsiteX17" fmla="*/ 579406 w 1152525"/>
              <a:gd name="connsiteY17" fmla="*/ 830009 h 1152525"/>
              <a:gd name="connsiteX18" fmla="*/ 328898 w 1152525"/>
              <a:gd name="connsiteY18" fmla="*/ 579501 h 1152525"/>
              <a:gd name="connsiteX19" fmla="*/ 579406 w 1152525"/>
              <a:gd name="connsiteY19" fmla="*/ 328994 h 1152525"/>
              <a:gd name="connsiteX20" fmla="*/ 829913 w 1152525"/>
              <a:gd name="connsiteY20" fmla="*/ 579501 h 1152525"/>
              <a:gd name="connsiteX21" fmla="*/ 579406 w 1152525"/>
              <a:gd name="connsiteY21" fmla="*/ 830009 h 1152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1152525" h="1152525">
                <a:moveTo>
                  <a:pt x="1118902" y="309563"/>
                </a:moveTo>
                <a:lnTo>
                  <a:pt x="849344" y="40005"/>
                </a:lnTo>
                <a:cubicBezTo>
                  <a:pt x="828294" y="18955"/>
                  <a:pt x="799814" y="7144"/>
                  <a:pt x="770001" y="7144"/>
                </a:cubicBezTo>
                <a:lnTo>
                  <a:pt x="388810" y="7144"/>
                </a:lnTo>
                <a:cubicBezTo>
                  <a:pt x="359092" y="7144"/>
                  <a:pt x="330517" y="18955"/>
                  <a:pt x="309563" y="40005"/>
                </a:cubicBezTo>
                <a:lnTo>
                  <a:pt x="40005" y="309563"/>
                </a:lnTo>
                <a:cubicBezTo>
                  <a:pt x="18955" y="330613"/>
                  <a:pt x="7144" y="359093"/>
                  <a:pt x="7144" y="388906"/>
                </a:cubicBezTo>
                <a:lnTo>
                  <a:pt x="7144" y="770096"/>
                </a:lnTo>
                <a:cubicBezTo>
                  <a:pt x="7144" y="799814"/>
                  <a:pt x="18955" y="828389"/>
                  <a:pt x="40005" y="849344"/>
                </a:cubicBezTo>
                <a:lnTo>
                  <a:pt x="309563" y="1118902"/>
                </a:lnTo>
                <a:cubicBezTo>
                  <a:pt x="330517" y="1139952"/>
                  <a:pt x="359092" y="1151763"/>
                  <a:pt x="388810" y="1151763"/>
                </a:cubicBezTo>
                <a:lnTo>
                  <a:pt x="770001" y="1151763"/>
                </a:lnTo>
                <a:cubicBezTo>
                  <a:pt x="799814" y="1151763"/>
                  <a:pt x="828294" y="1139952"/>
                  <a:pt x="849344" y="1118902"/>
                </a:cubicBezTo>
                <a:lnTo>
                  <a:pt x="1118902" y="849344"/>
                </a:lnTo>
                <a:cubicBezTo>
                  <a:pt x="1139952" y="828389"/>
                  <a:pt x="1151763" y="799814"/>
                  <a:pt x="1151763" y="770096"/>
                </a:cubicBezTo>
                <a:lnTo>
                  <a:pt x="1151763" y="388906"/>
                </a:lnTo>
                <a:cubicBezTo>
                  <a:pt x="1151763" y="359093"/>
                  <a:pt x="1139952" y="330613"/>
                  <a:pt x="1118902" y="309563"/>
                </a:cubicBezTo>
                <a:close/>
                <a:moveTo>
                  <a:pt x="579406" y="830009"/>
                </a:moveTo>
                <a:cubicBezTo>
                  <a:pt x="441103" y="830009"/>
                  <a:pt x="328898" y="717804"/>
                  <a:pt x="328898" y="579501"/>
                </a:cubicBezTo>
                <a:cubicBezTo>
                  <a:pt x="328898" y="441103"/>
                  <a:pt x="441103" y="328994"/>
                  <a:pt x="579406" y="328994"/>
                </a:cubicBezTo>
                <a:cubicBezTo>
                  <a:pt x="717804" y="328994"/>
                  <a:pt x="829913" y="441103"/>
                  <a:pt x="829913" y="579501"/>
                </a:cubicBezTo>
                <a:cubicBezTo>
                  <a:pt x="829913" y="717804"/>
                  <a:pt x="717804" y="830009"/>
                  <a:pt x="579406" y="830009"/>
                </a:cubicBezTo>
                <a:close/>
              </a:path>
            </a:pathLst>
          </a:custGeom>
          <a:ln>
            <a:solidFill>
              <a:srgbClr val="00B05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US"/>
          </a:p>
        </p:txBody>
      </p:sp>
      <p:sp>
        <p:nvSpPr>
          <p:cNvPr id="54" name="Freeform: Shape 47">
            <a:extLst>
              <a:ext uri="{FF2B5EF4-FFF2-40B4-BE49-F238E27FC236}">
                <a16:creationId xmlns:a16="http://schemas.microsoft.com/office/drawing/2014/main" id="{6C36B29E-7C78-423A-8090-9FEFECC80487}"/>
              </a:ext>
            </a:extLst>
          </p:cNvPr>
          <p:cNvSpPr/>
          <p:nvPr/>
        </p:nvSpPr>
        <p:spPr>
          <a:xfrm>
            <a:off x="9198791" y="4101284"/>
            <a:ext cx="1152525" cy="1152525"/>
          </a:xfrm>
          <a:custGeom>
            <a:avLst/>
            <a:gdLst>
              <a:gd name="connsiteX0" fmla="*/ 1118902 w 1152525"/>
              <a:gd name="connsiteY0" fmla="*/ 309563 h 1152525"/>
              <a:gd name="connsiteX1" fmla="*/ 849344 w 1152525"/>
              <a:gd name="connsiteY1" fmla="*/ 40005 h 1152525"/>
              <a:gd name="connsiteX2" fmla="*/ 770001 w 1152525"/>
              <a:gd name="connsiteY2" fmla="*/ 7144 h 1152525"/>
              <a:gd name="connsiteX3" fmla="*/ 388811 w 1152525"/>
              <a:gd name="connsiteY3" fmla="*/ 7144 h 1152525"/>
              <a:gd name="connsiteX4" fmla="*/ 309563 w 1152525"/>
              <a:gd name="connsiteY4" fmla="*/ 40005 h 1152525"/>
              <a:gd name="connsiteX5" fmla="*/ 40005 w 1152525"/>
              <a:gd name="connsiteY5" fmla="*/ 309563 h 1152525"/>
              <a:gd name="connsiteX6" fmla="*/ 7144 w 1152525"/>
              <a:gd name="connsiteY6" fmla="*/ 388810 h 1152525"/>
              <a:gd name="connsiteX7" fmla="*/ 7144 w 1152525"/>
              <a:gd name="connsiteY7" fmla="*/ 770001 h 1152525"/>
              <a:gd name="connsiteX8" fmla="*/ 40005 w 1152525"/>
              <a:gd name="connsiteY8" fmla="*/ 849344 h 1152525"/>
              <a:gd name="connsiteX9" fmla="*/ 309563 w 1152525"/>
              <a:gd name="connsiteY9" fmla="*/ 1118902 h 1152525"/>
              <a:gd name="connsiteX10" fmla="*/ 388811 w 1152525"/>
              <a:gd name="connsiteY10" fmla="*/ 1151763 h 1152525"/>
              <a:gd name="connsiteX11" fmla="*/ 770001 w 1152525"/>
              <a:gd name="connsiteY11" fmla="*/ 1151763 h 1152525"/>
              <a:gd name="connsiteX12" fmla="*/ 849344 w 1152525"/>
              <a:gd name="connsiteY12" fmla="*/ 1118902 h 1152525"/>
              <a:gd name="connsiteX13" fmla="*/ 1118902 w 1152525"/>
              <a:gd name="connsiteY13" fmla="*/ 849344 h 1152525"/>
              <a:gd name="connsiteX14" fmla="*/ 1151763 w 1152525"/>
              <a:gd name="connsiteY14" fmla="*/ 770001 h 1152525"/>
              <a:gd name="connsiteX15" fmla="*/ 1151763 w 1152525"/>
              <a:gd name="connsiteY15" fmla="*/ 388810 h 1152525"/>
              <a:gd name="connsiteX16" fmla="*/ 1118902 w 1152525"/>
              <a:gd name="connsiteY16" fmla="*/ 309563 h 1152525"/>
              <a:gd name="connsiteX17" fmla="*/ 579406 w 1152525"/>
              <a:gd name="connsiteY17" fmla="*/ 829913 h 1152525"/>
              <a:gd name="connsiteX18" fmla="*/ 328898 w 1152525"/>
              <a:gd name="connsiteY18" fmla="*/ 579406 h 1152525"/>
              <a:gd name="connsiteX19" fmla="*/ 579406 w 1152525"/>
              <a:gd name="connsiteY19" fmla="*/ 328898 h 1152525"/>
              <a:gd name="connsiteX20" fmla="*/ 829913 w 1152525"/>
              <a:gd name="connsiteY20" fmla="*/ 579406 h 1152525"/>
              <a:gd name="connsiteX21" fmla="*/ 579406 w 1152525"/>
              <a:gd name="connsiteY21" fmla="*/ 829913 h 1152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1152525" h="1152525">
                <a:moveTo>
                  <a:pt x="1118902" y="309563"/>
                </a:moveTo>
                <a:lnTo>
                  <a:pt x="849344" y="40005"/>
                </a:lnTo>
                <a:cubicBezTo>
                  <a:pt x="828294" y="18955"/>
                  <a:pt x="799814" y="7144"/>
                  <a:pt x="770001" y="7144"/>
                </a:cubicBezTo>
                <a:lnTo>
                  <a:pt x="388811" y="7144"/>
                </a:lnTo>
                <a:cubicBezTo>
                  <a:pt x="359093" y="7144"/>
                  <a:pt x="330612" y="18955"/>
                  <a:pt x="309563" y="40005"/>
                </a:cubicBezTo>
                <a:lnTo>
                  <a:pt x="40005" y="309563"/>
                </a:lnTo>
                <a:cubicBezTo>
                  <a:pt x="18955" y="330517"/>
                  <a:pt x="7144" y="359092"/>
                  <a:pt x="7144" y="388810"/>
                </a:cubicBezTo>
                <a:lnTo>
                  <a:pt x="7144" y="770001"/>
                </a:lnTo>
                <a:cubicBezTo>
                  <a:pt x="7144" y="799719"/>
                  <a:pt x="18955" y="828294"/>
                  <a:pt x="40005" y="849344"/>
                </a:cubicBezTo>
                <a:lnTo>
                  <a:pt x="309563" y="1118902"/>
                </a:lnTo>
                <a:cubicBezTo>
                  <a:pt x="330612" y="1139952"/>
                  <a:pt x="359093" y="1151763"/>
                  <a:pt x="388811" y="1151763"/>
                </a:cubicBezTo>
                <a:lnTo>
                  <a:pt x="770001" y="1151763"/>
                </a:lnTo>
                <a:cubicBezTo>
                  <a:pt x="799814" y="1151763"/>
                  <a:pt x="828294" y="1139952"/>
                  <a:pt x="849344" y="1118902"/>
                </a:cubicBezTo>
                <a:lnTo>
                  <a:pt x="1118902" y="849344"/>
                </a:lnTo>
                <a:cubicBezTo>
                  <a:pt x="1139952" y="828294"/>
                  <a:pt x="1151763" y="799719"/>
                  <a:pt x="1151763" y="770001"/>
                </a:cubicBezTo>
                <a:lnTo>
                  <a:pt x="1151763" y="388810"/>
                </a:lnTo>
                <a:cubicBezTo>
                  <a:pt x="1151763" y="359092"/>
                  <a:pt x="1139952" y="330517"/>
                  <a:pt x="1118902" y="309563"/>
                </a:cubicBezTo>
                <a:close/>
                <a:moveTo>
                  <a:pt x="579406" y="829913"/>
                </a:moveTo>
                <a:cubicBezTo>
                  <a:pt x="441103" y="829913"/>
                  <a:pt x="328898" y="717804"/>
                  <a:pt x="328898" y="579406"/>
                </a:cubicBezTo>
                <a:cubicBezTo>
                  <a:pt x="328898" y="441103"/>
                  <a:pt x="441103" y="328898"/>
                  <a:pt x="579406" y="328898"/>
                </a:cubicBezTo>
                <a:cubicBezTo>
                  <a:pt x="717804" y="328898"/>
                  <a:pt x="829913" y="441103"/>
                  <a:pt x="829913" y="579406"/>
                </a:cubicBezTo>
                <a:cubicBezTo>
                  <a:pt x="829913" y="717804"/>
                  <a:pt x="717804" y="829913"/>
                  <a:pt x="579406" y="829913"/>
                </a:cubicBezTo>
                <a:close/>
              </a:path>
            </a:pathLst>
          </a:custGeom>
          <a:solidFill>
            <a:srgbClr val="0A1931"/>
          </a:solidFill>
          <a:ln w="9525" cap="flat">
            <a:noFill/>
            <a:prstDash val="solid"/>
            <a:miter/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txBody>
          <a:bodyPr rtlCol="0" anchor="ctr"/>
          <a:lstStyle/>
          <a:p>
            <a:endParaRPr lang="en-US"/>
          </a:p>
        </p:txBody>
      </p:sp>
      <p:sp>
        <p:nvSpPr>
          <p:cNvPr id="55" name="Freeform: Shape 48">
            <a:extLst>
              <a:ext uri="{FF2B5EF4-FFF2-40B4-BE49-F238E27FC236}">
                <a16:creationId xmlns:a16="http://schemas.microsoft.com/office/drawing/2014/main" id="{E8F5EE83-B726-4283-8653-74E1FF12EDBB}"/>
              </a:ext>
            </a:extLst>
          </p:cNvPr>
          <p:cNvSpPr/>
          <p:nvPr/>
        </p:nvSpPr>
        <p:spPr>
          <a:xfrm>
            <a:off x="10216442" y="3135544"/>
            <a:ext cx="1152525" cy="1152525"/>
          </a:xfrm>
          <a:custGeom>
            <a:avLst/>
            <a:gdLst>
              <a:gd name="connsiteX0" fmla="*/ 1118902 w 1152525"/>
              <a:gd name="connsiteY0" fmla="*/ 309563 h 1152525"/>
              <a:gd name="connsiteX1" fmla="*/ 849345 w 1152525"/>
              <a:gd name="connsiteY1" fmla="*/ 40005 h 1152525"/>
              <a:gd name="connsiteX2" fmla="*/ 770097 w 1152525"/>
              <a:gd name="connsiteY2" fmla="*/ 7144 h 1152525"/>
              <a:gd name="connsiteX3" fmla="*/ 388906 w 1152525"/>
              <a:gd name="connsiteY3" fmla="*/ 7144 h 1152525"/>
              <a:gd name="connsiteX4" fmla="*/ 309563 w 1152525"/>
              <a:gd name="connsiteY4" fmla="*/ 40005 h 1152525"/>
              <a:gd name="connsiteX5" fmla="*/ 40005 w 1152525"/>
              <a:gd name="connsiteY5" fmla="*/ 309563 h 1152525"/>
              <a:gd name="connsiteX6" fmla="*/ 7144 w 1152525"/>
              <a:gd name="connsiteY6" fmla="*/ 388906 h 1152525"/>
              <a:gd name="connsiteX7" fmla="*/ 7144 w 1152525"/>
              <a:gd name="connsiteY7" fmla="*/ 770096 h 1152525"/>
              <a:gd name="connsiteX8" fmla="*/ 40005 w 1152525"/>
              <a:gd name="connsiteY8" fmla="*/ 849344 h 1152525"/>
              <a:gd name="connsiteX9" fmla="*/ 309563 w 1152525"/>
              <a:gd name="connsiteY9" fmla="*/ 1118902 h 1152525"/>
              <a:gd name="connsiteX10" fmla="*/ 388906 w 1152525"/>
              <a:gd name="connsiteY10" fmla="*/ 1151763 h 1152525"/>
              <a:gd name="connsiteX11" fmla="*/ 770097 w 1152525"/>
              <a:gd name="connsiteY11" fmla="*/ 1151763 h 1152525"/>
              <a:gd name="connsiteX12" fmla="*/ 849345 w 1152525"/>
              <a:gd name="connsiteY12" fmla="*/ 1118902 h 1152525"/>
              <a:gd name="connsiteX13" fmla="*/ 1118902 w 1152525"/>
              <a:gd name="connsiteY13" fmla="*/ 849344 h 1152525"/>
              <a:gd name="connsiteX14" fmla="*/ 1151763 w 1152525"/>
              <a:gd name="connsiteY14" fmla="*/ 770096 h 1152525"/>
              <a:gd name="connsiteX15" fmla="*/ 1151763 w 1152525"/>
              <a:gd name="connsiteY15" fmla="*/ 388906 h 1152525"/>
              <a:gd name="connsiteX16" fmla="*/ 1118902 w 1152525"/>
              <a:gd name="connsiteY16" fmla="*/ 309563 h 1152525"/>
              <a:gd name="connsiteX17" fmla="*/ 579501 w 1152525"/>
              <a:gd name="connsiteY17" fmla="*/ 830009 h 1152525"/>
              <a:gd name="connsiteX18" fmla="*/ 328994 w 1152525"/>
              <a:gd name="connsiteY18" fmla="*/ 579501 h 1152525"/>
              <a:gd name="connsiteX19" fmla="*/ 579501 w 1152525"/>
              <a:gd name="connsiteY19" fmla="*/ 328994 h 1152525"/>
              <a:gd name="connsiteX20" fmla="*/ 830009 w 1152525"/>
              <a:gd name="connsiteY20" fmla="*/ 579501 h 1152525"/>
              <a:gd name="connsiteX21" fmla="*/ 579501 w 1152525"/>
              <a:gd name="connsiteY21" fmla="*/ 830009 h 1152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1152525" h="1152525">
                <a:moveTo>
                  <a:pt x="1118902" y="309563"/>
                </a:moveTo>
                <a:lnTo>
                  <a:pt x="849345" y="40005"/>
                </a:lnTo>
                <a:cubicBezTo>
                  <a:pt x="828390" y="18955"/>
                  <a:pt x="799815" y="7144"/>
                  <a:pt x="770097" y="7144"/>
                </a:cubicBezTo>
                <a:lnTo>
                  <a:pt x="388906" y="7144"/>
                </a:lnTo>
                <a:cubicBezTo>
                  <a:pt x="359093" y="7144"/>
                  <a:pt x="330613" y="18955"/>
                  <a:pt x="309563" y="40005"/>
                </a:cubicBezTo>
                <a:lnTo>
                  <a:pt x="40005" y="309563"/>
                </a:lnTo>
                <a:cubicBezTo>
                  <a:pt x="18955" y="330613"/>
                  <a:pt x="7144" y="359093"/>
                  <a:pt x="7144" y="388906"/>
                </a:cubicBezTo>
                <a:lnTo>
                  <a:pt x="7144" y="770096"/>
                </a:lnTo>
                <a:cubicBezTo>
                  <a:pt x="7144" y="799814"/>
                  <a:pt x="18955" y="828389"/>
                  <a:pt x="40005" y="849344"/>
                </a:cubicBezTo>
                <a:lnTo>
                  <a:pt x="309563" y="1118902"/>
                </a:lnTo>
                <a:cubicBezTo>
                  <a:pt x="330613" y="1139952"/>
                  <a:pt x="359093" y="1151763"/>
                  <a:pt x="388906" y="1151763"/>
                </a:cubicBezTo>
                <a:lnTo>
                  <a:pt x="770097" y="1151763"/>
                </a:lnTo>
                <a:cubicBezTo>
                  <a:pt x="799815" y="1151763"/>
                  <a:pt x="828390" y="1139952"/>
                  <a:pt x="849345" y="1118902"/>
                </a:cubicBezTo>
                <a:lnTo>
                  <a:pt x="1118902" y="849344"/>
                </a:lnTo>
                <a:cubicBezTo>
                  <a:pt x="1139953" y="828389"/>
                  <a:pt x="1151763" y="799814"/>
                  <a:pt x="1151763" y="770096"/>
                </a:cubicBezTo>
                <a:lnTo>
                  <a:pt x="1151763" y="388906"/>
                </a:lnTo>
                <a:cubicBezTo>
                  <a:pt x="1151763" y="359093"/>
                  <a:pt x="1139953" y="330613"/>
                  <a:pt x="1118902" y="309563"/>
                </a:cubicBezTo>
                <a:close/>
                <a:moveTo>
                  <a:pt x="579501" y="830009"/>
                </a:moveTo>
                <a:cubicBezTo>
                  <a:pt x="441103" y="830009"/>
                  <a:pt x="328994" y="717804"/>
                  <a:pt x="328994" y="579501"/>
                </a:cubicBezTo>
                <a:cubicBezTo>
                  <a:pt x="328994" y="441103"/>
                  <a:pt x="441103" y="328994"/>
                  <a:pt x="579501" y="328994"/>
                </a:cubicBezTo>
                <a:cubicBezTo>
                  <a:pt x="717804" y="328994"/>
                  <a:pt x="830009" y="441103"/>
                  <a:pt x="830009" y="579501"/>
                </a:cubicBezTo>
                <a:cubicBezTo>
                  <a:pt x="830009" y="717804"/>
                  <a:pt x="717804" y="830009"/>
                  <a:pt x="579501" y="830009"/>
                </a:cubicBezTo>
                <a:close/>
              </a:path>
            </a:pathLst>
          </a:cu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US"/>
          </a:p>
        </p:txBody>
      </p:sp>
      <p:sp>
        <p:nvSpPr>
          <p:cNvPr id="58" name="TextBox 55">
            <a:extLst>
              <a:ext uri="{FF2B5EF4-FFF2-40B4-BE49-F238E27FC236}">
                <a16:creationId xmlns:a16="http://schemas.microsoft.com/office/drawing/2014/main" id="{AA021181-81ED-4765-9A61-7E4FC0DC208A}"/>
              </a:ext>
            </a:extLst>
          </p:cNvPr>
          <p:cNvSpPr txBox="1"/>
          <p:nvPr/>
        </p:nvSpPr>
        <p:spPr>
          <a:xfrm>
            <a:off x="5379526" y="2480709"/>
            <a:ext cx="17838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CM" b="1" dirty="0"/>
              <a:t>Formations professionnelles </a:t>
            </a:r>
            <a:endParaRPr lang="en-US" sz="1600" b="1" dirty="0">
              <a:solidFill>
                <a:schemeClr val="accent1"/>
              </a:solidFill>
            </a:endParaRPr>
          </a:p>
        </p:txBody>
      </p:sp>
      <p:sp>
        <p:nvSpPr>
          <p:cNvPr id="60" name="TextBox 56">
            <a:extLst>
              <a:ext uri="{FF2B5EF4-FFF2-40B4-BE49-F238E27FC236}">
                <a16:creationId xmlns:a16="http://schemas.microsoft.com/office/drawing/2014/main" id="{5D77ABAC-B7E9-4FF0-B51E-9BD73B3C4263}"/>
              </a:ext>
            </a:extLst>
          </p:cNvPr>
          <p:cNvSpPr txBox="1"/>
          <p:nvPr/>
        </p:nvSpPr>
        <p:spPr>
          <a:xfrm>
            <a:off x="7441143" y="2402737"/>
            <a:ext cx="28050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M" b="1" dirty="0"/>
              <a:t>Maintenance Informatique </a:t>
            </a:r>
            <a:endParaRPr lang="en-US" sz="2000" b="1" dirty="0">
              <a:solidFill>
                <a:schemeClr val="accent2"/>
              </a:solidFill>
            </a:endParaRPr>
          </a:p>
        </p:txBody>
      </p:sp>
      <p:sp>
        <p:nvSpPr>
          <p:cNvPr id="63" name="TextBox 58">
            <a:extLst>
              <a:ext uri="{FF2B5EF4-FFF2-40B4-BE49-F238E27FC236}">
                <a16:creationId xmlns:a16="http://schemas.microsoft.com/office/drawing/2014/main" id="{CE72159B-5BA5-4549-A897-42FA2864EE95}"/>
              </a:ext>
            </a:extLst>
          </p:cNvPr>
          <p:cNvSpPr txBox="1"/>
          <p:nvPr/>
        </p:nvSpPr>
        <p:spPr>
          <a:xfrm>
            <a:off x="10524377" y="2349717"/>
            <a:ext cx="171335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M" b="1" dirty="0" smtClean="0"/>
              <a:t>Développement</a:t>
            </a:r>
          </a:p>
          <a:p>
            <a:r>
              <a:rPr lang="fr-CM" b="1" dirty="0" smtClean="0"/>
              <a:t> d’applications</a:t>
            </a:r>
            <a:endParaRPr lang="en-US" sz="2000" b="1" dirty="0">
              <a:solidFill>
                <a:schemeClr val="accent3"/>
              </a:solidFill>
            </a:endParaRPr>
          </a:p>
        </p:txBody>
      </p:sp>
      <p:sp>
        <p:nvSpPr>
          <p:cNvPr id="66" name="TextBox 62">
            <a:extLst>
              <a:ext uri="{FF2B5EF4-FFF2-40B4-BE49-F238E27FC236}">
                <a16:creationId xmlns:a16="http://schemas.microsoft.com/office/drawing/2014/main" id="{B0A16D0A-4287-4591-8460-7B2730EB613E}"/>
              </a:ext>
            </a:extLst>
          </p:cNvPr>
          <p:cNvSpPr txBox="1"/>
          <p:nvPr/>
        </p:nvSpPr>
        <p:spPr>
          <a:xfrm>
            <a:off x="6391734" y="5392799"/>
            <a:ext cx="13322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M" b="1" dirty="0"/>
              <a:t>Infographie</a:t>
            </a:r>
            <a:r>
              <a:rPr lang="fr-CM" dirty="0"/>
              <a:t> </a:t>
            </a:r>
            <a:endParaRPr lang="en-US" sz="2000" b="1" dirty="0">
              <a:solidFill>
                <a:schemeClr val="accent1"/>
              </a:solidFill>
            </a:endParaRPr>
          </a:p>
        </p:txBody>
      </p:sp>
      <p:sp>
        <p:nvSpPr>
          <p:cNvPr id="69" name="TextBox 64">
            <a:extLst>
              <a:ext uri="{FF2B5EF4-FFF2-40B4-BE49-F238E27FC236}">
                <a16:creationId xmlns:a16="http://schemas.microsoft.com/office/drawing/2014/main" id="{4F660EE6-0FDD-467B-8AAE-81D3A0C78D2C}"/>
              </a:ext>
            </a:extLst>
          </p:cNvPr>
          <p:cNvSpPr txBox="1"/>
          <p:nvPr/>
        </p:nvSpPr>
        <p:spPr>
          <a:xfrm>
            <a:off x="9226673" y="5599941"/>
            <a:ext cx="25165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Montages audios </a:t>
            </a:r>
            <a:r>
              <a:rPr lang="en-US" b="1" dirty="0" err="1" smtClean="0"/>
              <a:t>visuels</a:t>
            </a:r>
            <a:endParaRPr lang="en-US" sz="2000" b="1" dirty="0">
              <a:solidFill>
                <a:schemeClr val="accent1"/>
              </a:solidFill>
            </a:endParaRPr>
          </a:p>
        </p:txBody>
      </p:sp>
      <p:sp>
        <p:nvSpPr>
          <p:cNvPr id="73" name="ZoneTexte 72"/>
          <p:cNvSpPr txBox="1"/>
          <p:nvPr/>
        </p:nvSpPr>
        <p:spPr>
          <a:xfrm>
            <a:off x="1021750" y="3231826"/>
            <a:ext cx="34316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 smtClean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fr-FR" sz="2800" dirty="0" smtClean="0">
                <a:solidFill>
                  <a:srgbClr val="00B0F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MISSIONS</a:t>
            </a:r>
            <a:endParaRPr lang="fr-FR" sz="2800" dirty="0">
              <a:solidFill>
                <a:srgbClr val="00B0F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8867" y="4115526"/>
            <a:ext cx="5824041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CM" sz="3200" dirty="0" smtClean="0">
                <a:latin typeface="Algerian" panose="04020705040A02060702" pitchFamily="82" charset="0"/>
              </a:rPr>
              <a:t>L’AMÉLIORATION DE LA GESTION DES PROJETS DANS LES DIFFÉRENTS DOMAINES ET SECTEURS D’ACTIVITÉS DU PAYS</a:t>
            </a:r>
            <a:endParaRPr lang="fr-FR" sz="3600" dirty="0">
              <a:latin typeface="Algerian" panose="04020705040A02060702" pitchFamily="82" charset="0"/>
            </a:endParaRPr>
          </a:p>
        </p:txBody>
      </p:sp>
      <p:pic>
        <p:nvPicPr>
          <p:cNvPr id="71" name="Image 70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506" y="1116488"/>
            <a:ext cx="4127992" cy="1983039"/>
          </a:xfrm>
          <a:prstGeom prst="rect">
            <a:avLst/>
          </a:prstGeom>
        </p:spPr>
      </p:pic>
      <p:sp>
        <p:nvSpPr>
          <p:cNvPr id="74" name="ZoneTexte 73"/>
          <p:cNvSpPr txBox="1"/>
          <p:nvPr/>
        </p:nvSpPr>
        <p:spPr>
          <a:xfrm>
            <a:off x="9055916" y="1396647"/>
            <a:ext cx="20747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 smtClean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fr-FR" sz="2800" dirty="0" smtClean="0">
                <a:solidFill>
                  <a:srgbClr val="00B0F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SERVICES</a:t>
            </a:r>
            <a:endParaRPr lang="fr-FR" sz="2800" dirty="0">
              <a:solidFill>
                <a:srgbClr val="00B0F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45312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51" grpId="0" animBg="1"/>
      <p:bldP spid="52" grpId="0" animBg="1"/>
      <p:bldP spid="53" grpId="0" animBg="1"/>
      <p:bldP spid="54" grpId="0" animBg="1"/>
      <p:bldP spid="55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00000">
              <a:srgbClr val="00B0F0"/>
            </a:gs>
            <a:gs pos="60014">
              <a:srgbClr val="E8F0ED"/>
            </a:gs>
            <a:gs pos="85000">
              <a:schemeClr val="bg1"/>
            </a:gs>
            <a:gs pos="59000">
              <a:schemeClr val="bg1"/>
            </a:gs>
            <a:gs pos="75000">
              <a:schemeClr val="bg1"/>
            </a:gs>
          </a:gsLst>
          <a:path path="circle">
            <a:fillToRect l="100000" t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e 18"/>
          <p:cNvGrpSpPr/>
          <p:nvPr/>
        </p:nvGrpSpPr>
        <p:grpSpPr>
          <a:xfrm>
            <a:off x="6338491" y="3811594"/>
            <a:ext cx="1740619" cy="967010"/>
            <a:chOff x="2356767" y="1692163"/>
            <a:chExt cx="1740619" cy="967010"/>
          </a:xfrm>
          <a:noFill/>
        </p:grpSpPr>
        <p:sp>
          <p:nvSpPr>
            <p:cNvPr id="29" name="Rectangle 28"/>
            <p:cNvSpPr/>
            <p:nvPr/>
          </p:nvSpPr>
          <p:spPr>
            <a:xfrm>
              <a:off x="2356767" y="1692163"/>
              <a:ext cx="1740619" cy="967010"/>
            </a:xfrm>
            <a:prstGeom prst="rect">
              <a:avLst/>
            </a:prstGeom>
            <a:grpFill/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rgbClr r="0" g="0" b="0"/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fr-CM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2356767" y="1692163"/>
              <a:ext cx="1740619" cy="967010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38100" tIns="38100" rIns="38100" bIns="38100" numCol="1" spcCol="1270" anchor="ctr" anchorCtr="0">
              <a:noAutofit/>
            </a:bodyPr>
            <a:lstStyle/>
            <a:p>
              <a:pPr lvl="0" algn="r" defTabSz="4445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fr-FR" sz="1000" kern="1200" dirty="0"/>
                <a:t> </a:t>
              </a:r>
            </a:p>
          </p:txBody>
        </p:sp>
      </p:grpSp>
      <p:sp>
        <p:nvSpPr>
          <p:cNvPr id="38" name="Rectangle à coins arrondis 37"/>
          <p:cNvSpPr/>
          <p:nvPr/>
        </p:nvSpPr>
        <p:spPr>
          <a:xfrm>
            <a:off x="11458575" y="6254458"/>
            <a:ext cx="733425" cy="603541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b="1" dirty="0">
                <a:latin typeface="Cambria" panose="02040503050406030204" pitchFamily="18" charset="0"/>
                <a:ea typeface="Cambria" panose="02040503050406030204" pitchFamily="18" charset="0"/>
              </a:rPr>
              <a:t>5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3E5C1D7D-27D6-F43A-780F-7269C7C05152}"/>
              </a:ext>
            </a:extLst>
          </p:cNvPr>
          <p:cNvSpPr txBox="1"/>
          <p:nvPr/>
        </p:nvSpPr>
        <p:spPr>
          <a:xfrm>
            <a:off x="1997611" y="408760"/>
            <a:ext cx="846875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4400" dirty="0" smtClean="0"/>
              <a:t> </a:t>
            </a:r>
            <a:r>
              <a:rPr lang="fr-FR" sz="6000" b="1" dirty="0" smtClean="0">
                <a:solidFill>
                  <a:srgbClr val="00B0F0"/>
                </a:solidFill>
                <a:latin typeface="Algerian" panose="04020705040A02060702" pitchFamily="82" charset="0"/>
              </a:rPr>
              <a:t>LOCALISATION</a:t>
            </a:r>
          </a:p>
        </p:txBody>
      </p:sp>
      <p:pic>
        <p:nvPicPr>
          <p:cNvPr id="8" name="Image 7"/>
          <p:cNvPicPr/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502"/>
          <a:stretch/>
        </p:blipFill>
        <p:spPr bwMode="auto">
          <a:xfrm>
            <a:off x="1617785" y="1688123"/>
            <a:ext cx="9172135" cy="4839286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2227013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89076">
              <a:schemeClr val="bg1"/>
            </a:gs>
            <a:gs pos="75000">
              <a:schemeClr val="bg1"/>
            </a:gs>
            <a:gs pos="91000">
              <a:srgbClr val="00B0F0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781903A-58DF-6D41-AA0F-B39FBAFEBD29}" type="slidenum">
              <a:rPr lang="fr-FR" smtClean="0"/>
              <a:pPr>
                <a:defRPr/>
              </a:pPr>
              <a:t>6</a:t>
            </a:fld>
            <a:endParaRPr lang="fr-FR"/>
          </a:p>
        </p:txBody>
      </p:sp>
      <p:grpSp>
        <p:nvGrpSpPr>
          <p:cNvPr id="8" name="Groupe 7">
            <a:extLst>
              <a:ext uri="{FF2B5EF4-FFF2-40B4-BE49-F238E27FC236}">
                <a16:creationId xmlns:a16="http://schemas.microsoft.com/office/drawing/2014/main" id="{95504EEF-9FFF-4C9F-9F16-51EAA47DED1B}"/>
              </a:ext>
            </a:extLst>
          </p:cNvPr>
          <p:cNvGrpSpPr/>
          <p:nvPr/>
        </p:nvGrpSpPr>
        <p:grpSpPr>
          <a:xfrm>
            <a:off x="888423" y="130419"/>
            <a:ext cx="10465377" cy="668256"/>
            <a:chOff x="413054" y="135497"/>
            <a:chExt cx="12187464" cy="972114"/>
          </a:xfrm>
          <a:solidFill>
            <a:srgbClr val="00B050"/>
          </a:solidFill>
        </p:grpSpPr>
        <p:sp>
          <p:nvSpPr>
            <p:cNvPr id="9" name="Signalisation droite 5">
              <a:extLst>
                <a:ext uri="{FF2B5EF4-FFF2-40B4-BE49-F238E27FC236}">
                  <a16:creationId xmlns:a16="http://schemas.microsoft.com/office/drawing/2014/main" id="{BE092505-8B09-B74D-AB5D-F737400CEEDB}"/>
                </a:ext>
              </a:extLst>
            </p:cNvPr>
            <p:cNvSpPr/>
            <p:nvPr/>
          </p:nvSpPr>
          <p:spPr>
            <a:xfrm>
              <a:off x="1675629" y="135497"/>
              <a:ext cx="10924889" cy="923525"/>
            </a:xfrm>
            <a:prstGeom prst="homePlate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pPr algn="ctr"/>
              <a:r>
                <a:rPr lang="fr-FR" sz="3200" b="1" dirty="0" smtClean="0">
                  <a:latin typeface="Cambria" panose="02040503050406030204" pitchFamily="18" charset="0"/>
                  <a:ea typeface="Cambria" panose="02040503050406030204" pitchFamily="18" charset="0"/>
                </a:rPr>
                <a:t>CONTEXTE ET CRITIQUE DE L’EXISTANT</a:t>
              </a:r>
              <a:endParaRPr lang="fr-FR" sz="3200" b="1" dirty="0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10" name="Larme 9">
              <a:extLst>
                <a:ext uri="{FF2B5EF4-FFF2-40B4-BE49-F238E27FC236}">
                  <a16:creationId xmlns:a16="http://schemas.microsoft.com/office/drawing/2014/main" id="{D9D66D36-2DC1-4453-91F8-DFC07EE7998C}"/>
                </a:ext>
              </a:extLst>
            </p:cNvPr>
            <p:cNvSpPr/>
            <p:nvPr/>
          </p:nvSpPr>
          <p:spPr>
            <a:xfrm>
              <a:off x="413054" y="184084"/>
              <a:ext cx="1262573" cy="923527"/>
            </a:xfrm>
            <a:prstGeom prst="teardrop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CM" sz="5400" b="1" dirty="0"/>
                <a:t>2</a:t>
              </a:r>
            </a:p>
          </p:txBody>
        </p:sp>
      </p:grpSp>
      <p:sp>
        <p:nvSpPr>
          <p:cNvPr id="11" name="Rectangle à coins arrondis 10"/>
          <p:cNvSpPr/>
          <p:nvPr/>
        </p:nvSpPr>
        <p:spPr>
          <a:xfrm>
            <a:off x="11458575" y="6254458"/>
            <a:ext cx="733425" cy="603541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b="1" dirty="0">
                <a:latin typeface="Cambria" panose="02040503050406030204" pitchFamily="18" charset="0"/>
                <a:ea typeface="Cambria" panose="02040503050406030204" pitchFamily="18" charset="0"/>
              </a:rPr>
              <a:t>6</a:t>
            </a:r>
          </a:p>
        </p:txBody>
      </p:sp>
      <p:sp>
        <p:nvSpPr>
          <p:cNvPr id="46" name="Freeform: Shape 3">
            <a:extLst>
              <a:ext uri="{FF2B5EF4-FFF2-40B4-BE49-F238E27FC236}">
                <a16:creationId xmlns:a16="http://schemas.microsoft.com/office/drawing/2014/main" id="{7BD3447E-8CAF-43CA-A07C-CB6BC59AA802}"/>
              </a:ext>
            </a:extLst>
          </p:cNvPr>
          <p:cNvSpPr/>
          <p:nvPr/>
        </p:nvSpPr>
        <p:spPr>
          <a:xfrm>
            <a:off x="2757487" y="842867"/>
            <a:ext cx="228600" cy="228600"/>
          </a:xfrm>
          <a:custGeom>
            <a:avLst/>
            <a:gdLst>
              <a:gd name="connsiteX0" fmla="*/ 222218 w 228600"/>
              <a:gd name="connsiteY0" fmla="*/ 114681 h 228600"/>
              <a:gd name="connsiteX1" fmla="*/ 114681 w 228600"/>
              <a:gd name="connsiteY1" fmla="*/ 222218 h 228600"/>
              <a:gd name="connsiteX2" fmla="*/ 7144 w 228600"/>
              <a:gd name="connsiteY2" fmla="*/ 114681 h 228600"/>
              <a:gd name="connsiteX3" fmla="*/ 114681 w 228600"/>
              <a:gd name="connsiteY3" fmla="*/ 7144 h 228600"/>
              <a:gd name="connsiteX4" fmla="*/ 222218 w 228600"/>
              <a:gd name="connsiteY4" fmla="*/ 114681 h 228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8600" h="228600">
                <a:moveTo>
                  <a:pt x="222218" y="114681"/>
                </a:moveTo>
                <a:cubicBezTo>
                  <a:pt x="222218" y="174072"/>
                  <a:pt x="174072" y="222218"/>
                  <a:pt x="114681" y="222218"/>
                </a:cubicBezTo>
                <a:cubicBezTo>
                  <a:pt x="55290" y="222218"/>
                  <a:pt x="7144" y="174072"/>
                  <a:pt x="7144" y="114681"/>
                </a:cubicBezTo>
                <a:cubicBezTo>
                  <a:pt x="7144" y="55290"/>
                  <a:pt x="55290" y="7144"/>
                  <a:pt x="114681" y="7144"/>
                </a:cubicBezTo>
                <a:cubicBezTo>
                  <a:pt x="174072" y="7144"/>
                  <a:pt x="222218" y="55290"/>
                  <a:pt x="222218" y="114681"/>
                </a:cubicBezTo>
                <a:close/>
              </a:path>
            </a:pathLst>
          </a:custGeom>
          <a:solidFill>
            <a:srgbClr val="FFC947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7" name="Freeform: Shape 6">
            <a:extLst>
              <a:ext uri="{FF2B5EF4-FFF2-40B4-BE49-F238E27FC236}">
                <a16:creationId xmlns:a16="http://schemas.microsoft.com/office/drawing/2014/main" id="{EDA546CF-914A-4426-B11D-3919F41A59EA}"/>
              </a:ext>
            </a:extLst>
          </p:cNvPr>
          <p:cNvSpPr/>
          <p:nvPr/>
        </p:nvSpPr>
        <p:spPr>
          <a:xfrm>
            <a:off x="10065521" y="389389"/>
            <a:ext cx="228600" cy="228600"/>
          </a:xfrm>
          <a:custGeom>
            <a:avLst/>
            <a:gdLst>
              <a:gd name="connsiteX0" fmla="*/ 222218 w 228600"/>
              <a:gd name="connsiteY0" fmla="*/ 114681 h 228600"/>
              <a:gd name="connsiteX1" fmla="*/ 114681 w 228600"/>
              <a:gd name="connsiteY1" fmla="*/ 222218 h 228600"/>
              <a:gd name="connsiteX2" fmla="*/ 7144 w 228600"/>
              <a:gd name="connsiteY2" fmla="*/ 114681 h 228600"/>
              <a:gd name="connsiteX3" fmla="*/ 114681 w 228600"/>
              <a:gd name="connsiteY3" fmla="*/ 7144 h 228600"/>
              <a:gd name="connsiteX4" fmla="*/ 222218 w 228600"/>
              <a:gd name="connsiteY4" fmla="*/ 114681 h 228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8600" h="228600">
                <a:moveTo>
                  <a:pt x="222218" y="114681"/>
                </a:moveTo>
                <a:cubicBezTo>
                  <a:pt x="222218" y="174072"/>
                  <a:pt x="174072" y="222218"/>
                  <a:pt x="114681" y="222218"/>
                </a:cubicBezTo>
                <a:cubicBezTo>
                  <a:pt x="55290" y="222218"/>
                  <a:pt x="7144" y="174072"/>
                  <a:pt x="7144" y="114681"/>
                </a:cubicBezTo>
                <a:cubicBezTo>
                  <a:pt x="7144" y="55290"/>
                  <a:pt x="55290" y="7144"/>
                  <a:pt x="114681" y="7144"/>
                </a:cubicBezTo>
                <a:cubicBezTo>
                  <a:pt x="174072" y="7144"/>
                  <a:pt x="222218" y="55290"/>
                  <a:pt x="222218" y="114681"/>
                </a:cubicBezTo>
                <a:close/>
              </a:path>
            </a:pathLst>
          </a:custGeom>
          <a:solidFill>
            <a:srgbClr val="FFC947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8" name="Freeform: Shape 7">
            <a:extLst>
              <a:ext uri="{FF2B5EF4-FFF2-40B4-BE49-F238E27FC236}">
                <a16:creationId xmlns:a16="http://schemas.microsoft.com/office/drawing/2014/main" id="{1FCD6B85-82E9-410C-8E59-64B9481EDCF1}"/>
              </a:ext>
            </a:extLst>
          </p:cNvPr>
          <p:cNvSpPr/>
          <p:nvPr/>
        </p:nvSpPr>
        <p:spPr>
          <a:xfrm>
            <a:off x="11210829" y="2655760"/>
            <a:ext cx="228600" cy="228600"/>
          </a:xfrm>
          <a:custGeom>
            <a:avLst/>
            <a:gdLst>
              <a:gd name="connsiteX0" fmla="*/ 222218 w 228600"/>
              <a:gd name="connsiteY0" fmla="*/ 114681 h 228600"/>
              <a:gd name="connsiteX1" fmla="*/ 114680 w 228600"/>
              <a:gd name="connsiteY1" fmla="*/ 222218 h 228600"/>
              <a:gd name="connsiteX2" fmla="*/ 7142 w 228600"/>
              <a:gd name="connsiteY2" fmla="*/ 114681 h 228600"/>
              <a:gd name="connsiteX3" fmla="*/ 114680 w 228600"/>
              <a:gd name="connsiteY3" fmla="*/ 7144 h 228600"/>
              <a:gd name="connsiteX4" fmla="*/ 222218 w 228600"/>
              <a:gd name="connsiteY4" fmla="*/ 114681 h 228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8600" h="228600">
                <a:moveTo>
                  <a:pt x="222218" y="114681"/>
                </a:moveTo>
                <a:cubicBezTo>
                  <a:pt x="222218" y="174072"/>
                  <a:pt x="174072" y="222218"/>
                  <a:pt x="114680" y="222218"/>
                </a:cubicBezTo>
                <a:cubicBezTo>
                  <a:pt x="55288" y="222218"/>
                  <a:pt x="7142" y="174072"/>
                  <a:pt x="7142" y="114681"/>
                </a:cubicBezTo>
                <a:cubicBezTo>
                  <a:pt x="7142" y="55290"/>
                  <a:pt x="55288" y="7144"/>
                  <a:pt x="114680" y="7144"/>
                </a:cubicBezTo>
                <a:cubicBezTo>
                  <a:pt x="174072" y="7144"/>
                  <a:pt x="222218" y="55290"/>
                  <a:pt x="222218" y="114681"/>
                </a:cubicBezTo>
                <a:close/>
              </a:path>
            </a:pathLst>
          </a:custGeom>
          <a:solidFill>
            <a:srgbClr val="FFC947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9" name="Freeform: Shape 8">
            <a:extLst>
              <a:ext uri="{FF2B5EF4-FFF2-40B4-BE49-F238E27FC236}">
                <a16:creationId xmlns:a16="http://schemas.microsoft.com/office/drawing/2014/main" id="{E3E8262C-BC44-4675-B7C1-A150CE5D2971}"/>
              </a:ext>
            </a:extLst>
          </p:cNvPr>
          <p:cNvSpPr/>
          <p:nvPr/>
        </p:nvSpPr>
        <p:spPr>
          <a:xfrm>
            <a:off x="11357514" y="593788"/>
            <a:ext cx="228600" cy="228600"/>
          </a:xfrm>
          <a:custGeom>
            <a:avLst/>
            <a:gdLst>
              <a:gd name="connsiteX0" fmla="*/ 222218 w 228600"/>
              <a:gd name="connsiteY0" fmla="*/ 114681 h 228600"/>
              <a:gd name="connsiteX1" fmla="*/ 114680 w 228600"/>
              <a:gd name="connsiteY1" fmla="*/ 222218 h 228600"/>
              <a:gd name="connsiteX2" fmla="*/ 7143 w 228600"/>
              <a:gd name="connsiteY2" fmla="*/ 114681 h 228600"/>
              <a:gd name="connsiteX3" fmla="*/ 114680 w 228600"/>
              <a:gd name="connsiteY3" fmla="*/ 7144 h 228600"/>
              <a:gd name="connsiteX4" fmla="*/ 222218 w 228600"/>
              <a:gd name="connsiteY4" fmla="*/ 114681 h 228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8600" h="228600">
                <a:moveTo>
                  <a:pt x="222218" y="114681"/>
                </a:moveTo>
                <a:cubicBezTo>
                  <a:pt x="222218" y="174072"/>
                  <a:pt x="174072" y="222218"/>
                  <a:pt x="114680" y="222218"/>
                </a:cubicBezTo>
                <a:cubicBezTo>
                  <a:pt x="55289" y="222218"/>
                  <a:pt x="7143" y="174072"/>
                  <a:pt x="7143" y="114681"/>
                </a:cubicBezTo>
                <a:cubicBezTo>
                  <a:pt x="7143" y="55290"/>
                  <a:pt x="55289" y="7144"/>
                  <a:pt x="114680" y="7144"/>
                </a:cubicBezTo>
                <a:cubicBezTo>
                  <a:pt x="174072" y="7144"/>
                  <a:pt x="222218" y="55290"/>
                  <a:pt x="222218" y="114681"/>
                </a:cubicBezTo>
                <a:close/>
              </a:path>
            </a:pathLst>
          </a:custGeom>
          <a:solidFill>
            <a:srgbClr val="FFC947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50" name="Freeform: Shape 9">
            <a:extLst>
              <a:ext uri="{FF2B5EF4-FFF2-40B4-BE49-F238E27FC236}">
                <a16:creationId xmlns:a16="http://schemas.microsoft.com/office/drawing/2014/main" id="{3D22F762-F471-4FEB-B5A0-651DE466D74A}"/>
              </a:ext>
            </a:extLst>
          </p:cNvPr>
          <p:cNvSpPr/>
          <p:nvPr/>
        </p:nvSpPr>
        <p:spPr>
          <a:xfrm>
            <a:off x="6815137" y="6248114"/>
            <a:ext cx="228600" cy="228600"/>
          </a:xfrm>
          <a:custGeom>
            <a:avLst/>
            <a:gdLst>
              <a:gd name="connsiteX0" fmla="*/ 222218 w 228600"/>
              <a:gd name="connsiteY0" fmla="*/ 114681 h 228600"/>
              <a:gd name="connsiteX1" fmla="*/ 114681 w 228600"/>
              <a:gd name="connsiteY1" fmla="*/ 222218 h 228600"/>
              <a:gd name="connsiteX2" fmla="*/ 7144 w 228600"/>
              <a:gd name="connsiteY2" fmla="*/ 114681 h 228600"/>
              <a:gd name="connsiteX3" fmla="*/ 114681 w 228600"/>
              <a:gd name="connsiteY3" fmla="*/ 7144 h 228600"/>
              <a:gd name="connsiteX4" fmla="*/ 222218 w 228600"/>
              <a:gd name="connsiteY4" fmla="*/ 114681 h 228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8600" h="228600">
                <a:moveTo>
                  <a:pt x="222218" y="114681"/>
                </a:moveTo>
                <a:cubicBezTo>
                  <a:pt x="222218" y="174072"/>
                  <a:pt x="174073" y="222218"/>
                  <a:pt x="114681" y="222218"/>
                </a:cubicBezTo>
                <a:cubicBezTo>
                  <a:pt x="55290" y="222218"/>
                  <a:pt x="7144" y="174072"/>
                  <a:pt x="7144" y="114681"/>
                </a:cubicBezTo>
                <a:cubicBezTo>
                  <a:pt x="7144" y="55290"/>
                  <a:pt x="55290" y="7144"/>
                  <a:pt x="114681" y="7144"/>
                </a:cubicBezTo>
                <a:cubicBezTo>
                  <a:pt x="174073" y="7144"/>
                  <a:pt x="222218" y="55290"/>
                  <a:pt x="222218" y="114681"/>
                </a:cubicBezTo>
                <a:close/>
              </a:path>
            </a:pathLst>
          </a:custGeom>
          <a:solidFill>
            <a:srgbClr val="FFC947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51" name="Freeform: Shape 11">
            <a:extLst>
              <a:ext uri="{FF2B5EF4-FFF2-40B4-BE49-F238E27FC236}">
                <a16:creationId xmlns:a16="http://schemas.microsoft.com/office/drawing/2014/main" id="{309D5100-7807-4B85-8FDA-6A93CB7262D3}"/>
              </a:ext>
            </a:extLst>
          </p:cNvPr>
          <p:cNvSpPr/>
          <p:nvPr/>
        </p:nvSpPr>
        <p:spPr>
          <a:xfrm>
            <a:off x="11357514" y="5301900"/>
            <a:ext cx="228600" cy="228600"/>
          </a:xfrm>
          <a:custGeom>
            <a:avLst/>
            <a:gdLst>
              <a:gd name="connsiteX0" fmla="*/ 222218 w 228600"/>
              <a:gd name="connsiteY0" fmla="*/ 114681 h 228600"/>
              <a:gd name="connsiteX1" fmla="*/ 114680 w 228600"/>
              <a:gd name="connsiteY1" fmla="*/ 222218 h 228600"/>
              <a:gd name="connsiteX2" fmla="*/ 7143 w 228600"/>
              <a:gd name="connsiteY2" fmla="*/ 114681 h 228600"/>
              <a:gd name="connsiteX3" fmla="*/ 114680 w 228600"/>
              <a:gd name="connsiteY3" fmla="*/ 7144 h 228600"/>
              <a:gd name="connsiteX4" fmla="*/ 222218 w 228600"/>
              <a:gd name="connsiteY4" fmla="*/ 114681 h 228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8600" h="228600">
                <a:moveTo>
                  <a:pt x="222218" y="114681"/>
                </a:moveTo>
                <a:cubicBezTo>
                  <a:pt x="222218" y="174072"/>
                  <a:pt x="174072" y="222218"/>
                  <a:pt x="114680" y="222218"/>
                </a:cubicBezTo>
                <a:cubicBezTo>
                  <a:pt x="55289" y="222218"/>
                  <a:pt x="7143" y="174072"/>
                  <a:pt x="7143" y="114681"/>
                </a:cubicBezTo>
                <a:cubicBezTo>
                  <a:pt x="7143" y="55290"/>
                  <a:pt x="55289" y="7144"/>
                  <a:pt x="114680" y="7144"/>
                </a:cubicBezTo>
                <a:cubicBezTo>
                  <a:pt x="174072" y="7144"/>
                  <a:pt x="222218" y="55290"/>
                  <a:pt x="222218" y="114681"/>
                </a:cubicBezTo>
                <a:close/>
              </a:path>
            </a:pathLst>
          </a:custGeom>
          <a:solidFill>
            <a:srgbClr val="FFC947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grpSp>
        <p:nvGrpSpPr>
          <p:cNvPr id="52" name="Group 26">
            <a:extLst>
              <a:ext uri="{FF2B5EF4-FFF2-40B4-BE49-F238E27FC236}">
                <a16:creationId xmlns:a16="http://schemas.microsoft.com/office/drawing/2014/main" id="{D10BBD29-E26D-4DC4-AA36-9E917733ADF2}"/>
              </a:ext>
            </a:extLst>
          </p:cNvPr>
          <p:cNvGrpSpPr/>
          <p:nvPr/>
        </p:nvGrpSpPr>
        <p:grpSpPr>
          <a:xfrm>
            <a:off x="3964935" y="2313838"/>
            <a:ext cx="3376806" cy="2725086"/>
            <a:chOff x="4623149" y="2458974"/>
            <a:chExt cx="2825020" cy="2868263"/>
          </a:xfrm>
        </p:grpSpPr>
        <p:grpSp>
          <p:nvGrpSpPr>
            <p:cNvPr id="53" name="Group 25">
              <a:extLst>
                <a:ext uri="{FF2B5EF4-FFF2-40B4-BE49-F238E27FC236}">
                  <a16:creationId xmlns:a16="http://schemas.microsoft.com/office/drawing/2014/main" id="{55C84584-59D0-404C-9118-C5E4522DD1A0}"/>
                </a:ext>
              </a:extLst>
            </p:cNvPr>
            <p:cNvGrpSpPr/>
            <p:nvPr/>
          </p:nvGrpSpPr>
          <p:grpSpPr>
            <a:xfrm>
              <a:off x="4700301" y="2545365"/>
              <a:ext cx="2671762" cy="2696433"/>
              <a:chOff x="4700301" y="2545365"/>
              <a:chExt cx="2671762" cy="2696433"/>
            </a:xfrm>
          </p:grpSpPr>
          <p:sp>
            <p:nvSpPr>
              <p:cNvPr id="61" name="Freeform: Shape 12">
                <a:extLst>
                  <a:ext uri="{FF2B5EF4-FFF2-40B4-BE49-F238E27FC236}">
                    <a16:creationId xmlns:a16="http://schemas.microsoft.com/office/drawing/2014/main" id="{5CE6A726-B200-4A3C-AC94-09D437B612C9}"/>
                  </a:ext>
                </a:extLst>
              </p:cNvPr>
              <p:cNvSpPr/>
              <p:nvPr/>
            </p:nvSpPr>
            <p:spPr>
              <a:xfrm>
                <a:off x="4700301" y="3228784"/>
                <a:ext cx="523875" cy="619125"/>
              </a:xfrm>
              <a:custGeom>
                <a:avLst/>
                <a:gdLst>
                  <a:gd name="connsiteX0" fmla="*/ 524542 w 523875"/>
                  <a:gd name="connsiteY0" fmla="*/ 211455 h 619125"/>
                  <a:gd name="connsiteX1" fmla="*/ 415766 w 523875"/>
                  <a:gd name="connsiteY1" fmla="*/ 617791 h 619125"/>
                  <a:gd name="connsiteX2" fmla="*/ 7144 w 523875"/>
                  <a:gd name="connsiteY2" fmla="*/ 617791 h 619125"/>
                  <a:gd name="connsiteX3" fmla="*/ 170593 w 523875"/>
                  <a:gd name="connsiteY3" fmla="*/ 7144 h 619125"/>
                  <a:gd name="connsiteX4" fmla="*/ 524542 w 523875"/>
                  <a:gd name="connsiteY4" fmla="*/ 211455 h 6191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23875" h="619125">
                    <a:moveTo>
                      <a:pt x="524542" y="211455"/>
                    </a:moveTo>
                    <a:cubicBezTo>
                      <a:pt x="455390" y="330994"/>
                      <a:pt x="415766" y="469773"/>
                      <a:pt x="415766" y="617791"/>
                    </a:cubicBezTo>
                    <a:lnTo>
                      <a:pt x="7144" y="617791"/>
                    </a:lnTo>
                    <a:cubicBezTo>
                      <a:pt x="7144" y="395288"/>
                      <a:pt x="66580" y="186785"/>
                      <a:pt x="170593" y="7144"/>
                    </a:cubicBezTo>
                    <a:lnTo>
                      <a:pt x="524542" y="211455"/>
                    </a:lnTo>
                    <a:close/>
                  </a:path>
                </a:pathLst>
              </a:custGeom>
              <a:solidFill>
                <a:srgbClr val="6C7583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2" name="Freeform: Shape 13">
                <a:extLst>
                  <a:ext uri="{FF2B5EF4-FFF2-40B4-BE49-F238E27FC236}">
                    <a16:creationId xmlns:a16="http://schemas.microsoft.com/office/drawing/2014/main" id="{2AA40B16-2901-4D0A-A185-FD75B2DB61B1}"/>
                  </a:ext>
                </a:extLst>
              </p:cNvPr>
              <p:cNvSpPr/>
              <p:nvPr/>
            </p:nvSpPr>
            <p:spPr>
              <a:xfrm>
                <a:off x="5383815" y="2545365"/>
                <a:ext cx="619125" cy="523875"/>
              </a:xfrm>
              <a:custGeom>
                <a:avLst/>
                <a:gdLst>
                  <a:gd name="connsiteX0" fmla="*/ 617696 w 619125"/>
                  <a:gd name="connsiteY0" fmla="*/ 7144 h 523875"/>
                  <a:gd name="connsiteX1" fmla="*/ 617696 w 619125"/>
                  <a:gd name="connsiteY1" fmla="*/ 415766 h 523875"/>
                  <a:gd name="connsiteX2" fmla="*/ 211455 w 619125"/>
                  <a:gd name="connsiteY2" fmla="*/ 524542 h 523875"/>
                  <a:gd name="connsiteX3" fmla="*/ 7144 w 619125"/>
                  <a:gd name="connsiteY3" fmla="*/ 170593 h 523875"/>
                  <a:gd name="connsiteX4" fmla="*/ 617696 w 619125"/>
                  <a:gd name="connsiteY4" fmla="*/ 7144 h 5238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19125" h="523875">
                    <a:moveTo>
                      <a:pt x="617696" y="7144"/>
                    </a:moveTo>
                    <a:lnTo>
                      <a:pt x="617696" y="415766"/>
                    </a:lnTo>
                    <a:cubicBezTo>
                      <a:pt x="469773" y="415766"/>
                      <a:pt x="330898" y="455295"/>
                      <a:pt x="211455" y="524542"/>
                    </a:cubicBezTo>
                    <a:lnTo>
                      <a:pt x="7144" y="170593"/>
                    </a:lnTo>
                    <a:cubicBezTo>
                      <a:pt x="186690" y="66675"/>
                      <a:pt x="395287" y="7144"/>
                      <a:pt x="617696" y="7144"/>
                    </a:cubicBezTo>
                    <a:close/>
                  </a:path>
                </a:pathLst>
              </a:custGeom>
              <a:solidFill>
                <a:srgbClr val="FFDF9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3" name="Freeform: Shape 14">
                <a:extLst>
                  <a:ext uri="{FF2B5EF4-FFF2-40B4-BE49-F238E27FC236}">
                    <a16:creationId xmlns:a16="http://schemas.microsoft.com/office/drawing/2014/main" id="{C91C9C5E-5ED9-4F90-98F0-649769562F1D}"/>
                  </a:ext>
                </a:extLst>
              </p:cNvPr>
              <p:cNvSpPr/>
              <p:nvPr/>
            </p:nvSpPr>
            <p:spPr>
              <a:xfrm>
                <a:off x="6515862" y="2734341"/>
                <a:ext cx="657225" cy="657225"/>
              </a:xfrm>
              <a:custGeom>
                <a:avLst/>
                <a:gdLst>
                  <a:gd name="connsiteX0" fmla="*/ 658558 w 657225"/>
                  <a:gd name="connsiteY0" fmla="*/ 454247 h 657225"/>
                  <a:gd name="connsiteX1" fmla="*/ 304609 w 657225"/>
                  <a:gd name="connsiteY1" fmla="*/ 658558 h 657225"/>
                  <a:gd name="connsiteX2" fmla="*/ 7144 w 657225"/>
                  <a:gd name="connsiteY2" fmla="*/ 361093 h 657225"/>
                  <a:gd name="connsiteX3" fmla="*/ 211455 w 657225"/>
                  <a:gd name="connsiteY3" fmla="*/ 7144 h 657225"/>
                  <a:gd name="connsiteX4" fmla="*/ 658558 w 657225"/>
                  <a:gd name="connsiteY4" fmla="*/ 454247 h 657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57225" h="657225">
                    <a:moveTo>
                      <a:pt x="658558" y="454247"/>
                    </a:moveTo>
                    <a:lnTo>
                      <a:pt x="304609" y="658558"/>
                    </a:lnTo>
                    <a:cubicBezTo>
                      <a:pt x="233363" y="535305"/>
                      <a:pt x="130493" y="432435"/>
                      <a:pt x="7144" y="361093"/>
                    </a:cubicBezTo>
                    <a:lnTo>
                      <a:pt x="211455" y="7144"/>
                    </a:lnTo>
                    <a:cubicBezTo>
                      <a:pt x="396907" y="114300"/>
                      <a:pt x="551402" y="268891"/>
                      <a:pt x="658558" y="454247"/>
                    </a:cubicBezTo>
                    <a:close/>
                  </a:path>
                </a:pathLst>
              </a:custGeom>
              <a:solidFill>
                <a:srgbClr val="749CE9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4" name="Freeform: Shape 18">
                <a:extLst>
                  <a:ext uri="{FF2B5EF4-FFF2-40B4-BE49-F238E27FC236}">
                    <a16:creationId xmlns:a16="http://schemas.microsoft.com/office/drawing/2014/main" id="{26AFBA53-5298-47D4-91E3-422F40681200}"/>
                  </a:ext>
                </a:extLst>
              </p:cNvPr>
              <p:cNvSpPr/>
              <p:nvPr/>
            </p:nvSpPr>
            <p:spPr>
              <a:xfrm>
                <a:off x="6848188" y="3941254"/>
                <a:ext cx="523875" cy="619125"/>
              </a:xfrm>
              <a:custGeom>
                <a:avLst/>
                <a:gdLst>
                  <a:gd name="connsiteX0" fmla="*/ 7144 w 523875"/>
                  <a:gd name="connsiteY0" fmla="*/ 413480 h 619125"/>
                  <a:gd name="connsiteX1" fmla="*/ 115920 w 523875"/>
                  <a:gd name="connsiteY1" fmla="*/ 7144 h 619125"/>
                  <a:gd name="connsiteX2" fmla="*/ 524542 w 523875"/>
                  <a:gd name="connsiteY2" fmla="*/ 7144 h 619125"/>
                  <a:gd name="connsiteX3" fmla="*/ 361093 w 523875"/>
                  <a:gd name="connsiteY3" fmla="*/ 617792 h 619125"/>
                  <a:gd name="connsiteX4" fmla="*/ 7144 w 523875"/>
                  <a:gd name="connsiteY4" fmla="*/ 413480 h 6191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23875" h="619125">
                    <a:moveTo>
                      <a:pt x="7144" y="413480"/>
                    </a:moveTo>
                    <a:cubicBezTo>
                      <a:pt x="76295" y="293942"/>
                      <a:pt x="115920" y="155162"/>
                      <a:pt x="115920" y="7144"/>
                    </a:cubicBezTo>
                    <a:lnTo>
                      <a:pt x="524542" y="7144"/>
                    </a:lnTo>
                    <a:cubicBezTo>
                      <a:pt x="524542" y="229648"/>
                      <a:pt x="465106" y="438150"/>
                      <a:pt x="361093" y="617792"/>
                    </a:cubicBezTo>
                    <a:lnTo>
                      <a:pt x="7144" y="413480"/>
                    </a:lnTo>
                    <a:close/>
                  </a:path>
                </a:pathLst>
              </a:custGeom>
              <a:solidFill>
                <a:srgbClr val="6C7583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5" name="Freeform: Shape 19">
                <a:extLst>
                  <a:ext uri="{FF2B5EF4-FFF2-40B4-BE49-F238E27FC236}">
                    <a16:creationId xmlns:a16="http://schemas.microsoft.com/office/drawing/2014/main" id="{A634E309-95DA-4EA6-A836-2ECC2CDBE61B}"/>
                  </a:ext>
                </a:extLst>
              </p:cNvPr>
              <p:cNvSpPr/>
              <p:nvPr/>
            </p:nvSpPr>
            <p:spPr>
              <a:xfrm>
                <a:off x="6071520" y="4717923"/>
                <a:ext cx="619125" cy="523875"/>
              </a:xfrm>
              <a:custGeom>
                <a:avLst/>
                <a:gdLst>
                  <a:gd name="connsiteX0" fmla="*/ 7144 w 619125"/>
                  <a:gd name="connsiteY0" fmla="*/ 524542 h 523875"/>
                  <a:gd name="connsiteX1" fmla="*/ 7144 w 619125"/>
                  <a:gd name="connsiteY1" fmla="*/ 115919 h 523875"/>
                  <a:gd name="connsiteX2" fmla="*/ 413385 w 619125"/>
                  <a:gd name="connsiteY2" fmla="*/ 7144 h 523875"/>
                  <a:gd name="connsiteX3" fmla="*/ 617697 w 619125"/>
                  <a:gd name="connsiteY3" fmla="*/ 361093 h 523875"/>
                  <a:gd name="connsiteX4" fmla="*/ 7144 w 619125"/>
                  <a:gd name="connsiteY4" fmla="*/ 524542 h 5238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19125" h="523875">
                    <a:moveTo>
                      <a:pt x="7144" y="524542"/>
                    </a:moveTo>
                    <a:lnTo>
                      <a:pt x="7144" y="115919"/>
                    </a:lnTo>
                    <a:cubicBezTo>
                      <a:pt x="155067" y="115919"/>
                      <a:pt x="293941" y="76390"/>
                      <a:pt x="413385" y="7144"/>
                    </a:cubicBezTo>
                    <a:lnTo>
                      <a:pt x="617697" y="361093"/>
                    </a:lnTo>
                    <a:cubicBezTo>
                      <a:pt x="438055" y="465106"/>
                      <a:pt x="229553" y="524542"/>
                      <a:pt x="7144" y="524542"/>
                    </a:cubicBezTo>
                    <a:close/>
                  </a:path>
                </a:pathLst>
              </a:custGeom>
              <a:solidFill>
                <a:srgbClr val="FFDF9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6" name="Freeform: Shape 20">
                <a:extLst>
                  <a:ext uri="{FF2B5EF4-FFF2-40B4-BE49-F238E27FC236}">
                    <a16:creationId xmlns:a16="http://schemas.microsoft.com/office/drawing/2014/main" id="{0C660A7F-6014-451B-ADE7-0981574B3211}"/>
                  </a:ext>
                </a:extLst>
              </p:cNvPr>
              <p:cNvSpPr/>
              <p:nvPr/>
            </p:nvSpPr>
            <p:spPr>
              <a:xfrm>
                <a:off x="4898516" y="4395025"/>
                <a:ext cx="657225" cy="657225"/>
              </a:xfrm>
              <a:custGeom>
                <a:avLst/>
                <a:gdLst>
                  <a:gd name="connsiteX0" fmla="*/ 7144 w 657225"/>
                  <a:gd name="connsiteY0" fmla="*/ 211455 h 657225"/>
                  <a:gd name="connsiteX1" fmla="*/ 361093 w 657225"/>
                  <a:gd name="connsiteY1" fmla="*/ 7144 h 657225"/>
                  <a:gd name="connsiteX2" fmla="*/ 658558 w 657225"/>
                  <a:gd name="connsiteY2" fmla="*/ 304609 h 657225"/>
                  <a:gd name="connsiteX3" fmla="*/ 454247 w 657225"/>
                  <a:gd name="connsiteY3" fmla="*/ 658558 h 657225"/>
                  <a:gd name="connsiteX4" fmla="*/ 7144 w 657225"/>
                  <a:gd name="connsiteY4" fmla="*/ 211455 h 657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57225" h="657225">
                    <a:moveTo>
                      <a:pt x="7144" y="211455"/>
                    </a:moveTo>
                    <a:lnTo>
                      <a:pt x="361093" y="7144"/>
                    </a:lnTo>
                    <a:cubicBezTo>
                      <a:pt x="432340" y="130397"/>
                      <a:pt x="535210" y="233267"/>
                      <a:pt x="658558" y="304609"/>
                    </a:cubicBezTo>
                    <a:lnTo>
                      <a:pt x="454247" y="658558"/>
                    </a:lnTo>
                    <a:cubicBezTo>
                      <a:pt x="268891" y="551307"/>
                      <a:pt x="114395" y="396716"/>
                      <a:pt x="7144" y="211455"/>
                    </a:cubicBezTo>
                    <a:close/>
                  </a:path>
                </a:pathLst>
              </a:custGeom>
              <a:solidFill>
                <a:srgbClr val="749CE9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54" name="Group 24">
              <a:extLst>
                <a:ext uri="{FF2B5EF4-FFF2-40B4-BE49-F238E27FC236}">
                  <a16:creationId xmlns:a16="http://schemas.microsoft.com/office/drawing/2014/main" id="{CC37FB34-306E-4C9C-AB53-8242D7F4BD86}"/>
                </a:ext>
              </a:extLst>
            </p:cNvPr>
            <p:cNvGrpSpPr/>
            <p:nvPr/>
          </p:nvGrpSpPr>
          <p:grpSpPr>
            <a:xfrm>
              <a:off x="4623149" y="2458974"/>
              <a:ext cx="2825020" cy="2868263"/>
              <a:chOff x="4623149" y="2458974"/>
              <a:chExt cx="2825020" cy="2868263"/>
            </a:xfrm>
          </p:grpSpPr>
          <p:sp>
            <p:nvSpPr>
              <p:cNvPr id="55" name="Freeform: Shape 15">
                <a:extLst>
                  <a:ext uri="{FF2B5EF4-FFF2-40B4-BE49-F238E27FC236}">
                    <a16:creationId xmlns:a16="http://schemas.microsoft.com/office/drawing/2014/main" id="{7F9521EB-7F91-442E-9924-EBB2BBD0D717}"/>
                  </a:ext>
                </a:extLst>
              </p:cNvPr>
              <p:cNvSpPr/>
              <p:nvPr/>
            </p:nvSpPr>
            <p:spPr>
              <a:xfrm>
                <a:off x="4780788" y="2625851"/>
                <a:ext cx="876300" cy="876300"/>
              </a:xfrm>
              <a:custGeom>
                <a:avLst/>
                <a:gdLst>
                  <a:gd name="connsiteX0" fmla="*/ 875633 w 876300"/>
                  <a:gd name="connsiteY0" fmla="*/ 479012 h 876300"/>
                  <a:gd name="connsiteX1" fmla="*/ 479012 w 876300"/>
                  <a:gd name="connsiteY1" fmla="*/ 875633 h 876300"/>
                  <a:gd name="connsiteX2" fmla="*/ 7144 w 876300"/>
                  <a:gd name="connsiteY2" fmla="*/ 603218 h 876300"/>
                  <a:gd name="connsiteX3" fmla="*/ 603218 w 876300"/>
                  <a:gd name="connsiteY3" fmla="*/ 7144 h 876300"/>
                  <a:gd name="connsiteX4" fmla="*/ 875633 w 876300"/>
                  <a:gd name="connsiteY4" fmla="*/ 479012 h 8763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76300" h="876300">
                    <a:moveTo>
                      <a:pt x="875633" y="479012"/>
                    </a:moveTo>
                    <a:cubicBezTo>
                      <a:pt x="711232" y="574072"/>
                      <a:pt x="574167" y="711232"/>
                      <a:pt x="479012" y="875633"/>
                    </a:cubicBezTo>
                    <a:lnTo>
                      <a:pt x="7144" y="603218"/>
                    </a:lnTo>
                    <a:cubicBezTo>
                      <a:pt x="150114" y="356140"/>
                      <a:pt x="356140" y="150019"/>
                      <a:pt x="603218" y="7144"/>
                    </a:cubicBezTo>
                    <a:lnTo>
                      <a:pt x="875633" y="479012"/>
                    </a:lnTo>
                    <a:close/>
                  </a:path>
                </a:pathLst>
              </a:custGeom>
              <a:solidFill>
                <a:srgbClr val="0A193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6" name="Freeform: Shape 16">
                <a:extLst>
                  <a:ext uri="{FF2B5EF4-FFF2-40B4-BE49-F238E27FC236}">
                    <a16:creationId xmlns:a16="http://schemas.microsoft.com/office/drawing/2014/main" id="{E9C4F98D-E359-4D6F-810E-4A2D835AC844}"/>
                  </a:ext>
                </a:extLst>
              </p:cNvPr>
              <p:cNvSpPr/>
              <p:nvPr/>
            </p:nvSpPr>
            <p:spPr>
              <a:xfrm>
                <a:off x="5960364" y="2458974"/>
                <a:ext cx="819150" cy="695325"/>
              </a:xfrm>
              <a:custGeom>
                <a:avLst/>
                <a:gdLst>
                  <a:gd name="connsiteX0" fmla="*/ 821341 w 819150"/>
                  <a:gd name="connsiteY0" fmla="*/ 225076 h 695325"/>
                  <a:gd name="connsiteX1" fmla="*/ 548926 w 819150"/>
                  <a:gd name="connsiteY1" fmla="*/ 696944 h 695325"/>
                  <a:gd name="connsiteX2" fmla="*/ 7144 w 819150"/>
                  <a:gd name="connsiteY2" fmla="*/ 551974 h 695325"/>
                  <a:gd name="connsiteX3" fmla="*/ 7144 w 819150"/>
                  <a:gd name="connsiteY3" fmla="*/ 7144 h 695325"/>
                  <a:gd name="connsiteX4" fmla="*/ 821341 w 819150"/>
                  <a:gd name="connsiteY4" fmla="*/ 225076 h 6953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19150" h="695325">
                    <a:moveTo>
                      <a:pt x="821341" y="225076"/>
                    </a:moveTo>
                    <a:lnTo>
                      <a:pt x="548926" y="696944"/>
                    </a:lnTo>
                    <a:cubicBezTo>
                      <a:pt x="389572" y="604742"/>
                      <a:pt x="204501" y="551974"/>
                      <a:pt x="7144" y="551974"/>
                    </a:cubicBezTo>
                    <a:lnTo>
                      <a:pt x="7144" y="7144"/>
                    </a:lnTo>
                    <a:cubicBezTo>
                      <a:pt x="303752" y="7144"/>
                      <a:pt x="581787" y="86487"/>
                      <a:pt x="821341" y="225076"/>
                    </a:cubicBezTo>
                    <a:close/>
                  </a:path>
                </a:pathLst>
              </a:custGeom>
              <a:solidFill>
                <a:srgbClr val="FFC947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7" name="Freeform: Shape 17">
                <a:extLst>
                  <a:ext uri="{FF2B5EF4-FFF2-40B4-BE49-F238E27FC236}">
                    <a16:creationId xmlns:a16="http://schemas.microsoft.com/office/drawing/2014/main" id="{F76A82CC-FCAE-4E81-9509-92B7B1344CF3}"/>
                  </a:ext>
                </a:extLst>
              </p:cNvPr>
              <p:cNvSpPr/>
              <p:nvPr/>
            </p:nvSpPr>
            <p:spPr>
              <a:xfrm>
                <a:off x="6752844" y="3127152"/>
                <a:ext cx="695325" cy="819150"/>
              </a:xfrm>
              <a:custGeom>
                <a:avLst/>
                <a:gdLst>
                  <a:gd name="connsiteX0" fmla="*/ 696944 w 695325"/>
                  <a:gd name="connsiteY0" fmla="*/ 821341 h 819150"/>
                  <a:gd name="connsiteX1" fmla="*/ 152114 w 695325"/>
                  <a:gd name="connsiteY1" fmla="*/ 821341 h 819150"/>
                  <a:gd name="connsiteX2" fmla="*/ 7144 w 695325"/>
                  <a:gd name="connsiteY2" fmla="*/ 279559 h 819150"/>
                  <a:gd name="connsiteX3" fmla="*/ 479012 w 695325"/>
                  <a:gd name="connsiteY3" fmla="*/ 7144 h 819150"/>
                  <a:gd name="connsiteX4" fmla="*/ 696944 w 695325"/>
                  <a:gd name="connsiteY4" fmla="*/ 821341 h 8191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95325" h="819150">
                    <a:moveTo>
                      <a:pt x="696944" y="821341"/>
                    </a:moveTo>
                    <a:lnTo>
                      <a:pt x="152114" y="821341"/>
                    </a:lnTo>
                    <a:cubicBezTo>
                      <a:pt x="152114" y="623983"/>
                      <a:pt x="99346" y="438912"/>
                      <a:pt x="7144" y="279559"/>
                    </a:cubicBezTo>
                    <a:lnTo>
                      <a:pt x="479012" y="7144"/>
                    </a:lnTo>
                    <a:cubicBezTo>
                      <a:pt x="617696" y="246602"/>
                      <a:pt x="696944" y="524732"/>
                      <a:pt x="696944" y="821341"/>
                    </a:cubicBezTo>
                    <a:close/>
                  </a:path>
                </a:pathLst>
              </a:custGeom>
              <a:solidFill>
                <a:srgbClr val="185ADB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8" name="Freeform: Shape 21">
                <a:extLst>
                  <a:ext uri="{FF2B5EF4-FFF2-40B4-BE49-F238E27FC236}">
                    <a16:creationId xmlns:a16="http://schemas.microsoft.com/office/drawing/2014/main" id="{CB2D695F-2723-40B8-98AD-6E79B851BCF9}"/>
                  </a:ext>
                </a:extLst>
              </p:cNvPr>
              <p:cNvSpPr/>
              <p:nvPr/>
            </p:nvSpPr>
            <p:spPr>
              <a:xfrm>
                <a:off x="6416611" y="4286440"/>
                <a:ext cx="876300" cy="876300"/>
              </a:xfrm>
              <a:custGeom>
                <a:avLst/>
                <a:gdLst>
                  <a:gd name="connsiteX0" fmla="*/ 7144 w 876300"/>
                  <a:gd name="connsiteY0" fmla="*/ 403765 h 876300"/>
                  <a:gd name="connsiteX1" fmla="*/ 403765 w 876300"/>
                  <a:gd name="connsiteY1" fmla="*/ 7144 h 876300"/>
                  <a:gd name="connsiteX2" fmla="*/ 875634 w 876300"/>
                  <a:gd name="connsiteY2" fmla="*/ 279559 h 876300"/>
                  <a:gd name="connsiteX3" fmla="*/ 279559 w 876300"/>
                  <a:gd name="connsiteY3" fmla="*/ 875634 h 876300"/>
                  <a:gd name="connsiteX4" fmla="*/ 7144 w 876300"/>
                  <a:gd name="connsiteY4" fmla="*/ 403765 h 8763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76300" h="876300">
                    <a:moveTo>
                      <a:pt x="7144" y="403765"/>
                    </a:moveTo>
                    <a:cubicBezTo>
                      <a:pt x="171545" y="308705"/>
                      <a:pt x="308610" y="171545"/>
                      <a:pt x="403765" y="7144"/>
                    </a:cubicBezTo>
                    <a:lnTo>
                      <a:pt x="875634" y="279559"/>
                    </a:lnTo>
                    <a:cubicBezTo>
                      <a:pt x="732663" y="526637"/>
                      <a:pt x="526638" y="732759"/>
                      <a:pt x="279559" y="875634"/>
                    </a:cubicBezTo>
                    <a:lnTo>
                      <a:pt x="7144" y="403765"/>
                    </a:lnTo>
                    <a:close/>
                  </a:path>
                </a:pathLst>
              </a:custGeom>
              <a:solidFill>
                <a:srgbClr val="0A193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9" name="Freeform: Shape 22">
                <a:extLst>
                  <a:ext uri="{FF2B5EF4-FFF2-40B4-BE49-F238E27FC236}">
                    <a16:creationId xmlns:a16="http://schemas.microsoft.com/office/drawing/2014/main" id="{3A932812-2DDD-447B-A501-40D53336EE86}"/>
                  </a:ext>
                </a:extLst>
              </p:cNvPr>
              <p:cNvSpPr/>
              <p:nvPr/>
            </p:nvSpPr>
            <p:spPr>
              <a:xfrm>
                <a:off x="5291327" y="4631912"/>
                <a:ext cx="819150" cy="695325"/>
              </a:xfrm>
              <a:custGeom>
                <a:avLst/>
                <a:gdLst>
                  <a:gd name="connsiteX0" fmla="*/ 7144 w 819150"/>
                  <a:gd name="connsiteY0" fmla="*/ 479012 h 695325"/>
                  <a:gd name="connsiteX1" fmla="*/ 279559 w 819150"/>
                  <a:gd name="connsiteY1" fmla="*/ 7144 h 695325"/>
                  <a:gd name="connsiteX2" fmla="*/ 821341 w 819150"/>
                  <a:gd name="connsiteY2" fmla="*/ 152114 h 695325"/>
                  <a:gd name="connsiteX3" fmla="*/ 821341 w 819150"/>
                  <a:gd name="connsiteY3" fmla="*/ 696944 h 695325"/>
                  <a:gd name="connsiteX4" fmla="*/ 7144 w 819150"/>
                  <a:gd name="connsiteY4" fmla="*/ 479012 h 6953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19150" h="695325">
                    <a:moveTo>
                      <a:pt x="7144" y="479012"/>
                    </a:moveTo>
                    <a:lnTo>
                      <a:pt x="279559" y="7144"/>
                    </a:lnTo>
                    <a:cubicBezTo>
                      <a:pt x="438912" y="99346"/>
                      <a:pt x="623983" y="152114"/>
                      <a:pt x="821341" y="152114"/>
                    </a:cubicBezTo>
                    <a:lnTo>
                      <a:pt x="821341" y="696944"/>
                    </a:lnTo>
                    <a:cubicBezTo>
                      <a:pt x="524732" y="696944"/>
                      <a:pt x="246697" y="617601"/>
                      <a:pt x="7144" y="479012"/>
                    </a:cubicBezTo>
                    <a:close/>
                  </a:path>
                </a:pathLst>
              </a:custGeom>
              <a:solidFill>
                <a:srgbClr val="FFC947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0" name="Freeform: Shape 23">
                <a:extLst>
                  <a:ext uri="{FF2B5EF4-FFF2-40B4-BE49-F238E27FC236}">
                    <a16:creationId xmlns:a16="http://schemas.microsoft.com/office/drawing/2014/main" id="{5442EC63-8D04-4E10-B274-E6622FC9929E}"/>
                  </a:ext>
                </a:extLst>
              </p:cNvPr>
              <p:cNvSpPr/>
              <p:nvPr/>
            </p:nvSpPr>
            <p:spPr>
              <a:xfrm>
                <a:off x="4623149" y="3839432"/>
                <a:ext cx="695325" cy="819150"/>
              </a:xfrm>
              <a:custGeom>
                <a:avLst/>
                <a:gdLst>
                  <a:gd name="connsiteX0" fmla="*/ 7144 w 695325"/>
                  <a:gd name="connsiteY0" fmla="*/ 7144 h 819150"/>
                  <a:gd name="connsiteX1" fmla="*/ 551974 w 695325"/>
                  <a:gd name="connsiteY1" fmla="*/ 7144 h 819150"/>
                  <a:gd name="connsiteX2" fmla="*/ 696944 w 695325"/>
                  <a:gd name="connsiteY2" fmla="*/ 548926 h 819150"/>
                  <a:gd name="connsiteX3" fmla="*/ 225076 w 695325"/>
                  <a:gd name="connsiteY3" fmla="*/ 821341 h 819150"/>
                  <a:gd name="connsiteX4" fmla="*/ 7144 w 695325"/>
                  <a:gd name="connsiteY4" fmla="*/ 7144 h 8191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95325" h="819150">
                    <a:moveTo>
                      <a:pt x="7144" y="7144"/>
                    </a:moveTo>
                    <a:lnTo>
                      <a:pt x="551974" y="7144"/>
                    </a:lnTo>
                    <a:cubicBezTo>
                      <a:pt x="551974" y="204502"/>
                      <a:pt x="604742" y="389572"/>
                      <a:pt x="696944" y="548926"/>
                    </a:cubicBezTo>
                    <a:lnTo>
                      <a:pt x="225076" y="821341"/>
                    </a:lnTo>
                    <a:cubicBezTo>
                      <a:pt x="86487" y="581787"/>
                      <a:pt x="7144" y="303752"/>
                      <a:pt x="7144" y="7144"/>
                    </a:cubicBezTo>
                    <a:close/>
                  </a:path>
                </a:pathLst>
              </a:custGeom>
              <a:solidFill>
                <a:srgbClr val="185ADB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</p:grpSp>
      <p:grpSp>
        <p:nvGrpSpPr>
          <p:cNvPr id="67" name="Group 35">
            <a:extLst>
              <a:ext uri="{FF2B5EF4-FFF2-40B4-BE49-F238E27FC236}">
                <a16:creationId xmlns:a16="http://schemas.microsoft.com/office/drawing/2014/main" id="{16394AF7-FBEF-4413-B4E2-C37980057456}"/>
              </a:ext>
            </a:extLst>
          </p:cNvPr>
          <p:cNvGrpSpPr/>
          <p:nvPr/>
        </p:nvGrpSpPr>
        <p:grpSpPr>
          <a:xfrm>
            <a:off x="5863138" y="890359"/>
            <a:ext cx="6354484" cy="2130014"/>
            <a:chOff x="6438449" y="1098015"/>
            <a:chExt cx="5876902" cy="1463798"/>
          </a:xfrm>
        </p:grpSpPr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BA973CB0-9E60-4CE4-BCCE-D31B6CB1D66A}"/>
                </a:ext>
              </a:extLst>
            </p:cNvPr>
            <p:cNvSpPr/>
            <p:nvPr/>
          </p:nvSpPr>
          <p:spPr>
            <a:xfrm>
              <a:off x="7875128" y="1736917"/>
              <a:ext cx="3727956" cy="82489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just"/>
              <a:r>
                <a:rPr lang="fr-FR" dirty="0"/>
                <a:t> </a:t>
              </a:r>
              <a:r>
                <a:rPr lang="fr-CM" dirty="0"/>
                <a:t>Mauvaise transmission de l’information causant ainsi des erreurs lors des prescriptions médicales et lors de l’administration des soins</a:t>
              </a:r>
              <a:endParaRPr lang="en-US" sz="2000" dirty="0">
                <a:solidFill>
                  <a:schemeClr val="accent1"/>
                </a:solidFill>
              </a:endParaRPr>
            </a:p>
          </p:txBody>
        </p:sp>
        <p:sp>
          <p:nvSpPr>
            <p:cNvPr id="69" name="TextBox 28">
              <a:extLst>
                <a:ext uri="{FF2B5EF4-FFF2-40B4-BE49-F238E27FC236}">
                  <a16:creationId xmlns:a16="http://schemas.microsoft.com/office/drawing/2014/main" id="{2416B777-B297-4CD5-99F8-4134285B91D0}"/>
                </a:ext>
              </a:extLst>
            </p:cNvPr>
            <p:cNvSpPr txBox="1"/>
            <p:nvPr/>
          </p:nvSpPr>
          <p:spPr>
            <a:xfrm>
              <a:off x="6438449" y="1098015"/>
              <a:ext cx="5876902" cy="112101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lvl="0" indent="-285750">
                <a:buFont typeface="Arial" panose="020B0604020202020204" pitchFamily="34" charset="0"/>
                <a:buChar char="•"/>
              </a:pPr>
              <a:r>
                <a:rPr lang="fr-CM" b="1" dirty="0" smtClean="0"/>
                <a:t>COMMUNICATION NON FLUIDE ET DIRECTE ENTRE LE GARDE MALADE ET LE PERSONNEL MÉDICAL</a:t>
              </a:r>
              <a:endParaRPr lang="fr-FR" b="1" dirty="0" smtClean="0"/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fr-CM" b="1" dirty="0" smtClean="0"/>
                <a:t> MAUVAISE COORDINATION DES SOINS ENTRE LE PERSONNEL MÉDICAL</a:t>
              </a:r>
              <a:endParaRPr lang="fr-FR" b="1" dirty="0" smtClean="0"/>
            </a:p>
            <a:p>
              <a:pPr lvl="0"/>
              <a:endParaRPr lang="en-US" sz="2800" b="1" dirty="0">
                <a:solidFill>
                  <a:schemeClr val="accent3"/>
                </a:solidFill>
              </a:endParaRPr>
            </a:p>
          </p:txBody>
        </p:sp>
      </p:grpSp>
      <p:grpSp>
        <p:nvGrpSpPr>
          <p:cNvPr id="70" name="Group 37">
            <a:extLst>
              <a:ext uri="{FF2B5EF4-FFF2-40B4-BE49-F238E27FC236}">
                <a16:creationId xmlns:a16="http://schemas.microsoft.com/office/drawing/2014/main" id="{FE499F37-1CCC-404E-AF1F-41A18C325973}"/>
              </a:ext>
            </a:extLst>
          </p:cNvPr>
          <p:cNvGrpSpPr/>
          <p:nvPr/>
        </p:nvGrpSpPr>
        <p:grpSpPr>
          <a:xfrm>
            <a:off x="7511682" y="2851146"/>
            <a:ext cx="4631417" cy="1921183"/>
            <a:chOff x="6795358" y="4398164"/>
            <a:chExt cx="5814508" cy="1334185"/>
          </a:xfrm>
        </p:grpSpPr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48D67FE7-C2E3-485B-BFB3-47D50200A5D1}"/>
                </a:ext>
              </a:extLst>
            </p:cNvPr>
            <p:cNvSpPr/>
            <p:nvPr/>
          </p:nvSpPr>
          <p:spPr>
            <a:xfrm>
              <a:off x="8076674" y="5091133"/>
              <a:ext cx="3021060" cy="64121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fr-CM" dirty="0"/>
                <a:t>Taches réplétives entrainant des pertes de temps </a:t>
              </a:r>
              <a:endParaRPr lang="en-US" sz="2000" dirty="0">
                <a:solidFill>
                  <a:schemeClr val="accent1"/>
                </a:solidFill>
              </a:endParaRPr>
            </a:p>
          </p:txBody>
        </p:sp>
        <p:sp>
          <p:nvSpPr>
            <p:cNvPr id="72" name="TextBox 30">
              <a:extLst>
                <a:ext uri="{FF2B5EF4-FFF2-40B4-BE49-F238E27FC236}">
                  <a16:creationId xmlns:a16="http://schemas.microsoft.com/office/drawing/2014/main" id="{B1011C5E-E9DD-4F3B-9173-94BFA45AC6CD}"/>
                </a:ext>
              </a:extLst>
            </p:cNvPr>
            <p:cNvSpPr txBox="1"/>
            <p:nvPr/>
          </p:nvSpPr>
          <p:spPr>
            <a:xfrm>
              <a:off x="6795358" y="4398164"/>
              <a:ext cx="5814508" cy="10473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457200" indent="-457200">
                <a:buFont typeface="Arial" panose="020B0604020202020204" pitchFamily="34" charset="0"/>
                <a:buChar char="•"/>
              </a:pPr>
              <a:r>
                <a:rPr lang="en-US" sz="2800" b="1" dirty="0" smtClean="0">
                  <a:solidFill>
                    <a:schemeClr val="accent1"/>
                  </a:solidFill>
                </a:rPr>
                <a:t> </a:t>
              </a:r>
              <a:r>
                <a:rPr lang="fr-CM" b="1" dirty="0" smtClean="0"/>
                <a:t>ETABLISSEMENT DES FACTURES PRO FORMA( DOCUMENT PHYSIQUE) TOUS LES MATINS.</a:t>
              </a:r>
              <a:endParaRPr lang="en-US" b="1" dirty="0" smtClean="0"/>
            </a:p>
            <a:p>
              <a:endParaRPr lang="en-US" sz="1400" b="1" dirty="0" smtClean="0"/>
            </a:p>
            <a:p>
              <a:endParaRPr lang="en-US" sz="1400" b="1" dirty="0">
                <a:solidFill>
                  <a:schemeClr val="accent1"/>
                </a:solidFill>
              </a:endParaRPr>
            </a:p>
          </p:txBody>
        </p:sp>
      </p:grpSp>
      <p:grpSp>
        <p:nvGrpSpPr>
          <p:cNvPr id="73" name="Group 36">
            <a:extLst>
              <a:ext uri="{FF2B5EF4-FFF2-40B4-BE49-F238E27FC236}">
                <a16:creationId xmlns:a16="http://schemas.microsoft.com/office/drawing/2014/main" id="{8CEE64E1-D78E-48D4-9696-B0D4C86C903F}"/>
              </a:ext>
            </a:extLst>
          </p:cNvPr>
          <p:cNvGrpSpPr/>
          <p:nvPr/>
        </p:nvGrpSpPr>
        <p:grpSpPr>
          <a:xfrm>
            <a:off x="191980" y="5121022"/>
            <a:ext cx="4611744" cy="1689346"/>
            <a:chOff x="5502358" y="2389637"/>
            <a:chExt cx="3061496" cy="2635522"/>
          </a:xfrm>
        </p:grpSpPr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6F001B15-E491-4990-A272-59331F94EBCF}"/>
                </a:ext>
              </a:extLst>
            </p:cNvPr>
            <p:cNvSpPr/>
            <p:nvPr/>
          </p:nvSpPr>
          <p:spPr>
            <a:xfrm>
              <a:off x="5502358" y="3270832"/>
              <a:ext cx="3021060" cy="175432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fr-CM" dirty="0"/>
                <a:t>Un patient nécessitant une prise en charge d’urgence dû à une complication risquerait de perdre la vie en attendant qu’on puisse prévenir l’équipe pouvant le prend</a:t>
              </a:r>
              <a:endParaRPr lang="en-US" sz="1400" dirty="0">
                <a:solidFill>
                  <a:schemeClr val="accent1"/>
                </a:solidFill>
              </a:endParaRPr>
            </a:p>
          </p:txBody>
        </p:sp>
        <p:sp>
          <p:nvSpPr>
            <p:cNvPr id="75" name="TextBox 34">
              <a:extLst>
                <a:ext uri="{FF2B5EF4-FFF2-40B4-BE49-F238E27FC236}">
                  <a16:creationId xmlns:a16="http://schemas.microsoft.com/office/drawing/2014/main" id="{841B13FA-9737-4362-866C-6734AE4C2953}"/>
                </a:ext>
              </a:extLst>
            </p:cNvPr>
            <p:cNvSpPr txBox="1"/>
            <p:nvPr/>
          </p:nvSpPr>
          <p:spPr>
            <a:xfrm>
              <a:off x="5896950" y="2389637"/>
              <a:ext cx="2666904" cy="1008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fr-CM" b="1" dirty="0" smtClean="0"/>
                <a:t>LENTEUR LORS DES INTERVENTIONS </a:t>
              </a:r>
            </a:p>
            <a:p>
              <a:r>
                <a:rPr lang="fr-CM" b="1" dirty="0" smtClean="0"/>
                <a:t>D’URGENCE DES ÉQUIPES SOIGNANTES.</a:t>
              </a:r>
              <a:endParaRPr lang="en-US" sz="2000" b="1" dirty="0">
                <a:solidFill>
                  <a:schemeClr val="accent2"/>
                </a:solidFill>
              </a:endParaRPr>
            </a:p>
          </p:txBody>
        </p:sp>
      </p:grpSp>
      <p:grpSp>
        <p:nvGrpSpPr>
          <p:cNvPr id="79" name="Group 31">
            <a:extLst>
              <a:ext uri="{FF2B5EF4-FFF2-40B4-BE49-F238E27FC236}">
                <a16:creationId xmlns:a16="http://schemas.microsoft.com/office/drawing/2014/main" id="{EA6B0260-0D25-41AE-89D3-FDE87F7C264F}"/>
              </a:ext>
            </a:extLst>
          </p:cNvPr>
          <p:cNvGrpSpPr/>
          <p:nvPr/>
        </p:nvGrpSpPr>
        <p:grpSpPr>
          <a:xfrm>
            <a:off x="0" y="3301463"/>
            <a:ext cx="3650121" cy="1896075"/>
            <a:chOff x="208905" y="4807711"/>
            <a:chExt cx="3648115" cy="1841444"/>
          </a:xfrm>
        </p:grpSpPr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85D4D983-9AEE-4EAA-8BAF-D79D4E128A87}"/>
                </a:ext>
              </a:extLst>
            </p:cNvPr>
            <p:cNvSpPr/>
            <p:nvPr/>
          </p:nvSpPr>
          <p:spPr>
            <a:xfrm>
              <a:off x="400778" y="5171827"/>
              <a:ext cx="3021060" cy="147732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fr-CM" dirty="0"/>
                <a:t>M</a:t>
              </a:r>
              <a:r>
                <a:rPr lang="fr-CM" dirty="0" smtClean="0"/>
                <a:t>auvais </a:t>
              </a:r>
              <a:r>
                <a:rPr lang="fr-CM" dirty="0"/>
                <a:t>diagnostic du </a:t>
              </a:r>
              <a:r>
                <a:rPr lang="fr-CM" dirty="0" smtClean="0"/>
                <a:t>médecin en cas de perte </a:t>
              </a:r>
              <a:r>
                <a:rPr lang="fr-CM" dirty="0"/>
                <a:t>pouvant causer l’administration d’un mauvais traitement.</a:t>
              </a:r>
              <a:endParaRPr lang="en-US" sz="2000" dirty="0">
                <a:solidFill>
                  <a:schemeClr val="accent1"/>
                </a:solidFill>
              </a:endParaRPr>
            </a:p>
          </p:txBody>
        </p:sp>
        <p:sp>
          <p:nvSpPr>
            <p:cNvPr id="81" name="TextBox 44">
              <a:extLst>
                <a:ext uri="{FF2B5EF4-FFF2-40B4-BE49-F238E27FC236}">
                  <a16:creationId xmlns:a16="http://schemas.microsoft.com/office/drawing/2014/main" id="{2BDAD135-682E-41D5-94F7-48F4B3618F3C}"/>
                </a:ext>
              </a:extLst>
            </p:cNvPr>
            <p:cNvSpPr txBox="1"/>
            <p:nvPr/>
          </p:nvSpPr>
          <p:spPr>
            <a:xfrm>
              <a:off x="208905" y="4807711"/>
              <a:ext cx="364811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285750" indent="-285750" algn="r">
                <a:buFont typeface="Arial" panose="020B0604020202020204" pitchFamily="34" charset="0"/>
                <a:buChar char="•"/>
              </a:pPr>
              <a:r>
                <a:rPr lang="fr-CM" b="1" dirty="0" smtClean="0"/>
                <a:t>DOSSIERS MÉDICAUX PHYSIQUES</a:t>
              </a:r>
              <a:endParaRPr lang="en-US" sz="2400" b="1" dirty="0">
                <a:solidFill>
                  <a:schemeClr val="accent3"/>
                </a:solidFill>
              </a:endParaRPr>
            </a:p>
          </p:txBody>
        </p:sp>
      </p:grpSp>
      <p:grpSp>
        <p:nvGrpSpPr>
          <p:cNvPr id="82" name="Group 2">
            <a:extLst>
              <a:ext uri="{FF2B5EF4-FFF2-40B4-BE49-F238E27FC236}">
                <a16:creationId xmlns:a16="http://schemas.microsoft.com/office/drawing/2014/main" id="{837E05F8-5A7F-4953-9A5D-C64E1D5B7780}"/>
              </a:ext>
            </a:extLst>
          </p:cNvPr>
          <p:cNvGrpSpPr/>
          <p:nvPr/>
        </p:nvGrpSpPr>
        <p:grpSpPr>
          <a:xfrm>
            <a:off x="304311" y="875180"/>
            <a:ext cx="4764959" cy="2431500"/>
            <a:chOff x="395620" y="3030463"/>
            <a:chExt cx="4588191" cy="3885525"/>
          </a:xfrm>
        </p:grpSpPr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5E866539-4757-4E62-A34E-46EFCBD521CA}"/>
                </a:ext>
              </a:extLst>
            </p:cNvPr>
            <p:cNvSpPr/>
            <p:nvPr/>
          </p:nvSpPr>
          <p:spPr>
            <a:xfrm>
              <a:off x="556381" y="3571574"/>
              <a:ext cx="3021060" cy="334441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just"/>
              <a:r>
                <a:rPr lang="en-US" dirty="0"/>
                <a:t> </a:t>
              </a:r>
              <a:r>
                <a:rPr lang="fr-CM" sz="1600" dirty="0" smtClean="0"/>
                <a:t>Les </a:t>
              </a:r>
              <a:r>
                <a:rPr lang="fr-CM" sz="1600" dirty="0"/>
                <a:t>complications :  l’une des </a:t>
              </a:r>
              <a:endParaRPr lang="fr-FR" sz="1600" dirty="0"/>
            </a:p>
            <a:p>
              <a:pPr algn="just"/>
              <a:r>
                <a:rPr lang="fr-CM" sz="1600" dirty="0"/>
                <a:t>Thérapeutiques les plus utilisées en réanimation est la ventilation mécanique, sa simple absence peut provoquer de nombreuses complications telles que les pneumopathies. Ainsi, augmenter la probabilité de décès. </a:t>
              </a:r>
              <a:endParaRPr lang="en-US" sz="1200" dirty="0">
                <a:solidFill>
                  <a:schemeClr val="accent1"/>
                </a:solidFill>
              </a:endParaRPr>
            </a:p>
          </p:txBody>
        </p:sp>
        <p:sp>
          <p:nvSpPr>
            <p:cNvPr id="84" name="TextBox 47">
              <a:extLst>
                <a:ext uri="{FF2B5EF4-FFF2-40B4-BE49-F238E27FC236}">
                  <a16:creationId xmlns:a16="http://schemas.microsoft.com/office/drawing/2014/main" id="{B35A031D-1153-48D5-A15E-1B4092FAE9AF}"/>
                </a:ext>
              </a:extLst>
            </p:cNvPr>
            <p:cNvSpPr txBox="1"/>
            <p:nvPr/>
          </p:nvSpPr>
          <p:spPr>
            <a:xfrm>
              <a:off x="395620" y="3030463"/>
              <a:ext cx="4588191" cy="6393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342900" indent="-342900" algn="r">
                <a:buFont typeface="Arial" panose="020B0604020202020204" pitchFamily="34" charset="0"/>
                <a:buChar char="•"/>
              </a:pPr>
              <a:r>
                <a:rPr lang="fr-CM" sz="2000" b="1" dirty="0" smtClean="0"/>
                <a:t>MATÉRIEL DE TRAITEMENT INCOMPLET </a:t>
              </a:r>
              <a:endParaRPr lang="en-US" sz="3200" b="1" dirty="0">
                <a:solidFill>
                  <a:schemeClr val="accent2"/>
                </a:solidFill>
              </a:endParaRPr>
            </a:p>
          </p:txBody>
        </p:sp>
      </p:grpSp>
      <p:grpSp>
        <p:nvGrpSpPr>
          <p:cNvPr id="86" name="Group 2">
            <a:extLst>
              <a:ext uri="{FF2B5EF4-FFF2-40B4-BE49-F238E27FC236}">
                <a16:creationId xmlns:a16="http://schemas.microsoft.com/office/drawing/2014/main" id="{837E05F8-5A7F-4953-9A5D-C64E1D5B7780}"/>
              </a:ext>
            </a:extLst>
          </p:cNvPr>
          <p:cNvGrpSpPr/>
          <p:nvPr/>
        </p:nvGrpSpPr>
        <p:grpSpPr>
          <a:xfrm>
            <a:off x="6347703" y="4769195"/>
            <a:ext cx="5966249" cy="2090381"/>
            <a:chOff x="7079234" y="2956788"/>
            <a:chExt cx="6042600" cy="911386"/>
          </a:xfrm>
        </p:grpSpPr>
        <p:sp>
          <p:nvSpPr>
            <p:cNvPr id="87" name="Rectangle 86">
              <a:extLst>
                <a:ext uri="{FF2B5EF4-FFF2-40B4-BE49-F238E27FC236}">
                  <a16:creationId xmlns:a16="http://schemas.microsoft.com/office/drawing/2014/main" id="{5E866539-4757-4E62-A34E-46EFCBD521CA}"/>
                </a:ext>
              </a:extLst>
            </p:cNvPr>
            <p:cNvSpPr/>
            <p:nvPr/>
          </p:nvSpPr>
          <p:spPr>
            <a:xfrm>
              <a:off x="7865283" y="3344842"/>
              <a:ext cx="4329588" cy="523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fr-CM" dirty="0"/>
                <a:t>Perte de l’ordonnance ou des fiches de suivis pouvant ainsi causer des confusions sur le traitement que le patient devrait normalement recevoir. </a:t>
              </a:r>
              <a:endParaRPr lang="en-US" sz="2400" dirty="0">
                <a:solidFill>
                  <a:schemeClr val="accent1"/>
                </a:solidFill>
              </a:endParaRPr>
            </a:p>
          </p:txBody>
        </p:sp>
        <p:sp>
          <p:nvSpPr>
            <p:cNvPr id="88" name="TextBox 47">
              <a:extLst>
                <a:ext uri="{FF2B5EF4-FFF2-40B4-BE49-F238E27FC236}">
                  <a16:creationId xmlns:a16="http://schemas.microsoft.com/office/drawing/2014/main" id="{B35A031D-1153-48D5-A15E-1B4092FAE9AF}"/>
                </a:ext>
              </a:extLst>
            </p:cNvPr>
            <p:cNvSpPr txBox="1"/>
            <p:nvPr/>
          </p:nvSpPr>
          <p:spPr>
            <a:xfrm>
              <a:off x="7079234" y="2956788"/>
              <a:ext cx="6042600" cy="3880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342900" marR="14605" lvl="0" indent="-342900" algn="just">
                <a:lnSpc>
                  <a:spcPct val="108000"/>
                </a:lnSpc>
                <a:spcBef>
                  <a:spcPts val="600"/>
                </a:spcBef>
                <a:spcAft>
                  <a:spcPts val="0"/>
                </a:spcAft>
                <a:buFont typeface="Symbol" panose="05050102010706020507" pitchFamily="18" charset="2"/>
                <a:buChar char=""/>
              </a:pPr>
              <a:r>
                <a:rPr lang="fr-CM" sz="1600" b="1" dirty="0" smtClean="0"/>
                <a:t>PRESCRIPTION MANUSCRITE DE L’ORDONNANCE DU PATIENT ;</a:t>
              </a:r>
              <a:endParaRPr lang="fr-FR" sz="1600" b="1" dirty="0" smtClean="0"/>
            </a:p>
            <a:p>
              <a:pPr marL="342900" marR="14605" lvl="0" indent="-342900" algn="just">
                <a:lnSpc>
                  <a:spcPct val="108000"/>
                </a:lnSpc>
                <a:spcAft>
                  <a:spcPts val="0"/>
                </a:spcAft>
                <a:buFont typeface="Symbol" panose="05050102010706020507" pitchFamily="18" charset="2"/>
                <a:buChar char=""/>
              </a:pPr>
              <a:r>
                <a:rPr lang="fr-CM" sz="1600" b="1" dirty="0" smtClean="0"/>
                <a:t>REMPLISSAGE MANUSCRIT DE LA FICHE DE SUIVI DU PATIENT ; </a:t>
              </a:r>
              <a:endParaRPr lang="fr-FR" sz="1600" b="1" dirty="0"/>
            </a:p>
            <a:p>
              <a:pPr marL="342900" marR="14605" lvl="0" indent="-342900" algn="just">
                <a:lnSpc>
                  <a:spcPct val="108000"/>
                </a:lnSpc>
                <a:spcAft>
                  <a:spcPts val="0"/>
                </a:spcAft>
                <a:buFont typeface="Symbol" panose="05050102010706020507" pitchFamily="18" charset="2"/>
                <a:buChar char=""/>
              </a:pPr>
              <a:r>
                <a:rPr lang="fr-FR" sz="1600" b="1" dirty="0" smtClean="0"/>
                <a:t>ET </a:t>
              </a:r>
              <a:r>
                <a:rPr lang="fr-CM" sz="1600" b="1" dirty="0" smtClean="0"/>
                <a:t>DE LA FICHE D’IDENTIFICATION DES MÉDICAMENTS UTILISÉS.</a:t>
              </a:r>
              <a:endParaRPr lang="fr-FR" sz="16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pic>
        <p:nvPicPr>
          <p:cNvPr id="3" name="Image 2"/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8765" y="2697892"/>
            <a:ext cx="2781057" cy="2022060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8751913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0800000">
                                      <p:cBhvr>
                                        <p:cTn id="52" dur="75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00B0F0"/>
            </a:gs>
            <a:gs pos="29000">
              <a:srgbClr val="368E79">
                <a:tint val="23500"/>
                <a:satMod val="160000"/>
                <a:lumMod val="0"/>
                <a:lumOff val="100000"/>
              </a:srgbClr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ensées 4"/>
          <p:cNvSpPr/>
          <p:nvPr/>
        </p:nvSpPr>
        <p:spPr>
          <a:xfrm>
            <a:off x="4000501" y="1576875"/>
            <a:ext cx="7727042" cy="5253167"/>
          </a:xfrm>
          <a:prstGeom prst="cloudCallout">
            <a:avLst>
              <a:gd name="adj1" fmla="val -67194"/>
              <a:gd name="adj2" fmla="val -25185"/>
            </a:avLst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4000" b="1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2" name="Rectangle à coins arrondis 11"/>
          <p:cNvSpPr/>
          <p:nvPr/>
        </p:nvSpPr>
        <p:spPr>
          <a:xfrm>
            <a:off x="11458575" y="6254458"/>
            <a:ext cx="733425" cy="603541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b="1" dirty="0">
                <a:latin typeface="Cambria" panose="02040503050406030204" pitchFamily="18" charset="0"/>
                <a:ea typeface="Cambria" panose="02040503050406030204" pitchFamily="18" charset="0"/>
              </a:rPr>
              <a:t>8</a:t>
            </a:r>
          </a:p>
        </p:txBody>
      </p:sp>
      <p:sp>
        <p:nvSpPr>
          <p:cNvPr id="2" name="Rectangle 1"/>
          <p:cNvSpPr/>
          <p:nvPr/>
        </p:nvSpPr>
        <p:spPr>
          <a:xfrm>
            <a:off x="4816022" y="2995180"/>
            <a:ext cx="6230520" cy="29700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85725" marR="14605" indent="44958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fr-CM" sz="2000" b="1" dirty="0" smtClean="0"/>
              <a:t>COMMENT LA DIGITALISATION DES PRATIQUES CLINIQUES PEUT-ELLE AMÉLIORER LA QUALITÉ DES SOINS EN RÉANIMATION TOUT EN GARANTISSANT LA SÉCURITÉ ET LA CONFIDENTIALITÉ DES DONNÉES DES PATIENTS ?</a:t>
            </a:r>
            <a:endParaRPr lang="fr-FR" sz="2000" b="1" dirty="0" smtClean="0"/>
          </a:p>
          <a:p>
            <a:pPr marL="85725" marR="14605" indent="44958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endParaRPr lang="fr-FR" dirty="0">
              <a:solidFill>
                <a:srgbClr val="000000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grpSp>
        <p:nvGrpSpPr>
          <p:cNvPr id="7" name="Groupe 6">
            <a:extLst>
              <a:ext uri="{FF2B5EF4-FFF2-40B4-BE49-F238E27FC236}">
                <a16:creationId xmlns:a16="http://schemas.microsoft.com/office/drawing/2014/main" id="{95504EEF-9FFF-4C9F-9F16-51EAA47DED1B}"/>
              </a:ext>
            </a:extLst>
          </p:cNvPr>
          <p:cNvGrpSpPr/>
          <p:nvPr/>
        </p:nvGrpSpPr>
        <p:grpSpPr>
          <a:xfrm>
            <a:off x="661635" y="87337"/>
            <a:ext cx="10796940" cy="928663"/>
            <a:chOff x="413054" y="114664"/>
            <a:chExt cx="12573585" cy="992947"/>
          </a:xfrm>
          <a:solidFill>
            <a:srgbClr val="00B050"/>
          </a:solidFill>
        </p:grpSpPr>
        <p:sp>
          <p:nvSpPr>
            <p:cNvPr id="8" name="Signalisation droite 5">
              <a:extLst>
                <a:ext uri="{FF2B5EF4-FFF2-40B4-BE49-F238E27FC236}">
                  <a16:creationId xmlns:a16="http://schemas.microsoft.com/office/drawing/2014/main" id="{BE092505-8B09-B74D-AB5D-F737400CEEDB}"/>
                </a:ext>
              </a:extLst>
            </p:cNvPr>
            <p:cNvSpPr/>
            <p:nvPr/>
          </p:nvSpPr>
          <p:spPr>
            <a:xfrm>
              <a:off x="1675627" y="114664"/>
              <a:ext cx="11311012" cy="923525"/>
            </a:xfrm>
            <a:prstGeom prst="homePlate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pPr algn="ctr"/>
              <a:r>
                <a:rPr lang="fr-FR" sz="3200" b="1" dirty="0" smtClean="0">
                  <a:latin typeface="Cambria" panose="02040503050406030204" pitchFamily="18" charset="0"/>
                  <a:ea typeface="Cambria" panose="02040503050406030204" pitchFamily="18" charset="0"/>
                </a:rPr>
                <a:t>PROBLEMATIQUE ET SOLUTIONS PROPOSEES</a:t>
              </a:r>
              <a:endParaRPr lang="fr-FR" sz="4800" b="1" dirty="0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9" name="Larme 8">
              <a:extLst>
                <a:ext uri="{FF2B5EF4-FFF2-40B4-BE49-F238E27FC236}">
                  <a16:creationId xmlns:a16="http://schemas.microsoft.com/office/drawing/2014/main" id="{D9D66D36-2DC1-4453-91F8-DFC07EE7998C}"/>
                </a:ext>
              </a:extLst>
            </p:cNvPr>
            <p:cNvSpPr/>
            <p:nvPr/>
          </p:nvSpPr>
          <p:spPr>
            <a:xfrm>
              <a:off x="413054" y="184084"/>
              <a:ext cx="1262573" cy="923527"/>
            </a:xfrm>
            <a:prstGeom prst="teardrop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CM" sz="5400" b="1" dirty="0"/>
                <a:t>3</a:t>
              </a:r>
            </a:p>
          </p:txBody>
        </p:sp>
      </p:grpSp>
      <p:pic>
        <p:nvPicPr>
          <p:cNvPr id="3" name="Image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01" y="1080925"/>
            <a:ext cx="3708854" cy="5777073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0" name="ZoneTexte 9"/>
          <p:cNvSpPr txBox="1"/>
          <p:nvPr/>
        </p:nvSpPr>
        <p:spPr>
          <a:xfrm>
            <a:off x="3274798" y="1250339"/>
            <a:ext cx="43501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2800" b="1" dirty="0" smtClean="0">
                <a:solidFill>
                  <a:srgbClr val="00B0F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PROBLAMATIQUE</a:t>
            </a:r>
            <a:endParaRPr lang="fr-FR" sz="2800" b="1" dirty="0">
              <a:solidFill>
                <a:srgbClr val="00B0F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0758631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72000">
              <a:schemeClr val="bg1"/>
            </a:gs>
            <a:gs pos="17000">
              <a:schemeClr val="bg1"/>
            </a:gs>
            <a:gs pos="100000">
              <a:srgbClr val="00B0F0"/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à coins arrondis 11"/>
          <p:cNvSpPr/>
          <p:nvPr/>
        </p:nvSpPr>
        <p:spPr>
          <a:xfrm>
            <a:off x="11458575" y="6254458"/>
            <a:ext cx="733425" cy="603541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b="1" dirty="0">
                <a:latin typeface="Cambria" panose="02040503050406030204" pitchFamily="18" charset="0"/>
                <a:ea typeface="Cambria" panose="02040503050406030204" pitchFamily="18" charset="0"/>
              </a:rPr>
              <a:t>7</a:t>
            </a:r>
          </a:p>
        </p:txBody>
      </p:sp>
      <p:grpSp>
        <p:nvGrpSpPr>
          <p:cNvPr id="13" name="Group 39">
            <a:extLst>
              <a:ext uri="{FF2B5EF4-FFF2-40B4-BE49-F238E27FC236}">
                <a16:creationId xmlns:a16="http://schemas.microsoft.com/office/drawing/2014/main" id="{C24C91F1-5F8D-48DB-8772-1D14287657E4}"/>
              </a:ext>
            </a:extLst>
          </p:cNvPr>
          <p:cNvGrpSpPr/>
          <p:nvPr/>
        </p:nvGrpSpPr>
        <p:grpSpPr>
          <a:xfrm>
            <a:off x="1988248" y="3506954"/>
            <a:ext cx="9795415" cy="1457325"/>
            <a:chOff x="1193006" y="2697956"/>
            <a:chExt cx="9795415" cy="1457325"/>
          </a:xfrm>
        </p:grpSpPr>
        <p:sp>
          <p:nvSpPr>
            <p:cNvPr id="14" name="Freeform: Shape 3">
              <a:extLst>
                <a:ext uri="{FF2B5EF4-FFF2-40B4-BE49-F238E27FC236}">
                  <a16:creationId xmlns:a16="http://schemas.microsoft.com/office/drawing/2014/main" id="{DF4F4132-0C38-4827-B9A8-6B8B847F190B}"/>
                </a:ext>
              </a:extLst>
            </p:cNvPr>
            <p:cNvSpPr/>
            <p:nvPr/>
          </p:nvSpPr>
          <p:spPr>
            <a:xfrm>
              <a:off x="1193006" y="2697956"/>
              <a:ext cx="1457325" cy="1457325"/>
            </a:xfrm>
            <a:custGeom>
              <a:avLst/>
              <a:gdLst>
                <a:gd name="connsiteX0" fmla="*/ 7144 w 1457325"/>
                <a:gd name="connsiteY0" fmla="*/ 7144 h 1457325"/>
                <a:gd name="connsiteX1" fmla="*/ 1459325 w 1457325"/>
                <a:gd name="connsiteY1" fmla="*/ 1459325 h 1457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457325" h="1457325">
                  <a:moveTo>
                    <a:pt x="7144" y="7144"/>
                  </a:moveTo>
                  <a:lnTo>
                    <a:pt x="1459325" y="1459325"/>
                  </a:lnTo>
                </a:path>
              </a:pathLst>
            </a:custGeom>
            <a:ln w="9525" cap="rnd">
              <a:solidFill>
                <a:srgbClr val="0A1931">
                  <a:alpha val="35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4">
              <a:extLst>
                <a:ext uri="{FF2B5EF4-FFF2-40B4-BE49-F238E27FC236}">
                  <a16:creationId xmlns:a16="http://schemas.microsoft.com/office/drawing/2014/main" id="{9396EBC1-C243-412F-9B85-7768289D692F}"/>
                </a:ext>
              </a:extLst>
            </p:cNvPr>
            <p:cNvSpPr/>
            <p:nvPr/>
          </p:nvSpPr>
          <p:spPr>
            <a:xfrm>
              <a:off x="2384202" y="2697956"/>
              <a:ext cx="1457325" cy="1457325"/>
            </a:xfrm>
            <a:custGeom>
              <a:avLst/>
              <a:gdLst>
                <a:gd name="connsiteX0" fmla="*/ 7144 w 1457325"/>
                <a:gd name="connsiteY0" fmla="*/ 7144 h 1457325"/>
                <a:gd name="connsiteX1" fmla="*/ 1459325 w 1457325"/>
                <a:gd name="connsiteY1" fmla="*/ 1459325 h 1457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457325" h="1457325">
                  <a:moveTo>
                    <a:pt x="7144" y="7144"/>
                  </a:moveTo>
                  <a:lnTo>
                    <a:pt x="1459325" y="1459325"/>
                  </a:lnTo>
                </a:path>
              </a:pathLst>
            </a:custGeom>
            <a:ln w="9525" cap="rnd">
              <a:solidFill>
                <a:srgbClr val="0A1931">
                  <a:alpha val="35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5">
              <a:extLst>
                <a:ext uri="{FF2B5EF4-FFF2-40B4-BE49-F238E27FC236}">
                  <a16:creationId xmlns:a16="http://schemas.microsoft.com/office/drawing/2014/main" id="{F812C878-B294-44D6-AD36-E882A6E930FE}"/>
                </a:ext>
              </a:extLst>
            </p:cNvPr>
            <p:cNvSpPr/>
            <p:nvPr/>
          </p:nvSpPr>
          <p:spPr>
            <a:xfrm>
              <a:off x="3575304" y="2697956"/>
              <a:ext cx="1457325" cy="1457325"/>
            </a:xfrm>
            <a:custGeom>
              <a:avLst/>
              <a:gdLst>
                <a:gd name="connsiteX0" fmla="*/ 7144 w 1457325"/>
                <a:gd name="connsiteY0" fmla="*/ 7144 h 1457325"/>
                <a:gd name="connsiteX1" fmla="*/ 1459325 w 1457325"/>
                <a:gd name="connsiteY1" fmla="*/ 1459325 h 1457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457325" h="1457325">
                  <a:moveTo>
                    <a:pt x="7144" y="7144"/>
                  </a:moveTo>
                  <a:lnTo>
                    <a:pt x="1459325" y="1459325"/>
                  </a:lnTo>
                </a:path>
              </a:pathLst>
            </a:custGeom>
            <a:ln w="9525" cap="rnd">
              <a:solidFill>
                <a:srgbClr val="0A1931">
                  <a:alpha val="35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6">
              <a:extLst>
                <a:ext uri="{FF2B5EF4-FFF2-40B4-BE49-F238E27FC236}">
                  <a16:creationId xmlns:a16="http://schemas.microsoft.com/office/drawing/2014/main" id="{D5BF7F3E-C061-4516-9F5F-58DE0E1B2D1A}"/>
                </a:ext>
              </a:extLst>
            </p:cNvPr>
            <p:cNvSpPr/>
            <p:nvPr/>
          </p:nvSpPr>
          <p:spPr>
            <a:xfrm>
              <a:off x="4766500" y="2697956"/>
              <a:ext cx="1457325" cy="1457325"/>
            </a:xfrm>
            <a:custGeom>
              <a:avLst/>
              <a:gdLst>
                <a:gd name="connsiteX0" fmla="*/ 7144 w 1457325"/>
                <a:gd name="connsiteY0" fmla="*/ 7144 h 1457325"/>
                <a:gd name="connsiteX1" fmla="*/ 1459325 w 1457325"/>
                <a:gd name="connsiteY1" fmla="*/ 1459325 h 1457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457325" h="1457325">
                  <a:moveTo>
                    <a:pt x="7144" y="7144"/>
                  </a:moveTo>
                  <a:lnTo>
                    <a:pt x="1459325" y="1459325"/>
                  </a:lnTo>
                </a:path>
              </a:pathLst>
            </a:custGeom>
            <a:ln w="9525" cap="rnd">
              <a:solidFill>
                <a:srgbClr val="0A1931">
                  <a:alpha val="35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7">
              <a:extLst>
                <a:ext uri="{FF2B5EF4-FFF2-40B4-BE49-F238E27FC236}">
                  <a16:creationId xmlns:a16="http://schemas.microsoft.com/office/drawing/2014/main" id="{6EF891FF-7EA0-4772-9E66-9BB52887E12F}"/>
                </a:ext>
              </a:extLst>
            </p:cNvPr>
            <p:cNvSpPr/>
            <p:nvPr/>
          </p:nvSpPr>
          <p:spPr>
            <a:xfrm>
              <a:off x="5957601" y="2697956"/>
              <a:ext cx="1457325" cy="1457325"/>
            </a:xfrm>
            <a:custGeom>
              <a:avLst/>
              <a:gdLst>
                <a:gd name="connsiteX0" fmla="*/ 7144 w 1457325"/>
                <a:gd name="connsiteY0" fmla="*/ 7144 h 1457325"/>
                <a:gd name="connsiteX1" fmla="*/ 1459325 w 1457325"/>
                <a:gd name="connsiteY1" fmla="*/ 1459325 h 1457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457325" h="1457325">
                  <a:moveTo>
                    <a:pt x="7144" y="7144"/>
                  </a:moveTo>
                  <a:lnTo>
                    <a:pt x="1459325" y="1459325"/>
                  </a:lnTo>
                </a:path>
              </a:pathLst>
            </a:custGeom>
            <a:ln w="9525" cap="rnd">
              <a:solidFill>
                <a:srgbClr val="0A1931">
                  <a:alpha val="35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8">
              <a:extLst>
                <a:ext uri="{FF2B5EF4-FFF2-40B4-BE49-F238E27FC236}">
                  <a16:creationId xmlns:a16="http://schemas.microsoft.com/office/drawing/2014/main" id="{F939B7A8-35B8-4EB9-B26C-B72AC015DD02}"/>
                </a:ext>
              </a:extLst>
            </p:cNvPr>
            <p:cNvSpPr/>
            <p:nvPr/>
          </p:nvSpPr>
          <p:spPr>
            <a:xfrm>
              <a:off x="7148798" y="2697956"/>
              <a:ext cx="1457325" cy="1457325"/>
            </a:xfrm>
            <a:custGeom>
              <a:avLst/>
              <a:gdLst>
                <a:gd name="connsiteX0" fmla="*/ 7144 w 1457325"/>
                <a:gd name="connsiteY0" fmla="*/ 7144 h 1457325"/>
                <a:gd name="connsiteX1" fmla="*/ 1459325 w 1457325"/>
                <a:gd name="connsiteY1" fmla="*/ 1459325 h 1457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457325" h="1457325">
                  <a:moveTo>
                    <a:pt x="7144" y="7144"/>
                  </a:moveTo>
                  <a:lnTo>
                    <a:pt x="1459325" y="1459325"/>
                  </a:lnTo>
                </a:path>
              </a:pathLst>
            </a:custGeom>
            <a:ln w="9525" cap="rnd">
              <a:solidFill>
                <a:srgbClr val="0A1931">
                  <a:alpha val="35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9">
              <a:extLst>
                <a:ext uri="{FF2B5EF4-FFF2-40B4-BE49-F238E27FC236}">
                  <a16:creationId xmlns:a16="http://schemas.microsoft.com/office/drawing/2014/main" id="{9C139A8D-7273-43EA-871E-A811A66A83C4}"/>
                </a:ext>
              </a:extLst>
            </p:cNvPr>
            <p:cNvSpPr/>
            <p:nvPr/>
          </p:nvSpPr>
          <p:spPr>
            <a:xfrm>
              <a:off x="8339899" y="2697956"/>
              <a:ext cx="1457325" cy="1457325"/>
            </a:xfrm>
            <a:custGeom>
              <a:avLst/>
              <a:gdLst>
                <a:gd name="connsiteX0" fmla="*/ 7144 w 1457325"/>
                <a:gd name="connsiteY0" fmla="*/ 7144 h 1457325"/>
                <a:gd name="connsiteX1" fmla="*/ 1459325 w 1457325"/>
                <a:gd name="connsiteY1" fmla="*/ 1459325 h 1457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457325" h="1457325">
                  <a:moveTo>
                    <a:pt x="7144" y="7144"/>
                  </a:moveTo>
                  <a:lnTo>
                    <a:pt x="1459325" y="1459325"/>
                  </a:lnTo>
                </a:path>
              </a:pathLst>
            </a:custGeom>
            <a:ln w="9525" cap="rnd">
              <a:solidFill>
                <a:srgbClr val="0A1931">
                  <a:alpha val="35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10">
              <a:extLst>
                <a:ext uri="{FF2B5EF4-FFF2-40B4-BE49-F238E27FC236}">
                  <a16:creationId xmlns:a16="http://schemas.microsoft.com/office/drawing/2014/main" id="{2232CDBD-0383-4423-AF95-C34F9979ACAB}"/>
                </a:ext>
              </a:extLst>
            </p:cNvPr>
            <p:cNvSpPr/>
            <p:nvPr/>
          </p:nvSpPr>
          <p:spPr>
            <a:xfrm>
              <a:off x="9531096" y="2697956"/>
              <a:ext cx="1457325" cy="1457325"/>
            </a:xfrm>
            <a:custGeom>
              <a:avLst/>
              <a:gdLst>
                <a:gd name="connsiteX0" fmla="*/ 7144 w 1457325"/>
                <a:gd name="connsiteY0" fmla="*/ 7144 h 1457325"/>
                <a:gd name="connsiteX1" fmla="*/ 1459325 w 1457325"/>
                <a:gd name="connsiteY1" fmla="*/ 1459325 h 1457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457325" h="1457325">
                  <a:moveTo>
                    <a:pt x="7144" y="7144"/>
                  </a:moveTo>
                  <a:lnTo>
                    <a:pt x="1459325" y="1459325"/>
                  </a:lnTo>
                </a:path>
              </a:pathLst>
            </a:custGeom>
            <a:ln w="9525" cap="rnd">
              <a:solidFill>
                <a:srgbClr val="0A1931">
                  <a:alpha val="35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11">
              <a:extLst>
                <a:ext uri="{FF2B5EF4-FFF2-40B4-BE49-F238E27FC236}">
                  <a16:creationId xmlns:a16="http://schemas.microsoft.com/office/drawing/2014/main" id="{22F53FC5-C6BE-4F4A-80F2-C44890CDF0EE}"/>
                </a:ext>
              </a:extLst>
            </p:cNvPr>
            <p:cNvSpPr/>
            <p:nvPr/>
          </p:nvSpPr>
          <p:spPr>
            <a:xfrm>
              <a:off x="9531096" y="2697956"/>
              <a:ext cx="1457325" cy="1457325"/>
            </a:xfrm>
            <a:custGeom>
              <a:avLst/>
              <a:gdLst>
                <a:gd name="connsiteX0" fmla="*/ 1459325 w 1457325"/>
                <a:gd name="connsiteY0" fmla="*/ 7144 h 1457325"/>
                <a:gd name="connsiteX1" fmla="*/ 7144 w 1457325"/>
                <a:gd name="connsiteY1" fmla="*/ 1459325 h 1457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457325" h="1457325">
                  <a:moveTo>
                    <a:pt x="1459325" y="7144"/>
                  </a:moveTo>
                  <a:lnTo>
                    <a:pt x="7144" y="1459325"/>
                  </a:lnTo>
                </a:path>
              </a:pathLst>
            </a:custGeom>
            <a:ln w="9525" cap="rnd">
              <a:solidFill>
                <a:srgbClr val="0A1931">
                  <a:alpha val="35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12">
              <a:extLst>
                <a:ext uri="{FF2B5EF4-FFF2-40B4-BE49-F238E27FC236}">
                  <a16:creationId xmlns:a16="http://schemas.microsoft.com/office/drawing/2014/main" id="{B90F78D0-6FAE-4D8E-9F17-8C95831E9F18}"/>
                </a:ext>
              </a:extLst>
            </p:cNvPr>
            <p:cNvSpPr/>
            <p:nvPr/>
          </p:nvSpPr>
          <p:spPr>
            <a:xfrm>
              <a:off x="8339899" y="2697956"/>
              <a:ext cx="1457325" cy="1457325"/>
            </a:xfrm>
            <a:custGeom>
              <a:avLst/>
              <a:gdLst>
                <a:gd name="connsiteX0" fmla="*/ 1459325 w 1457325"/>
                <a:gd name="connsiteY0" fmla="*/ 7144 h 1457325"/>
                <a:gd name="connsiteX1" fmla="*/ 7144 w 1457325"/>
                <a:gd name="connsiteY1" fmla="*/ 1459325 h 1457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457325" h="1457325">
                  <a:moveTo>
                    <a:pt x="1459325" y="7144"/>
                  </a:moveTo>
                  <a:lnTo>
                    <a:pt x="7144" y="1459325"/>
                  </a:lnTo>
                </a:path>
              </a:pathLst>
            </a:custGeom>
            <a:ln w="9525" cap="rnd">
              <a:solidFill>
                <a:srgbClr val="0A1931">
                  <a:alpha val="35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13">
              <a:extLst>
                <a:ext uri="{FF2B5EF4-FFF2-40B4-BE49-F238E27FC236}">
                  <a16:creationId xmlns:a16="http://schemas.microsoft.com/office/drawing/2014/main" id="{0037ACEF-AE43-4F5B-9425-2A9B9E5BF64E}"/>
                </a:ext>
              </a:extLst>
            </p:cNvPr>
            <p:cNvSpPr/>
            <p:nvPr/>
          </p:nvSpPr>
          <p:spPr>
            <a:xfrm>
              <a:off x="7148798" y="2697956"/>
              <a:ext cx="1457325" cy="1457325"/>
            </a:xfrm>
            <a:custGeom>
              <a:avLst/>
              <a:gdLst>
                <a:gd name="connsiteX0" fmla="*/ 1459325 w 1457325"/>
                <a:gd name="connsiteY0" fmla="*/ 7144 h 1457325"/>
                <a:gd name="connsiteX1" fmla="*/ 7144 w 1457325"/>
                <a:gd name="connsiteY1" fmla="*/ 1459325 h 1457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457325" h="1457325">
                  <a:moveTo>
                    <a:pt x="1459325" y="7144"/>
                  </a:moveTo>
                  <a:lnTo>
                    <a:pt x="7144" y="1459325"/>
                  </a:lnTo>
                </a:path>
              </a:pathLst>
            </a:custGeom>
            <a:ln w="9525" cap="rnd">
              <a:solidFill>
                <a:srgbClr val="0A1931">
                  <a:alpha val="35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14">
              <a:extLst>
                <a:ext uri="{FF2B5EF4-FFF2-40B4-BE49-F238E27FC236}">
                  <a16:creationId xmlns:a16="http://schemas.microsoft.com/office/drawing/2014/main" id="{1C2CF717-9BA2-403F-9619-4213D0A0F363}"/>
                </a:ext>
              </a:extLst>
            </p:cNvPr>
            <p:cNvSpPr/>
            <p:nvPr/>
          </p:nvSpPr>
          <p:spPr>
            <a:xfrm>
              <a:off x="5957601" y="2697956"/>
              <a:ext cx="1457325" cy="1457325"/>
            </a:xfrm>
            <a:custGeom>
              <a:avLst/>
              <a:gdLst>
                <a:gd name="connsiteX0" fmla="*/ 1459325 w 1457325"/>
                <a:gd name="connsiteY0" fmla="*/ 7144 h 1457325"/>
                <a:gd name="connsiteX1" fmla="*/ 7144 w 1457325"/>
                <a:gd name="connsiteY1" fmla="*/ 1459325 h 1457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457325" h="1457325">
                  <a:moveTo>
                    <a:pt x="1459325" y="7144"/>
                  </a:moveTo>
                  <a:lnTo>
                    <a:pt x="7144" y="1459325"/>
                  </a:lnTo>
                </a:path>
              </a:pathLst>
            </a:custGeom>
            <a:ln w="9525" cap="rnd">
              <a:solidFill>
                <a:srgbClr val="0A1931">
                  <a:alpha val="35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15">
              <a:extLst>
                <a:ext uri="{FF2B5EF4-FFF2-40B4-BE49-F238E27FC236}">
                  <a16:creationId xmlns:a16="http://schemas.microsoft.com/office/drawing/2014/main" id="{336BC861-8FE3-4F05-9C81-855BB82AAF3C}"/>
                </a:ext>
              </a:extLst>
            </p:cNvPr>
            <p:cNvSpPr/>
            <p:nvPr/>
          </p:nvSpPr>
          <p:spPr>
            <a:xfrm>
              <a:off x="4766500" y="2697956"/>
              <a:ext cx="1457325" cy="1457325"/>
            </a:xfrm>
            <a:custGeom>
              <a:avLst/>
              <a:gdLst>
                <a:gd name="connsiteX0" fmla="*/ 1459325 w 1457325"/>
                <a:gd name="connsiteY0" fmla="*/ 7144 h 1457325"/>
                <a:gd name="connsiteX1" fmla="*/ 7144 w 1457325"/>
                <a:gd name="connsiteY1" fmla="*/ 1459325 h 1457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457325" h="1457325">
                  <a:moveTo>
                    <a:pt x="1459325" y="7144"/>
                  </a:moveTo>
                  <a:lnTo>
                    <a:pt x="7144" y="1459325"/>
                  </a:lnTo>
                </a:path>
              </a:pathLst>
            </a:custGeom>
            <a:ln w="9525" cap="rnd">
              <a:solidFill>
                <a:srgbClr val="0A1931">
                  <a:alpha val="35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16">
              <a:extLst>
                <a:ext uri="{FF2B5EF4-FFF2-40B4-BE49-F238E27FC236}">
                  <a16:creationId xmlns:a16="http://schemas.microsoft.com/office/drawing/2014/main" id="{A78557D0-2C17-4F1D-BA38-AC1C75BBFB1A}"/>
                </a:ext>
              </a:extLst>
            </p:cNvPr>
            <p:cNvSpPr/>
            <p:nvPr/>
          </p:nvSpPr>
          <p:spPr>
            <a:xfrm>
              <a:off x="3575304" y="2697956"/>
              <a:ext cx="1457325" cy="1457325"/>
            </a:xfrm>
            <a:custGeom>
              <a:avLst/>
              <a:gdLst>
                <a:gd name="connsiteX0" fmla="*/ 1459325 w 1457325"/>
                <a:gd name="connsiteY0" fmla="*/ 7144 h 1457325"/>
                <a:gd name="connsiteX1" fmla="*/ 7144 w 1457325"/>
                <a:gd name="connsiteY1" fmla="*/ 1459325 h 1457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457325" h="1457325">
                  <a:moveTo>
                    <a:pt x="1459325" y="7144"/>
                  </a:moveTo>
                  <a:lnTo>
                    <a:pt x="7144" y="1459325"/>
                  </a:lnTo>
                </a:path>
              </a:pathLst>
            </a:custGeom>
            <a:ln w="9525" cap="rnd">
              <a:solidFill>
                <a:srgbClr val="0A1931">
                  <a:alpha val="35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17">
              <a:extLst>
                <a:ext uri="{FF2B5EF4-FFF2-40B4-BE49-F238E27FC236}">
                  <a16:creationId xmlns:a16="http://schemas.microsoft.com/office/drawing/2014/main" id="{A1DC1C66-567D-4611-9D6C-1392249C46A1}"/>
                </a:ext>
              </a:extLst>
            </p:cNvPr>
            <p:cNvSpPr/>
            <p:nvPr/>
          </p:nvSpPr>
          <p:spPr>
            <a:xfrm>
              <a:off x="2384202" y="2697956"/>
              <a:ext cx="1457325" cy="1457325"/>
            </a:xfrm>
            <a:custGeom>
              <a:avLst/>
              <a:gdLst>
                <a:gd name="connsiteX0" fmla="*/ 1459325 w 1457325"/>
                <a:gd name="connsiteY0" fmla="*/ 7144 h 1457325"/>
                <a:gd name="connsiteX1" fmla="*/ 7144 w 1457325"/>
                <a:gd name="connsiteY1" fmla="*/ 1459325 h 1457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457325" h="1457325">
                  <a:moveTo>
                    <a:pt x="1459325" y="7144"/>
                  </a:moveTo>
                  <a:lnTo>
                    <a:pt x="7144" y="1459325"/>
                  </a:lnTo>
                </a:path>
              </a:pathLst>
            </a:custGeom>
            <a:ln w="9525" cap="rnd">
              <a:solidFill>
                <a:srgbClr val="0A1931">
                  <a:alpha val="35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18">
              <a:extLst>
                <a:ext uri="{FF2B5EF4-FFF2-40B4-BE49-F238E27FC236}">
                  <a16:creationId xmlns:a16="http://schemas.microsoft.com/office/drawing/2014/main" id="{D4782C0F-592D-4205-8E69-6BB21ADF0B04}"/>
                </a:ext>
              </a:extLst>
            </p:cNvPr>
            <p:cNvSpPr/>
            <p:nvPr/>
          </p:nvSpPr>
          <p:spPr>
            <a:xfrm>
              <a:off x="1193006" y="2697956"/>
              <a:ext cx="1457325" cy="1457325"/>
            </a:xfrm>
            <a:custGeom>
              <a:avLst/>
              <a:gdLst>
                <a:gd name="connsiteX0" fmla="*/ 1459325 w 1457325"/>
                <a:gd name="connsiteY0" fmla="*/ 7144 h 1457325"/>
                <a:gd name="connsiteX1" fmla="*/ 7144 w 1457325"/>
                <a:gd name="connsiteY1" fmla="*/ 1459325 h 1457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457325" h="1457325">
                  <a:moveTo>
                    <a:pt x="1459325" y="7144"/>
                  </a:moveTo>
                  <a:lnTo>
                    <a:pt x="7144" y="1459325"/>
                  </a:lnTo>
                </a:path>
              </a:pathLst>
            </a:custGeom>
            <a:ln w="9525" cap="rnd">
              <a:solidFill>
                <a:srgbClr val="0A1931">
                  <a:alpha val="35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0" name="Freeform: Shape 19">
            <a:extLst>
              <a:ext uri="{FF2B5EF4-FFF2-40B4-BE49-F238E27FC236}">
                <a16:creationId xmlns:a16="http://schemas.microsoft.com/office/drawing/2014/main" id="{91135E06-5103-4F6E-8162-6B22AF70B7DF}"/>
              </a:ext>
            </a:extLst>
          </p:cNvPr>
          <p:cNvSpPr/>
          <p:nvPr/>
        </p:nvSpPr>
        <p:spPr>
          <a:xfrm>
            <a:off x="2126168" y="3704598"/>
            <a:ext cx="1205103" cy="1074801"/>
          </a:xfrm>
          <a:custGeom>
            <a:avLst/>
            <a:gdLst>
              <a:gd name="connsiteX0" fmla="*/ 895636 w 1085850"/>
              <a:gd name="connsiteY0" fmla="*/ 1086231 h 1085850"/>
              <a:gd name="connsiteX1" fmla="*/ 197644 w 1085850"/>
              <a:gd name="connsiteY1" fmla="*/ 1086231 h 1085850"/>
              <a:gd name="connsiteX2" fmla="*/ 7144 w 1085850"/>
              <a:gd name="connsiteY2" fmla="*/ 895731 h 1085850"/>
              <a:gd name="connsiteX3" fmla="*/ 7144 w 1085850"/>
              <a:gd name="connsiteY3" fmla="*/ 197644 h 1085850"/>
              <a:gd name="connsiteX4" fmla="*/ 197644 w 1085850"/>
              <a:gd name="connsiteY4" fmla="*/ 7144 h 1085850"/>
              <a:gd name="connsiteX5" fmla="*/ 895731 w 1085850"/>
              <a:gd name="connsiteY5" fmla="*/ 7144 h 1085850"/>
              <a:gd name="connsiteX6" fmla="*/ 1086231 w 1085850"/>
              <a:gd name="connsiteY6" fmla="*/ 197644 h 1085850"/>
              <a:gd name="connsiteX7" fmla="*/ 1086231 w 1085850"/>
              <a:gd name="connsiteY7" fmla="*/ 895731 h 1085850"/>
              <a:gd name="connsiteX8" fmla="*/ 895636 w 1085850"/>
              <a:gd name="connsiteY8" fmla="*/ 1086231 h 10858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85850" h="1085850">
                <a:moveTo>
                  <a:pt x="895636" y="1086231"/>
                </a:moveTo>
                <a:lnTo>
                  <a:pt x="197644" y="1086231"/>
                </a:lnTo>
                <a:cubicBezTo>
                  <a:pt x="92393" y="1086231"/>
                  <a:pt x="7144" y="1000982"/>
                  <a:pt x="7144" y="895731"/>
                </a:cubicBezTo>
                <a:lnTo>
                  <a:pt x="7144" y="197644"/>
                </a:lnTo>
                <a:cubicBezTo>
                  <a:pt x="7144" y="92393"/>
                  <a:pt x="92393" y="7144"/>
                  <a:pt x="197644" y="7144"/>
                </a:cubicBezTo>
                <a:lnTo>
                  <a:pt x="895731" y="7144"/>
                </a:lnTo>
                <a:cubicBezTo>
                  <a:pt x="1000982" y="7144"/>
                  <a:pt x="1086231" y="92393"/>
                  <a:pt x="1086231" y="197644"/>
                </a:cubicBezTo>
                <a:lnTo>
                  <a:pt x="1086231" y="895731"/>
                </a:lnTo>
                <a:cubicBezTo>
                  <a:pt x="1086136" y="1000887"/>
                  <a:pt x="1000887" y="1086231"/>
                  <a:pt x="895636" y="1086231"/>
                </a:cubicBezTo>
                <a:close/>
              </a:path>
            </a:pathLst>
          </a:custGeom>
          <a:solidFill>
            <a:srgbClr val="EFEFEF"/>
          </a:solidFill>
          <a:ln w="9525" cap="flat">
            <a:noFill/>
            <a:prstDash val="solid"/>
            <a:miter/>
          </a:ln>
          <a:effectLst>
            <a:outerShdw blurRad="127000" sx="102000" sy="102000" algn="ctr" rotWithShape="0">
              <a:prstClr val="black">
                <a:alpha val="20000"/>
              </a:prst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/>
        </p:spPr>
        <p:txBody>
          <a:bodyPr rtlCol="0" anchor="ctr"/>
          <a:lstStyle/>
          <a:p>
            <a:endParaRPr lang="en-US"/>
          </a:p>
        </p:txBody>
      </p:sp>
      <p:sp>
        <p:nvSpPr>
          <p:cNvPr id="31" name="Freeform: Shape 24">
            <a:extLst>
              <a:ext uri="{FF2B5EF4-FFF2-40B4-BE49-F238E27FC236}">
                <a16:creationId xmlns:a16="http://schemas.microsoft.com/office/drawing/2014/main" id="{FBFA64D0-A9A1-45BC-BB06-03CC70BDE515}"/>
              </a:ext>
            </a:extLst>
          </p:cNvPr>
          <p:cNvSpPr/>
          <p:nvPr/>
        </p:nvSpPr>
        <p:spPr>
          <a:xfrm>
            <a:off x="2559081" y="3983204"/>
            <a:ext cx="504825" cy="504825"/>
          </a:xfrm>
          <a:custGeom>
            <a:avLst/>
            <a:gdLst>
              <a:gd name="connsiteX0" fmla="*/ 506825 w 504825"/>
              <a:gd name="connsiteY0" fmla="*/ 256985 h 504825"/>
              <a:gd name="connsiteX1" fmla="*/ 256984 w 504825"/>
              <a:gd name="connsiteY1" fmla="*/ 506825 h 504825"/>
              <a:gd name="connsiteX2" fmla="*/ 7144 w 504825"/>
              <a:gd name="connsiteY2" fmla="*/ 256985 h 504825"/>
              <a:gd name="connsiteX3" fmla="*/ 256984 w 504825"/>
              <a:gd name="connsiteY3" fmla="*/ 7144 h 504825"/>
              <a:gd name="connsiteX4" fmla="*/ 506825 w 504825"/>
              <a:gd name="connsiteY4" fmla="*/ 256985 h 504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4825" h="504825">
                <a:moveTo>
                  <a:pt x="506825" y="256985"/>
                </a:moveTo>
                <a:cubicBezTo>
                  <a:pt x="506825" y="394968"/>
                  <a:pt x="394968" y="506825"/>
                  <a:pt x="256984" y="506825"/>
                </a:cubicBezTo>
                <a:cubicBezTo>
                  <a:pt x="119001" y="506825"/>
                  <a:pt x="7144" y="394968"/>
                  <a:pt x="7144" y="256985"/>
                </a:cubicBezTo>
                <a:cubicBezTo>
                  <a:pt x="7144" y="119001"/>
                  <a:pt x="119001" y="7144"/>
                  <a:pt x="256984" y="7144"/>
                </a:cubicBezTo>
                <a:cubicBezTo>
                  <a:pt x="394968" y="7144"/>
                  <a:pt x="506825" y="119001"/>
                  <a:pt x="506825" y="256985"/>
                </a:cubicBezTo>
                <a:close/>
              </a:path>
            </a:pathLst>
          </a:custGeom>
          <a:solidFill>
            <a:srgbClr val="0A193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2" name="Freeform: Shape 29">
            <a:extLst>
              <a:ext uri="{FF2B5EF4-FFF2-40B4-BE49-F238E27FC236}">
                <a16:creationId xmlns:a16="http://schemas.microsoft.com/office/drawing/2014/main" id="{374AB686-A3D6-445A-A094-5AA92F4BB872}"/>
              </a:ext>
            </a:extLst>
          </p:cNvPr>
          <p:cNvSpPr/>
          <p:nvPr/>
        </p:nvSpPr>
        <p:spPr>
          <a:xfrm>
            <a:off x="2801778" y="4225901"/>
            <a:ext cx="28575" cy="1095375"/>
          </a:xfrm>
          <a:custGeom>
            <a:avLst/>
            <a:gdLst>
              <a:gd name="connsiteX0" fmla="*/ 14288 w 28575"/>
              <a:gd name="connsiteY0" fmla="*/ 14288 h 1095375"/>
              <a:gd name="connsiteX1" fmla="*/ 14288 w 28575"/>
              <a:gd name="connsiteY1" fmla="*/ 1082802 h 10953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8575" h="1095375">
                <a:moveTo>
                  <a:pt x="14288" y="14288"/>
                </a:moveTo>
                <a:lnTo>
                  <a:pt x="14288" y="1082802"/>
                </a:lnTo>
              </a:path>
            </a:pathLst>
          </a:custGeom>
          <a:ln w="19050" cap="flat">
            <a:solidFill>
              <a:srgbClr val="0A1931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3" name="Freeform: Shape 20">
            <a:extLst>
              <a:ext uri="{FF2B5EF4-FFF2-40B4-BE49-F238E27FC236}">
                <a16:creationId xmlns:a16="http://schemas.microsoft.com/office/drawing/2014/main" id="{49090680-9F27-4B59-BF35-A89A482660A3}"/>
              </a:ext>
            </a:extLst>
          </p:cNvPr>
          <p:cNvSpPr/>
          <p:nvPr/>
        </p:nvSpPr>
        <p:spPr>
          <a:xfrm>
            <a:off x="4306633" y="3693549"/>
            <a:ext cx="1085850" cy="1085850"/>
          </a:xfrm>
          <a:custGeom>
            <a:avLst/>
            <a:gdLst>
              <a:gd name="connsiteX0" fmla="*/ 895731 w 1085850"/>
              <a:gd name="connsiteY0" fmla="*/ 1086231 h 1085850"/>
              <a:gd name="connsiteX1" fmla="*/ 197644 w 1085850"/>
              <a:gd name="connsiteY1" fmla="*/ 1086231 h 1085850"/>
              <a:gd name="connsiteX2" fmla="*/ 7144 w 1085850"/>
              <a:gd name="connsiteY2" fmla="*/ 895731 h 1085850"/>
              <a:gd name="connsiteX3" fmla="*/ 7144 w 1085850"/>
              <a:gd name="connsiteY3" fmla="*/ 197644 h 1085850"/>
              <a:gd name="connsiteX4" fmla="*/ 197644 w 1085850"/>
              <a:gd name="connsiteY4" fmla="*/ 7144 h 1085850"/>
              <a:gd name="connsiteX5" fmla="*/ 895731 w 1085850"/>
              <a:gd name="connsiteY5" fmla="*/ 7144 h 1085850"/>
              <a:gd name="connsiteX6" fmla="*/ 1086231 w 1085850"/>
              <a:gd name="connsiteY6" fmla="*/ 197644 h 1085850"/>
              <a:gd name="connsiteX7" fmla="*/ 1086231 w 1085850"/>
              <a:gd name="connsiteY7" fmla="*/ 895731 h 1085850"/>
              <a:gd name="connsiteX8" fmla="*/ 895731 w 1085850"/>
              <a:gd name="connsiteY8" fmla="*/ 1086231 h 10858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85850" h="1085850">
                <a:moveTo>
                  <a:pt x="895731" y="1086231"/>
                </a:moveTo>
                <a:lnTo>
                  <a:pt x="197644" y="1086231"/>
                </a:lnTo>
                <a:cubicBezTo>
                  <a:pt x="92393" y="1086231"/>
                  <a:pt x="7144" y="1000982"/>
                  <a:pt x="7144" y="895731"/>
                </a:cubicBezTo>
                <a:lnTo>
                  <a:pt x="7144" y="197644"/>
                </a:lnTo>
                <a:cubicBezTo>
                  <a:pt x="7144" y="92393"/>
                  <a:pt x="92393" y="7144"/>
                  <a:pt x="197644" y="7144"/>
                </a:cubicBezTo>
                <a:lnTo>
                  <a:pt x="895731" y="7144"/>
                </a:lnTo>
                <a:cubicBezTo>
                  <a:pt x="1000982" y="7144"/>
                  <a:pt x="1086231" y="92393"/>
                  <a:pt x="1086231" y="197644"/>
                </a:cubicBezTo>
                <a:lnTo>
                  <a:pt x="1086231" y="895731"/>
                </a:lnTo>
                <a:cubicBezTo>
                  <a:pt x="1086231" y="1000887"/>
                  <a:pt x="1000887" y="1086231"/>
                  <a:pt x="895731" y="1086231"/>
                </a:cubicBezTo>
                <a:close/>
              </a:path>
            </a:pathLst>
          </a:custGeom>
          <a:solidFill>
            <a:srgbClr val="EFEFEF"/>
          </a:solidFill>
          <a:ln w="9525" cap="flat">
            <a:noFill/>
            <a:prstDash val="solid"/>
            <a:miter/>
          </a:ln>
          <a:effectLst>
            <a:outerShdw blurRad="127000" sx="102000" sy="102000" algn="ctr" rotWithShape="0">
              <a:prstClr val="black">
                <a:alpha val="20000"/>
              </a:prst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/>
        </p:spPr>
        <p:txBody>
          <a:bodyPr rtlCol="0" anchor="ctr"/>
          <a:lstStyle/>
          <a:p>
            <a:endParaRPr lang="en-US"/>
          </a:p>
        </p:txBody>
      </p:sp>
      <p:sp>
        <p:nvSpPr>
          <p:cNvPr id="34" name="Freeform: Shape 25">
            <a:extLst>
              <a:ext uri="{FF2B5EF4-FFF2-40B4-BE49-F238E27FC236}">
                <a16:creationId xmlns:a16="http://schemas.microsoft.com/office/drawing/2014/main" id="{CC3204D5-26E6-40A6-A4C0-62A3E951C594}"/>
              </a:ext>
            </a:extLst>
          </p:cNvPr>
          <p:cNvSpPr/>
          <p:nvPr/>
        </p:nvSpPr>
        <p:spPr>
          <a:xfrm>
            <a:off x="4596288" y="3997718"/>
            <a:ext cx="504825" cy="504825"/>
          </a:xfrm>
          <a:custGeom>
            <a:avLst/>
            <a:gdLst>
              <a:gd name="connsiteX0" fmla="*/ 506825 w 504825"/>
              <a:gd name="connsiteY0" fmla="*/ 256985 h 504825"/>
              <a:gd name="connsiteX1" fmla="*/ 256984 w 504825"/>
              <a:gd name="connsiteY1" fmla="*/ 506825 h 504825"/>
              <a:gd name="connsiteX2" fmla="*/ 7143 w 504825"/>
              <a:gd name="connsiteY2" fmla="*/ 256985 h 504825"/>
              <a:gd name="connsiteX3" fmla="*/ 256984 w 504825"/>
              <a:gd name="connsiteY3" fmla="*/ 7144 h 504825"/>
              <a:gd name="connsiteX4" fmla="*/ 506825 w 504825"/>
              <a:gd name="connsiteY4" fmla="*/ 256985 h 504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4825" h="504825">
                <a:moveTo>
                  <a:pt x="506825" y="256985"/>
                </a:moveTo>
                <a:cubicBezTo>
                  <a:pt x="506825" y="394968"/>
                  <a:pt x="394968" y="506825"/>
                  <a:pt x="256984" y="506825"/>
                </a:cubicBezTo>
                <a:cubicBezTo>
                  <a:pt x="119001" y="506825"/>
                  <a:pt x="7143" y="394968"/>
                  <a:pt x="7143" y="256985"/>
                </a:cubicBezTo>
                <a:cubicBezTo>
                  <a:pt x="7143" y="119001"/>
                  <a:pt x="119001" y="7144"/>
                  <a:pt x="256984" y="7144"/>
                </a:cubicBezTo>
                <a:cubicBezTo>
                  <a:pt x="394967" y="7144"/>
                  <a:pt x="506825" y="119001"/>
                  <a:pt x="506825" y="256985"/>
                </a:cubicBezTo>
                <a:close/>
              </a:path>
            </a:pathLst>
          </a:custGeom>
          <a:solidFill>
            <a:srgbClr val="00B0F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5" name="Freeform: Shape 30">
            <a:extLst>
              <a:ext uri="{FF2B5EF4-FFF2-40B4-BE49-F238E27FC236}">
                <a16:creationId xmlns:a16="http://schemas.microsoft.com/office/drawing/2014/main" id="{6E08EBF0-0919-4A05-91C5-29B7C7B18322}"/>
              </a:ext>
            </a:extLst>
          </p:cNvPr>
          <p:cNvSpPr/>
          <p:nvPr/>
        </p:nvSpPr>
        <p:spPr>
          <a:xfrm>
            <a:off x="4838985" y="3152148"/>
            <a:ext cx="28575" cy="1095375"/>
          </a:xfrm>
          <a:custGeom>
            <a:avLst/>
            <a:gdLst>
              <a:gd name="connsiteX0" fmla="*/ 14288 w 28575"/>
              <a:gd name="connsiteY0" fmla="*/ 14288 h 1095375"/>
              <a:gd name="connsiteX1" fmla="*/ 14288 w 28575"/>
              <a:gd name="connsiteY1" fmla="*/ 1082802 h 10953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8575" h="1095375">
                <a:moveTo>
                  <a:pt x="14288" y="14288"/>
                </a:moveTo>
                <a:lnTo>
                  <a:pt x="14288" y="1082802"/>
                </a:lnTo>
              </a:path>
            </a:pathLst>
          </a:custGeom>
          <a:ln w="19050" cap="flat">
            <a:solidFill>
              <a:srgbClr val="185ADB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6" name="Freeform: Shape 21">
            <a:extLst>
              <a:ext uri="{FF2B5EF4-FFF2-40B4-BE49-F238E27FC236}">
                <a16:creationId xmlns:a16="http://schemas.microsoft.com/office/drawing/2014/main" id="{C4CB2738-454A-4961-9AB8-71B180044293}"/>
              </a:ext>
            </a:extLst>
          </p:cNvPr>
          <p:cNvSpPr/>
          <p:nvPr/>
        </p:nvSpPr>
        <p:spPr>
          <a:xfrm>
            <a:off x="6343840" y="3693549"/>
            <a:ext cx="1085850" cy="1085850"/>
          </a:xfrm>
          <a:custGeom>
            <a:avLst/>
            <a:gdLst>
              <a:gd name="connsiteX0" fmla="*/ 895731 w 1085850"/>
              <a:gd name="connsiteY0" fmla="*/ 1086231 h 1085850"/>
              <a:gd name="connsiteX1" fmla="*/ 197644 w 1085850"/>
              <a:gd name="connsiteY1" fmla="*/ 1086231 h 1085850"/>
              <a:gd name="connsiteX2" fmla="*/ 7144 w 1085850"/>
              <a:gd name="connsiteY2" fmla="*/ 895731 h 1085850"/>
              <a:gd name="connsiteX3" fmla="*/ 7144 w 1085850"/>
              <a:gd name="connsiteY3" fmla="*/ 197644 h 1085850"/>
              <a:gd name="connsiteX4" fmla="*/ 197644 w 1085850"/>
              <a:gd name="connsiteY4" fmla="*/ 7144 h 1085850"/>
              <a:gd name="connsiteX5" fmla="*/ 895731 w 1085850"/>
              <a:gd name="connsiteY5" fmla="*/ 7144 h 1085850"/>
              <a:gd name="connsiteX6" fmla="*/ 1086231 w 1085850"/>
              <a:gd name="connsiteY6" fmla="*/ 197644 h 1085850"/>
              <a:gd name="connsiteX7" fmla="*/ 1086231 w 1085850"/>
              <a:gd name="connsiteY7" fmla="*/ 895731 h 1085850"/>
              <a:gd name="connsiteX8" fmla="*/ 895731 w 1085850"/>
              <a:gd name="connsiteY8" fmla="*/ 1086231 h 10858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85850" h="1085850">
                <a:moveTo>
                  <a:pt x="895731" y="1086231"/>
                </a:moveTo>
                <a:lnTo>
                  <a:pt x="197644" y="1086231"/>
                </a:lnTo>
                <a:cubicBezTo>
                  <a:pt x="92393" y="1086231"/>
                  <a:pt x="7144" y="1000982"/>
                  <a:pt x="7144" y="895731"/>
                </a:cubicBezTo>
                <a:lnTo>
                  <a:pt x="7144" y="197644"/>
                </a:lnTo>
                <a:cubicBezTo>
                  <a:pt x="7144" y="92393"/>
                  <a:pt x="92393" y="7144"/>
                  <a:pt x="197644" y="7144"/>
                </a:cubicBezTo>
                <a:lnTo>
                  <a:pt x="895731" y="7144"/>
                </a:lnTo>
                <a:cubicBezTo>
                  <a:pt x="1000982" y="7144"/>
                  <a:pt x="1086231" y="92393"/>
                  <a:pt x="1086231" y="197644"/>
                </a:cubicBezTo>
                <a:lnTo>
                  <a:pt x="1086231" y="895731"/>
                </a:lnTo>
                <a:cubicBezTo>
                  <a:pt x="1086231" y="1000887"/>
                  <a:pt x="1000887" y="1086231"/>
                  <a:pt x="895731" y="1086231"/>
                </a:cubicBezTo>
                <a:close/>
              </a:path>
            </a:pathLst>
          </a:custGeom>
          <a:solidFill>
            <a:srgbClr val="EFEFEF"/>
          </a:solidFill>
          <a:ln w="9525" cap="flat">
            <a:noFill/>
            <a:prstDash val="solid"/>
            <a:miter/>
          </a:ln>
          <a:effectLst>
            <a:outerShdw blurRad="127000" sx="102000" sy="102000" algn="ctr" rotWithShape="0">
              <a:prstClr val="black">
                <a:alpha val="20000"/>
              </a:prst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/>
        </p:spPr>
        <p:txBody>
          <a:bodyPr rtlCol="0" anchor="ctr"/>
          <a:lstStyle/>
          <a:p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7D46A9D2-3FF7-4F78-A944-0DD2233B96BD}"/>
              </a:ext>
            </a:extLst>
          </p:cNvPr>
          <p:cNvSpPr/>
          <p:nvPr/>
        </p:nvSpPr>
        <p:spPr>
          <a:xfrm>
            <a:off x="6663110" y="3997718"/>
            <a:ext cx="504825" cy="504825"/>
          </a:xfrm>
          <a:custGeom>
            <a:avLst/>
            <a:gdLst>
              <a:gd name="connsiteX0" fmla="*/ 506825 w 504825"/>
              <a:gd name="connsiteY0" fmla="*/ 256985 h 504825"/>
              <a:gd name="connsiteX1" fmla="*/ 256985 w 504825"/>
              <a:gd name="connsiteY1" fmla="*/ 506825 h 504825"/>
              <a:gd name="connsiteX2" fmla="*/ 7144 w 504825"/>
              <a:gd name="connsiteY2" fmla="*/ 256985 h 504825"/>
              <a:gd name="connsiteX3" fmla="*/ 256985 w 504825"/>
              <a:gd name="connsiteY3" fmla="*/ 7144 h 504825"/>
              <a:gd name="connsiteX4" fmla="*/ 506825 w 504825"/>
              <a:gd name="connsiteY4" fmla="*/ 256985 h 504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4825" h="504825">
                <a:moveTo>
                  <a:pt x="506825" y="256985"/>
                </a:moveTo>
                <a:cubicBezTo>
                  <a:pt x="506825" y="394968"/>
                  <a:pt x="394968" y="506825"/>
                  <a:pt x="256985" y="506825"/>
                </a:cubicBezTo>
                <a:cubicBezTo>
                  <a:pt x="119002" y="506825"/>
                  <a:pt x="7144" y="394968"/>
                  <a:pt x="7144" y="256985"/>
                </a:cubicBezTo>
                <a:cubicBezTo>
                  <a:pt x="7144" y="119001"/>
                  <a:pt x="119001" y="7144"/>
                  <a:pt x="256985" y="7144"/>
                </a:cubicBezTo>
                <a:cubicBezTo>
                  <a:pt x="394968" y="7144"/>
                  <a:pt x="506825" y="119001"/>
                  <a:pt x="506825" y="256985"/>
                </a:cubicBezTo>
                <a:close/>
              </a:path>
            </a:pathLst>
          </a:custGeom>
          <a:solidFill>
            <a:srgbClr val="0A193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8" name="Freeform: Shape 31">
            <a:extLst>
              <a:ext uri="{FF2B5EF4-FFF2-40B4-BE49-F238E27FC236}">
                <a16:creationId xmlns:a16="http://schemas.microsoft.com/office/drawing/2014/main" id="{67EEC671-119C-4DAD-AE3D-0FC04685D6B7}"/>
              </a:ext>
            </a:extLst>
          </p:cNvPr>
          <p:cNvSpPr/>
          <p:nvPr/>
        </p:nvSpPr>
        <p:spPr>
          <a:xfrm>
            <a:off x="6876192" y="4225901"/>
            <a:ext cx="28575" cy="1095375"/>
          </a:xfrm>
          <a:custGeom>
            <a:avLst/>
            <a:gdLst>
              <a:gd name="connsiteX0" fmla="*/ 14287 w 28575"/>
              <a:gd name="connsiteY0" fmla="*/ 14288 h 1095375"/>
              <a:gd name="connsiteX1" fmla="*/ 14287 w 28575"/>
              <a:gd name="connsiteY1" fmla="*/ 1082802 h 10953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8575" h="1095375">
                <a:moveTo>
                  <a:pt x="14287" y="14288"/>
                </a:moveTo>
                <a:lnTo>
                  <a:pt x="14287" y="1082802"/>
                </a:lnTo>
              </a:path>
            </a:pathLst>
          </a:custGeom>
          <a:ln w="19050" cap="flat">
            <a:solidFill>
              <a:srgbClr val="0A1931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9" name="Freeform: Shape 22">
            <a:extLst>
              <a:ext uri="{FF2B5EF4-FFF2-40B4-BE49-F238E27FC236}">
                <a16:creationId xmlns:a16="http://schemas.microsoft.com/office/drawing/2014/main" id="{A1F64971-CAB9-4C22-9178-1571F080B5D3}"/>
              </a:ext>
            </a:extLst>
          </p:cNvPr>
          <p:cNvSpPr/>
          <p:nvPr/>
        </p:nvSpPr>
        <p:spPr>
          <a:xfrm>
            <a:off x="8381046" y="3693549"/>
            <a:ext cx="1085850" cy="1085850"/>
          </a:xfrm>
          <a:custGeom>
            <a:avLst/>
            <a:gdLst>
              <a:gd name="connsiteX0" fmla="*/ 895731 w 1085850"/>
              <a:gd name="connsiteY0" fmla="*/ 1086231 h 1085850"/>
              <a:gd name="connsiteX1" fmla="*/ 197644 w 1085850"/>
              <a:gd name="connsiteY1" fmla="*/ 1086231 h 1085850"/>
              <a:gd name="connsiteX2" fmla="*/ 7144 w 1085850"/>
              <a:gd name="connsiteY2" fmla="*/ 895731 h 1085850"/>
              <a:gd name="connsiteX3" fmla="*/ 7144 w 1085850"/>
              <a:gd name="connsiteY3" fmla="*/ 197644 h 1085850"/>
              <a:gd name="connsiteX4" fmla="*/ 197644 w 1085850"/>
              <a:gd name="connsiteY4" fmla="*/ 7144 h 1085850"/>
              <a:gd name="connsiteX5" fmla="*/ 895731 w 1085850"/>
              <a:gd name="connsiteY5" fmla="*/ 7144 h 1085850"/>
              <a:gd name="connsiteX6" fmla="*/ 1086231 w 1085850"/>
              <a:gd name="connsiteY6" fmla="*/ 197644 h 1085850"/>
              <a:gd name="connsiteX7" fmla="*/ 1086231 w 1085850"/>
              <a:gd name="connsiteY7" fmla="*/ 895731 h 1085850"/>
              <a:gd name="connsiteX8" fmla="*/ 895731 w 1085850"/>
              <a:gd name="connsiteY8" fmla="*/ 1086231 h 10858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85850" h="1085850">
                <a:moveTo>
                  <a:pt x="895731" y="1086231"/>
                </a:moveTo>
                <a:lnTo>
                  <a:pt x="197644" y="1086231"/>
                </a:lnTo>
                <a:cubicBezTo>
                  <a:pt x="92393" y="1086231"/>
                  <a:pt x="7144" y="1000982"/>
                  <a:pt x="7144" y="895731"/>
                </a:cubicBezTo>
                <a:lnTo>
                  <a:pt x="7144" y="197644"/>
                </a:lnTo>
                <a:cubicBezTo>
                  <a:pt x="7144" y="92393"/>
                  <a:pt x="92393" y="7144"/>
                  <a:pt x="197644" y="7144"/>
                </a:cubicBezTo>
                <a:lnTo>
                  <a:pt x="895731" y="7144"/>
                </a:lnTo>
                <a:cubicBezTo>
                  <a:pt x="1000983" y="7144"/>
                  <a:pt x="1086231" y="92393"/>
                  <a:pt x="1086231" y="197644"/>
                </a:cubicBezTo>
                <a:lnTo>
                  <a:pt x="1086231" y="895731"/>
                </a:lnTo>
                <a:cubicBezTo>
                  <a:pt x="1086231" y="1000887"/>
                  <a:pt x="1000983" y="1086231"/>
                  <a:pt x="895731" y="1086231"/>
                </a:cubicBezTo>
                <a:close/>
              </a:path>
            </a:pathLst>
          </a:custGeom>
          <a:solidFill>
            <a:srgbClr val="EFEFEF"/>
          </a:solidFill>
          <a:ln w="9525" cap="flat">
            <a:noFill/>
            <a:prstDash val="solid"/>
            <a:miter/>
          </a:ln>
          <a:effectLst>
            <a:outerShdw blurRad="127000" sx="102000" sy="102000" algn="ctr" rotWithShape="0">
              <a:prstClr val="black">
                <a:alpha val="20000"/>
              </a:prst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/>
        </p:spPr>
        <p:txBody>
          <a:bodyPr rtlCol="0" anchor="ctr"/>
          <a:lstStyle/>
          <a:p>
            <a:endParaRPr lang="en-US"/>
          </a:p>
        </p:txBody>
      </p:sp>
      <p:sp>
        <p:nvSpPr>
          <p:cNvPr id="40" name="Freeform: Shape 27">
            <a:extLst>
              <a:ext uri="{FF2B5EF4-FFF2-40B4-BE49-F238E27FC236}">
                <a16:creationId xmlns:a16="http://schemas.microsoft.com/office/drawing/2014/main" id="{A1D7431E-7715-4328-8A2D-234982702BB8}"/>
              </a:ext>
            </a:extLst>
          </p:cNvPr>
          <p:cNvSpPr/>
          <p:nvPr/>
        </p:nvSpPr>
        <p:spPr>
          <a:xfrm>
            <a:off x="8670797" y="3983204"/>
            <a:ext cx="504825" cy="504825"/>
          </a:xfrm>
          <a:custGeom>
            <a:avLst/>
            <a:gdLst>
              <a:gd name="connsiteX0" fmla="*/ 506825 w 504825"/>
              <a:gd name="connsiteY0" fmla="*/ 256985 h 504825"/>
              <a:gd name="connsiteX1" fmla="*/ 256984 w 504825"/>
              <a:gd name="connsiteY1" fmla="*/ 506825 h 504825"/>
              <a:gd name="connsiteX2" fmla="*/ 7144 w 504825"/>
              <a:gd name="connsiteY2" fmla="*/ 256985 h 504825"/>
              <a:gd name="connsiteX3" fmla="*/ 256984 w 504825"/>
              <a:gd name="connsiteY3" fmla="*/ 7144 h 504825"/>
              <a:gd name="connsiteX4" fmla="*/ 506825 w 504825"/>
              <a:gd name="connsiteY4" fmla="*/ 256985 h 504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4825" h="504825">
                <a:moveTo>
                  <a:pt x="506825" y="256985"/>
                </a:moveTo>
                <a:cubicBezTo>
                  <a:pt x="506825" y="394968"/>
                  <a:pt x="394967" y="506825"/>
                  <a:pt x="256984" y="506825"/>
                </a:cubicBezTo>
                <a:cubicBezTo>
                  <a:pt x="119001" y="506825"/>
                  <a:pt x="7144" y="394968"/>
                  <a:pt x="7144" y="256985"/>
                </a:cubicBezTo>
                <a:cubicBezTo>
                  <a:pt x="7144" y="119001"/>
                  <a:pt x="119002" y="7144"/>
                  <a:pt x="256984" y="7144"/>
                </a:cubicBezTo>
                <a:cubicBezTo>
                  <a:pt x="394968" y="7144"/>
                  <a:pt x="506825" y="119001"/>
                  <a:pt x="506825" y="256985"/>
                </a:cubicBezTo>
                <a:close/>
              </a:path>
            </a:pathLst>
          </a:custGeom>
          <a:solidFill>
            <a:srgbClr val="00B0F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1" name="Freeform: Shape 32">
            <a:extLst>
              <a:ext uri="{FF2B5EF4-FFF2-40B4-BE49-F238E27FC236}">
                <a16:creationId xmlns:a16="http://schemas.microsoft.com/office/drawing/2014/main" id="{DFE81F44-31DC-4E24-BD68-D036AFDCE427}"/>
              </a:ext>
            </a:extLst>
          </p:cNvPr>
          <p:cNvSpPr/>
          <p:nvPr/>
        </p:nvSpPr>
        <p:spPr>
          <a:xfrm>
            <a:off x="8913494" y="3152148"/>
            <a:ext cx="28575" cy="1095375"/>
          </a:xfrm>
          <a:custGeom>
            <a:avLst/>
            <a:gdLst>
              <a:gd name="connsiteX0" fmla="*/ 14287 w 28575"/>
              <a:gd name="connsiteY0" fmla="*/ 14288 h 1095375"/>
              <a:gd name="connsiteX1" fmla="*/ 14287 w 28575"/>
              <a:gd name="connsiteY1" fmla="*/ 1082802 h 10953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8575" h="1095375">
                <a:moveTo>
                  <a:pt x="14287" y="14288"/>
                </a:moveTo>
                <a:lnTo>
                  <a:pt x="14287" y="1082802"/>
                </a:lnTo>
              </a:path>
            </a:pathLst>
          </a:custGeom>
          <a:ln w="19050" cap="flat">
            <a:solidFill>
              <a:srgbClr val="185ADB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2" name="Freeform: Shape 23">
            <a:extLst>
              <a:ext uri="{FF2B5EF4-FFF2-40B4-BE49-F238E27FC236}">
                <a16:creationId xmlns:a16="http://schemas.microsoft.com/office/drawing/2014/main" id="{1F944F54-24F0-4BB4-B9BD-F0C298026CA1}"/>
              </a:ext>
            </a:extLst>
          </p:cNvPr>
          <p:cNvSpPr/>
          <p:nvPr/>
        </p:nvSpPr>
        <p:spPr>
          <a:xfrm>
            <a:off x="10418254" y="3693549"/>
            <a:ext cx="1085850" cy="1085850"/>
          </a:xfrm>
          <a:custGeom>
            <a:avLst/>
            <a:gdLst>
              <a:gd name="connsiteX0" fmla="*/ 895731 w 1085850"/>
              <a:gd name="connsiteY0" fmla="*/ 1086231 h 1085850"/>
              <a:gd name="connsiteX1" fmla="*/ 197644 w 1085850"/>
              <a:gd name="connsiteY1" fmla="*/ 1086231 h 1085850"/>
              <a:gd name="connsiteX2" fmla="*/ 7144 w 1085850"/>
              <a:gd name="connsiteY2" fmla="*/ 895731 h 1085850"/>
              <a:gd name="connsiteX3" fmla="*/ 7144 w 1085850"/>
              <a:gd name="connsiteY3" fmla="*/ 197644 h 1085850"/>
              <a:gd name="connsiteX4" fmla="*/ 197644 w 1085850"/>
              <a:gd name="connsiteY4" fmla="*/ 7144 h 1085850"/>
              <a:gd name="connsiteX5" fmla="*/ 895731 w 1085850"/>
              <a:gd name="connsiteY5" fmla="*/ 7144 h 1085850"/>
              <a:gd name="connsiteX6" fmla="*/ 1086231 w 1085850"/>
              <a:gd name="connsiteY6" fmla="*/ 197644 h 1085850"/>
              <a:gd name="connsiteX7" fmla="*/ 1086231 w 1085850"/>
              <a:gd name="connsiteY7" fmla="*/ 895731 h 1085850"/>
              <a:gd name="connsiteX8" fmla="*/ 895731 w 1085850"/>
              <a:gd name="connsiteY8" fmla="*/ 1086231 h 10858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85850" h="1085850">
                <a:moveTo>
                  <a:pt x="895731" y="1086231"/>
                </a:moveTo>
                <a:lnTo>
                  <a:pt x="197644" y="1086231"/>
                </a:lnTo>
                <a:cubicBezTo>
                  <a:pt x="92393" y="1086231"/>
                  <a:pt x="7144" y="1000982"/>
                  <a:pt x="7144" y="895731"/>
                </a:cubicBezTo>
                <a:lnTo>
                  <a:pt x="7144" y="197644"/>
                </a:lnTo>
                <a:cubicBezTo>
                  <a:pt x="7144" y="92393"/>
                  <a:pt x="92393" y="7144"/>
                  <a:pt x="197644" y="7144"/>
                </a:cubicBezTo>
                <a:lnTo>
                  <a:pt x="895731" y="7144"/>
                </a:lnTo>
                <a:cubicBezTo>
                  <a:pt x="1000983" y="7144"/>
                  <a:pt x="1086231" y="92393"/>
                  <a:pt x="1086231" y="197644"/>
                </a:cubicBezTo>
                <a:lnTo>
                  <a:pt x="1086231" y="895731"/>
                </a:lnTo>
                <a:cubicBezTo>
                  <a:pt x="1086231" y="1000887"/>
                  <a:pt x="1000983" y="1086231"/>
                  <a:pt x="895731" y="1086231"/>
                </a:cubicBezTo>
                <a:close/>
              </a:path>
            </a:pathLst>
          </a:custGeom>
          <a:solidFill>
            <a:srgbClr val="EFEFEF"/>
          </a:solidFill>
          <a:ln w="9525" cap="flat">
            <a:noFill/>
            <a:prstDash val="solid"/>
            <a:miter/>
          </a:ln>
          <a:effectLst>
            <a:outerShdw blurRad="127000" sx="102000" sy="102000" algn="ctr" rotWithShape="0">
              <a:prstClr val="black">
                <a:alpha val="20000"/>
              </a:prst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/>
        </p:spPr>
        <p:txBody>
          <a:bodyPr rtlCol="0" anchor="ctr"/>
          <a:lstStyle/>
          <a:p>
            <a:endParaRPr lang="en-US"/>
          </a:p>
        </p:txBody>
      </p:sp>
      <p:sp>
        <p:nvSpPr>
          <p:cNvPr id="43" name="Freeform: Shape 28">
            <a:extLst>
              <a:ext uri="{FF2B5EF4-FFF2-40B4-BE49-F238E27FC236}">
                <a16:creationId xmlns:a16="http://schemas.microsoft.com/office/drawing/2014/main" id="{7C0A8B4E-FF67-454B-A05F-8EF549BDA180}"/>
              </a:ext>
            </a:extLst>
          </p:cNvPr>
          <p:cNvSpPr/>
          <p:nvPr/>
        </p:nvSpPr>
        <p:spPr>
          <a:xfrm>
            <a:off x="10708004" y="3983204"/>
            <a:ext cx="504825" cy="504825"/>
          </a:xfrm>
          <a:custGeom>
            <a:avLst/>
            <a:gdLst>
              <a:gd name="connsiteX0" fmla="*/ 506825 w 504825"/>
              <a:gd name="connsiteY0" fmla="*/ 256985 h 504825"/>
              <a:gd name="connsiteX1" fmla="*/ 256985 w 504825"/>
              <a:gd name="connsiteY1" fmla="*/ 506825 h 504825"/>
              <a:gd name="connsiteX2" fmla="*/ 7144 w 504825"/>
              <a:gd name="connsiteY2" fmla="*/ 256985 h 504825"/>
              <a:gd name="connsiteX3" fmla="*/ 256985 w 504825"/>
              <a:gd name="connsiteY3" fmla="*/ 7144 h 504825"/>
              <a:gd name="connsiteX4" fmla="*/ 506825 w 504825"/>
              <a:gd name="connsiteY4" fmla="*/ 256985 h 504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4825" h="504825">
                <a:moveTo>
                  <a:pt x="506825" y="256985"/>
                </a:moveTo>
                <a:cubicBezTo>
                  <a:pt x="506825" y="394968"/>
                  <a:pt x="394967" y="506825"/>
                  <a:pt x="256985" y="506825"/>
                </a:cubicBezTo>
                <a:cubicBezTo>
                  <a:pt x="119001" y="506825"/>
                  <a:pt x="7144" y="394968"/>
                  <a:pt x="7144" y="256985"/>
                </a:cubicBezTo>
                <a:cubicBezTo>
                  <a:pt x="7144" y="119001"/>
                  <a:pt x="119002" y="7144"/>
                  <a:pt x="256985" y="7144"/>
                </a:cubicBezTo>
                <a:cubicBezTo>
                  <a:pt x="394968" y="7144"/>
                  <a:pt x="506825" y="119001"/>
                  <a:pt x="506825" y="256985"/>
                </a:cubicBezTo>
                <a:close/>
              </a:path>
            </a:pathLst>
          </a:custGeom>
          <a:solidFill>
            <a:srgbClr val="0A193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4" name="Freeform: Shape 33">
            <a:extLst>
              <a:ext uri="{FF2B5EF4-FFF2-40B4-BE49-F238E27FC236}">
                <a16:creationId xmlns:a16="http://schemas.microsoft.com/office/drawing/2014/main" id="{43066AC1-80A5-4994-9691-255D9B4389BD}"/>
              </a:ext>
            </a:extLst>
          </p:cNvPr>
          <p:cNvSpPr/>
          <p:nvPr/>
        </p:nvSpPr>
        <p:spPr>
          <a:xfrm>
            <a:off x="10950701" y="4225901"/>
            <a:ext cx="28575" cy="1095375"/>
          </a:xfrm>
          <a:custGeom>
            <a:avLst/>
            <a:gdLst>
              <a:gd name="connsiteX0" fmla="*/ 14288 w 28575"/>
              <a:gd name="connsiteY0" fmla="*/ 14288 h 1095375"/>
              <a:gd name="connsiteX1" fmla="*/ 14288 w 28575"/>
              <a:gd name="connsiteY1" fmla="*/ 1082802 h 10953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8575" h="1095375">
                <a:moveTo>
                  <a:pt x="14288" y="14288"/>
                </a:moveTo>
                <a:lnTo>
                  <a:pt x="14288" y="1082802"/>
                </a:lnTo>
              </a:path>
            </a:pathLst>
          </a:custGeom>
          <a:ln w="19050" cap="flat">
            <a:solidFill>
              <a:srgbClr val="0A1931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D1B1E611-7105-44B9-A5BA-0E475648C821}"/>
              </a:ext>
            </a:extLst>
          </p:cNvPr>
          <p:cNvSpPr/>
          <p:nvPr/>
        </p:nvSpPr>
        <p:spPr>
          <a:xfrm>
            <a:off x="764564" y="5313014"/>
            <a:ext cx="333534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fr-CM" dirty="0"/>
              <a:t>Mettre à la disposition des utilisateurs un catalogue de toutes les machines indispensables dans le service de réanimation. </a:t>
            </a:r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5AAEE324-846A-481C-8C41-EE451358C250}"/>
              </a:ext>
            </a:extLst>
          </p:cNvPr>
          <p:cNvSpPr/>
          <p:nvPr/>
        </p:nvSpPr>
        <p:spPr>
          <a:xfrm>
            <a:off x="4588096" y="5253934"/>
            <a:ext cx="4074413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fr-CM" dirty="0"/>
              <a:t>Mise en place d’un module permettant de générer automatiquement des factures en fonctions du nombre de jours que le patient a passé dans la chambre et en fonction du type de chambre.</a:t>
            </a:r>
            <a:endParaRPr lang="en-US" sz="1400" dirty="0">
              <a:solidFill>
                <a:schemeClr val="accent1"/>
              </a:solidFill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E4AFEBD4-28B0-48F2-8CE4-07B3AF66981B}"/>
              </a:ext>
            </a:extLst>
          </p:cNvPr>
          <p:cNvSpPr/>
          <p:nvPr/>
        </p:nvSpPr>
        <p:spPr>
          <a:xfrm>
            <a:off x="9087792" y="5113011"/>
            <a:ext cx="3210314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fr-CM" dirty="0"/>
              <a:t>Intégration d’une fonctionnalité de messagerie instantanée ;</a:t>
            </a:r>
            <a:endParaRPr lang="fr-FR" dirty="0"/>
          </a:p>
          <a:p>
            <a:r>
              <a:rPr lang="fr-CM" dirty="0"/>
              <a:t>Intégration d’une Api de téléphonie </a:t>
            </a:r>
            <a:r>
              <a:rPr lang="fr-CM" dirty="0" smtClean="0"/>
              <a:t>(Appels vidéos</a:t>
            </a:r>
            <a:r>
              <a:rPr lang="fr-CM" dirty="0"/>
              <a:t> et vocaux) </a:t>
            </a:r>
            <a:endParaRPr lang="en-US" sz="2000" dirty="0">
              <a:solidFill>
                <a:schemeClr val="accent1"/>
              </a:solidFill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9FFF0077-345E-4065-88C3-E6E9EABDE083}"/>
              </a:ext>
            </a:extLst>
          </p:cNvPr>
          <p:cNvSpPr/>
          <p:nvPr/>
        </p:nvSpPr>
        <p:spPr>
          <a:xfrm>
            <a:off x="3063906" y="1074433"/>
            <a:ext cx="3874611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fr-CM" dirty="0"/>
              <a:t>Automatiser le dossier médical du patient de telle sorte qu’il puisse être disponible par tout le personnel médical autorisé du </a:t>
            </a:r>
            <a:r>
              <a:rPr lang="fr-CM" dirty="0" smtClean="0"/>
              <a:t>système</a:t>
            </a:r>
          </a:p>
          <a:p>
            <a:pPr algn="ctr"/>
            <a:endParaRPr lang="fr-CM" dirty="0"/>
          </a:p>
          <a:p>
            <a:pPr algn="ctr"/>
            <a:r>
              <a:rPr lang="fr-CM" dirty="0" smtClean="0"/>
              <a:t>Automatisation </a:t>
            </a:r>
            <a:r>
              <a:rPr lang="fr-CM" dirty="0"/>
              <a:t>de toutes </a:t>
            </a:r>
            <a:r>
              <a:rPr lang="fr-CM" dirty="0" smtClean="0"/>
              <a:t>les autres taches manuelles afin </a:t>
            </a:r>
            <a:r>
              <a:rPr lang="fr-CM" dirty="0"/>
              <a:t>de limiter les risques d’erreurs</a:t>
            </a:r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6166843E-6759-4122-AA61-2139DD0C84D9}"/>
              </a:ext>
            </a:extLst>
          </p:cNvPr>
          <p:cNvSpPr/>
          <p:nvPr/>
        </p:nvSpPr>
        <p:spPr>
          <a:xfrm>
            <a:off x="7702180" y="1093855"/>
            <a:ext cx="4323245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fr-CM" dirty="0"/>
              <a:t>Mise en place d’un système d’alerte relié à des capteurs et associés à un monitorage connecté  permettant de transmettre automatiquement les données vitale et pouvant détecter les valeurs anormales(fréquence cardiaque, tension artérielle, saturation en oxygène) pour une réaction rapide de l’équipe soignante.</a:t>
            </a:r>
            <a:endParaRPr lang="en-US" sz="2000" dirty="0">
              <a:solidFill>
                <a:schemeClr val="accent1"/>
              </a:solidFill>
            </a:endParaRPr>
          </a:p>
        </p:txBody>
      </p:sp>
      <p:sp>
        <p:nvSpPr>
          <p:cNvPr id="50" name="Freeform: Shape 86">
            <a:extLst>
              <a:ext uri="{FF2B5EF4-FFF2-40B4-BE49-F238E27FC236}">
                <a16:creationId xmlns:a16="http://schemas.microsoft.com/office/drawing/2014/main" id="{798CADB7-B8B8-4EAE-8F10-B49B6670FDC8}"/>
              </a:ext>
            </a:extLst>
          </p:cNvPr>
          <p:cNvSpPr/>
          <p:nvPr/>
        </p:nvSpPr>
        <p:spPr>
          <a:xfrm>
            <a:off x="2766079" y="1806567"/>
            <a:ext cx="357282" cy="114042"/>
          </a:xfrm>
          <a:custGeom>
            <a:avLst/>
            <a:gdLst>
              <a:gd name="connsiteX0" fmla="*/ 183928 w 190500"/>
              <a:gd name="connsiteY0" fmla="*/ 95536 h 190500"/>
              <a:gd name="connsiteX1" fmla="*/ 95536 w 190500"/>
              <a:gd name="connsiteY1" fmla="*/ 183928 h 190500"/>
              <a:gd name="connsiteX2" fmla="*/ 7144 w 190500"/>
              <a:gd name="connsiteY2" fmla="*/ 95536 h 190500"/>
              <a:gd name="connsiteX3" fmla="*/ 95536 w 190500"/>
              <a:gd name="connsiteY3" fmla="*/ 7144 h 190500"/>
              <a:gd name="connsiteX4" fmla="*/ 183928 w 190500"/>
              <a:gd name="connsiteY4" fmla="*/ 95536 h 190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0500" h="190500">
                <a:moveTo>
                  <a:pt x="183928" y="95536"/>
                </a:moveTo>
                <a:cubicBezTo>
                  <a:pt x="183928" y="144353"/>
                  <a:pt x="144353" y="183928"/>
                  <a:pt x="95536" y="183928"/>
                </a:cubicBezTo>
                <a:cubicBezTo>
                  <a:pt x="46718" y="183928"/>
                  <a:pt x="7144" y="144353"/>
                  <a:pt x="7144" y="95536"/>
                </a:cubicBezTo>
                <a:cubicBezTo>
                  <a:pt x="7144" y="46718"/>
                  <a:pt x="46718" y="7144"/>
                  <a:pt x="95536" y="7144"/>
                </a:cubicBezTo>
                <a:cubicBezTo>
                  <a:pt x="144353" y="7144"/>
                  <a:pt x="183928" y="46718"/>
                  <a:pt x="183928" y="95536"/>
                </a:cubicBezTo>
                <a:close/>
              </a:path>
            </a:pathLst>
          </a:custGeom>
          <a:solidFill>
            <a:srgbClr val="FFC947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51" name="Freeform: Shape 88">
            <a:extLst>
              <a:ext uri="{FF2B5EF4-FFF2-40B4-BE49-F238E27FC236}">
                <a16:creationId xmlns:a16="http://schemas.microsoft.com/office/drawing/2014/main" id="{50F2AECE-4F95-4A67-A7AC-0745E569C6DB}"/>
              </a:ext>
            </a:extLst>
          </p:cNvPr>
          <p:cNvSpPr/>
          <p:nvPr/>
        </p:nvSpPr>
        <p:spPr>
          <a:xfrm>
            <a:off x="8716899" y="6448703"/>
            <a:ext cx="190500" cy="190500"/>
          </a:xfrm>
          <a:custGeom>
            <a:avLst/>
            <a:gdLst>
              <a:gd name="connsiteX0" fmla="*/ 183928 w 190500"/>
              <a:gd name="connsiteY0" fmla="*/ 95536 h 190500"/>
              <a:gd name="connsiteX1" fmla="*/ 95535 w 190500"/>
              <a:gd name="connsiteY1" fmla="*/ 183928 h 190500"/>
              <a:gd name="connsiteX2" fmla="*/ 7143 w 190500"/>
              <a:gd name="connsiteY2" fmla="*/ 95536 h 190500"/>
              <a:gd name="connsiteX3" fmla="*/ 95535 w 190500"/>
              <a:gd name="connsiteY3" fmla="*/ 7144 h 190500"/>
              <a:gd name="connsiteX4" fmla="*/ 183928 w 190500"/>
              <a:gd name="connsiteY4" fmla="*/ 95536 h 190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0500" h="190500">
                <a:moveTo>
                  <a:pt x="183928" y="95536"/>
                </a:moveTo>
                <a:cubicBezTo>
                  <a:pt x="183928" y="144353"/>
                  <a:pt x="144353" y="183928"/>
                  <a:pt x="95535" y="183928"/>
                </a:cubicBezTo>
                <a:cubicBezTo>
                  <a:pt x="46718" y="183928"/>
                  <a:pt x="7143" y="144354"/>
                  <a:pt x="7143" y="95536"/>
                </a:cubicBezTo>
                <a:cubicBezTo>
                  <a:pt x="7143" y="46719"/>
                  <a:pt x="46717" y="7144"/>
                  <a:pt x="95535" y="7144"/>
                </a:cubicBezTo>
                <a:cubicBezTo>
                  <a:pt x="144353" y="7144"/>
                  <a:pt x="183928" y="46718"/>
                  <a:pt x="183928" y="95536"/>
                </a:cubicBezTo>
                <a:close/>
              </a:path>
            </a:pathLst>
          </a:custGeom>
          <a:solidFill>
            <a:srgbClr val="FFC947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pic>
        <p:nvPicPr>
          <p:cNvPr id="55" name="Image 54"/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42069" y="88075"/>
            <a:ext cx="2862702" cy="1020032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56" name="ZoneTexte 55"/>
          <p:cNvSpPr txBox="1"/>
          <p:nvPr/>
        </p:nvSpPr>
        <p:spPr>
          <a:xfrm>
            <a:off x="3274798" y="119030"/>
            <a:ext cx="49353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2800" b="1" dirty="0" smtClean="0">
                <a:solidFill>
                  <a:srgbClr val="00B0F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SOLUTIONS PROPOSEES</a:t>
            </a:r>
            <a:endParaRPr lang="fr-FR" sz="2800" b="1" dirty="0">
              <a:solidFill>
                <a:srgbClr val="00B0F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3" name="Imag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4050" y="19937"/>
            <a:ext cx="3213494" cy="3506447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741400424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2" presetClass="entr" presetSubtype="8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000"/>
                            </p:stCondLst>
                            <p:childTnLst>
                              <p:par>
                                <p:cTn id="3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500"/>
                            </p:stCondLst>
                            <p:childTnLst>
                              <p:par>
                                <p:cTn id="3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1000"/>
                            </p:stCondLst>
                            <p:childTnLst>
                              <p:par>
                                <p:cTn id="5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1500"/>
                            </p:stCondLst>
                            <p:childTnLst>
                              <p:par>
                                <p:cTn id="5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500"/>
                            </p:stCondLst>
                            <p:childTnLst>
                              <p:par>
                                <p:cTn id="7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1000"/>
                            </p:stCondLst>
                            <p:childTnLst>
                              <p:par>
                                <p:cTn id="7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150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500"/>
                            </p:stCondLst>
                            <p:childTnLst>
                              <p:par>
                                <p:cTn id="9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1000"/>
                            </p:stCondLst>
                            <p:childTnLst>
                              <p:par>
                                <p:cTn id="9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9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1500"/>
                            </p:stCondLst>
                            <p:childTnLst>
                              <p:par>
                                <p:cTn id="10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8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1" fill="hold">
                            <p:stCondLst>
                              <p:cond delay="500"/>
                            </p:stCondLst>
                            <p:childTnLst>
                              <p:par>
                                <p:cTn id="11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4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1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0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1" fill="hold">
                            <p:stCondLst>
                              <p:cond delay="1500"/>
                            </p:stCondLst>
                            <p:childTnLst>
                              <p:par>
                                <p:cTn id="1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/>
      <p:bldP spid="46" grpId="0"/>
      <p:bldP spid="47" grpId="0"/>
      <p:bldP spid="48" grpId="0"/>
      <p:bldP spid="49" grpId="0"/>
      <p:bldP spid="50" grpId="0" animBg="1"/>
      <p:bldP spid="51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72000">
              <a:schemeClr val="bg1"/>
            </a:gs>
            <a:gs pos="17000">
              <a:schemeClr val="bg1"/>
            </a:gs>
            <a:gs pos="100000">
              <a:srgbClr val="00B0F0"/>
            </a:gs>
          </a:gsLst>
          <a:path path="circle">
            <a:fillToRect l="100000" t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ZoneTexte 5"/>
          <p:cNvSpPr txBox="1"/>
          <p:nvPr/>
        </p:nvSpPr>
        <p:spPr>
          <a:xfrm>
            <a:off x="369177" y="1712714"/>
            <a:ext cx="644236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fr-FR" sz="3600" b="1" dirty="0" smtClean="0">
                <a:solidFill>
                  <a:srgbClr val="00B0F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MOTHODOLOGIE</a:t>
            </a:r>
          </a:p>
          <a:p>
            <a:endParaRPr lang="fr-FR" sz="2800" b="1" dirty="0">
              <a:solidFill>
                <a:schemeClr val="accent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12" name="Espace réservé du contenu 7">
            <a:extLst>
              <a:ext uri="{FF2B5EF4-FFF2-40B4-BE49-F238E27FC236}">
                <a16:creationId xmlns:a16="http://schemas.microsoft.com/office/drawing/2014/main" id="{7213DE05-BE13-4AF6-827C-57FD3A6299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405575"/>
            <a:ext cx="4568599" cy="4307801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9" name="Rectangle à coins arrondis 8"/>
          <p:cNvSpPr/>
          <p:nvPr/>
        </p:nvSpPr>
        <p:spPr>
          <a:xfrm>
            <a:off x="11458575" y="6254458"/>
            <a:ext cx="733425" cy="603541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b="1" dirty="0">
                <a:latin typeface="Cambria" panose="02040503050406030204" pitchFamily="18" charset="0"/>
                <a:ea typeface="Cambria" panose="02040503050406030204" pitchFamily="18" charset="0"/>
              </a:rPr>
              <a:t>9</a:t>
            </a:r>
          </a:p>
        </p:txBody>
      </p:sp>
      <p:grpSp>
        <p:nvGrpSpPr>
          <p:cNvPr id="13" name="Groupe 12">
            <a:extLst>
              <a:ext uri="{FF2B5EF4-FFF2-40B4-BE49-F238E27FC236}">
                <a16:creationId xmlns:a16="http://schemas.microsoft.com/office/drawing/2014/main" id="{95504EEF-9FFF-4C9F-9F16-51EAA47DED1B}"/>
              </a:ext>
            </a:extLst>
          </p:cNvPr>
          <p:cNvGrpSpPr/>
          <p:nvPr/>
        </p:nvGrpSpPr>
        <p:grpSpPr>
          <a:xfrm>
            <a:off x="641007" y="130455"/>
            <a:ext cx="11048999" cy="1263480"/>
            <a:chOff x="413054" y="135497"/>
            <a:chExt cx="12894425" cy="1276314"/>
          </a:xfrm>
          <a:solidFill>
            <a:srgbClr val="00B050"/>
          </a:solidFill>
        </p:grpSpPr>
        <p:sp>
          <p:nvSpPr>
            <p:cNvPr id="14" name="Signalisation droite 5">
              <a:extLst>
                <a:ext uri="{FF2B5EF4-FFF2-40B4-BE49-F238E27FC236}">
                  <a16:creationId xmlns:a16="http://schemas.microsoft.com/office/drawing/2014/main" id="{BE092505-8B09-B74D-AB5D-F737400CEEDB}"/>
                </a:ext>
              </a:extLst>
            </p:cNvPr>
            <p:cNvSpPr/>
            <p:nvPr/>
          </p:nvSpPr>
          <p:spPr>
            <a:xfrm>
              <a:off x="1675627" y="135497"/>
              <a:ext cx="11631852" cy="1276314"/>
            </a:xfrm>
            <a:prstGeom prst="homePlate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pPr algn="ctr"/>
              <a:r>
                <a:rPr lang="fr-FR" sz="4000" b="1" dirty="0" smtClean="0">
                  <a:solidFill>
                    <a:prstClr val="white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METHODOLOGIE  ET ARCHITECTURE UTILISEE</a:t>
              </a:r>
              <a:endParaRPr lang="fr-FR" sz="4000" b="1" dirty="0">
                <a:solidFill>
                  <a:prstClr val="white"/>
                </a:solidFill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15" name="Larme 14">
              <a:extLst>
                <a:ext uri="{FF2B5EF4-FFF2-40B4-BE49-F238E27FC236}">
                  <a16:creationId xmlns:a16="http://schemas.microsoft.com/office/drawing/2014/main" id="{D9D66D36-2DC1-4453-91F8-DFC07EE7998C}"/>
                </a:ext>
              </a:extLst>
            </p:cNvPr>
            <p:cNvSpPr/>
            <p:nvPr/>
          </p:nvSpPr>
          <p:spPr>
            <a:xfrm>
              <a:off x="413054" y="184082"/>
              <a:ext cx="1262573" cy="1227728"/>
            </a:xfrm>
            <a:prstGeom prst="teardrop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CM" sz="5400" b="1" dirty="0">
                  <a:solidFill>
                    <a:prstClr val="white"/>
                  </a:solidFill>
                </a:rPr>
                <a:t>4</a:t>
              </a:r>
            </a:p>
          </p:txBody>
        </p:sp>
      </p:grpSp>
      <p:sp>
        <p:nvSpPr>
          <p:cNvPr id="17" name="Flèche droite 16"/>
          <p:cNvSpPr/>
          <p:nvPr/>
        </p:nvSpPr>
        <p:spPr>
          <a:xfrm>
            <a:off x="4568598" y="5109029"/>
            <a:ext cx="1468647" cy="1447199"/>
          </a:xfrm>
          <a:prstGeom prst="rightArrow">
            <a:avLst/>
          </a:prstGeom>
          <a:solidFill>
            <a:srgbClr val="00B0F0"/>
          </a:solidFill>
          <a:ln>
            <a:solidFill>
              <a:srgbClr val="2098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0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pSp>
        <p:nvGrpSpPr>
          <p:cNvPr id="18" name="Groupe 17"/>
          <p:cNvGrpSpPr/>
          <p:nvPr/>
        </p:nvGrpSpPr>
        <p:grpSpPr>
          <a:xfrm>
            <a:off x="6037245" y="1882768"/>
            <a:ext cx="6000855" cy="4469325"/>
            <a:chOff x="6191145" y="1438330"/>
            <a:chExt cx="6000855" cy="4789798"/>
          </a:xfrm>
        </p:grpSpPr>
        <p:pic>
          <p:nvPicPr>
            <p:cNvPr id="19" name="Image 18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91145" y="1438330"/>
              <a:ext cx="6000855" cy="4789798"/>
            </a:xfrm>
            <a:prstGeom prst="rect">
              <a:avLst/>
            </a:prstGeom>
          </p:spPr>
        </p:pic>
        <p:sp>
          <p:nvSpPr>
            <p:cNvPr id="20" name="ZoneTexte 19"/>
            <p:cNvSpPr txBox="1"/>
            <p:nvPr/>
          </p:nvSpPr>
          <p:spPr>
            <a:xfrm>
              <a:off x="6612975" y="4901966"/>
              <a:ext cx="2050473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4800" b="1" dirty="0">
                  <a:solidFill>
                    <a:srgbClr val="209890"/>
                  </a:solidFill>
                  <a:latin typeface="Verdana" panose="020B0604030504040204" pitchFamily="34" charset="0"/>
                  <a:ea typeface="Verdana" panose="020B0604030504040204" pitchFamily="34" charset="0"/>
                </a:rPr>
                <a:t>2TUP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1253647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e 4"/>
          <p:cNvGrpSpPr/>
          <p:nvPr/>
        </p:nvGrpSpPr>
        <p:grpSpPr>
          <a:xfrm>
            <a:off x="-469236" y="-239266"/>
            <a:ext cx="11519415" cy="1294342"/>
            <a:chOff x="853127" y="14457"/>
            <a:chExt cx="11519415" cy="1294342"/>
          </a:xfrm>
        </p:grpSpPr>
        <p:sp>
          <p:nvSpPr>
            <p:cNvPr id="6" name="ZoneTexte 5"/>
            <p:cNvSpPr txBox="1"/>
            <p:nvPr/>
          </p:nvSpPr>
          <p:spPr>
            <a:xfrm>
              <a:off x="853127" y="332509"/>
              <a:ext cx="707967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914400" lvl="1" indent="-457200">
                <a:buFont typeface="Wingdings" panose="05000000000000000000" pitchFamily="2" charset="2"/>
                <a:buChar char="q"/>
              </a:pPr>
              <a:r>
                <a:rPr lang="fr-FR" sz="2800" b="1" dirty="0">
                  <a:solidFill>
                    <a:srgbClr val="00B0F0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PRESENTATION </a:t>
              </a:r>
              <a:r>
                <a:rPr lang="fr-FR" sz="2800" b="1" dirty="0" smtClean="0">
                  <a:solidFill>
                    <a:srgbClr val="00B0F0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DES DIAGRAMMES</a:t>
              </a:r>
              <a:endParaRPr lang="fr-FR" sz="2800" b="1" dirty="0">
                <a:solidFill>
                  <a:srgbClr val="00B0F0"/>
                </a:solidFill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pic>
          <p:nvPicPr>
            <p:cNvPr id="7" name="Image 6">
              <a:extLst>
                <a:ext uri="{FF2B5EF4-FFF2-40B4-BE49-F238E27FC236}">
                  <a16:creationId xmlns:a16="http://schemas.microsoft.com/office/drawing/2014/main" id="{8D9007A0-0D8A-45BA-9338-DC83EE86BD5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975379" y="14457"/>
              <a:ext cx="1397163" cy="1294342"/>
            </a:xfrm>
            <a:prstGeom prst="rect">
              <a:avLst/>
            </a:prstGeom>
          </p:spPr>
        </p:pic>
      </p:grpSp>
      <p:sp>
        <p:nvSpPr>
          <p:cNvPr id="10" name="Flèche droite 9"/>
          <p:cNvSpPr/>
          <p:nvPr/>
        </p:nvSpPr>
        <p:spPr>
          <a:xfrm>
            <a:off x="0" y="2519265"/>
            <a:ext cx="1872343" cy="2168849"/>
          </a:xfrm>
          <a:prstGeom prst="rightArrow">
            <a:avLst/>
          </a:prstGeom>
          <a:solidFill>
            <a:srgbClr val="00B0F0"/>
          </a:solidFill>
          <a:ln>
            <a:solidFill>
              <a:srgbClr val="2098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USE CASE </a:t>
            </a:r>
            <a:r>
              <a:rPr lang="fr-FR" sz="20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GLOBAL</a:t>
            </a:r>
            <a:endParaRPr lang="fr-FR" sz="20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781903A-58DF-6D41-AA0F-B39FBAFEBD29}" type="slidenum">
              <a:rPr lang="fr-FR" smtClean="0"/>
              <a:pPr>
                <a:defRPr/>
              </a:pPr>
              <a:t>10</a:t>
            </a:fld>
            <a:endParaRPr lang="fr-FR"/>
          </a:p>
        </p:txBody>
      </p:sp>
      <p:sp>
        <p:nvSpPr>
          <p:cNvPr id="9" name="Rectangle à coins arrondis 8"/>
          <p:cNvSpPr/>
          <p:nvPr/>
        </p:nvSpPr>
        <p:spPr>
          <a:xfrm>
            <a:off x="11458575" y="6254458"/>
            <a:ext cx="733425" cy="603541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10</a:t>
            </a:r>
            <a:endParaRPr lang="fr-FR" sz="24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8" name="Image 7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85157" y="577716"/>
            <a:ext cx="9860112" cy="625599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64894439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00B0F0"/>
            </a:gs>
            <a:gs pos="100000">
              <a:schemeClr val="bg1"/>
            </a:gs>
            <a:gs pos="25000">
              <a:schemeClr val="bg1"/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>
            <a:extLst>
              <a:ext uri="{FF2B5EF4-FFF2-40B4-BE49-F238E27FC236}">
                <a16:creationId xmlns:a16="http://schemas.microsoft.com/office/drawing/2014/main" id="{8D9007A0-0D8A-45BA-9338-DC83EE86BD5F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728" y="123335"/>
            <a:ext cx="1397163" cy="1294342"/>
          </a:xfrm>
          <a:prstGeom prst="rect">
            <a:avLst/>
          </a:prstGeom>
        </p:spPr>
      </p:pic>
      <p:sp>
        <p:nvSpPr>
          <p:cNvPr id="10" name="Flèche droite 9"/>
          <p:cNvSpPr/>
          <p:nvPr/>
        </p:nvSpPr>
        <p:spPr>
          <a:xfrm>
            <a:off x="-1" y="2801257"/>
            <a:ext cx="2278967" cy="2530398"/>
          </a:xfrm>
          <a:prstGeom prst="rightArrow">
            <a:avLst/>
          </a:prstGeom>
          <a:solidFill>
            <a:srgbClr val="00B0F0"/>
          </a:solidFill>
          <a:ln>
            <a:solidFill>
              <a:srgbClr val="2098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DIAGRAMME DE</a:t>
            </a:r>
            <a:endParaRPr lang="fr-FR" sz="2000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ctr"/>
            <a:r>
              <a:rPr lang="fr-FR" sz="20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SEQUENCE</a:t>
            </a:r>
            <a:endParaRPr lang="fr-FR" sz="20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" name="Rectangle à coins arrondis 5"/>
          <p:cNvSpPr/>
          <p:nvPr/>
        </p:nvSpPr>
        <p:spPr>
          <a:xfrm>
            <a:off x="11458575" y="6254458"/>
            <a:ext cx="733425" cy="603541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11</a:t>
            </a:r>
            <a:endParaRPr lang="fr-FR" sz="24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28D80BCA-D8F9-39EA-5E88-0CF0D9126DA5}"/>
              </a:ext>
            </a:extLst>
          </p:cNvPr>
          <p:cNvSpPr txBox="1"/>
          <p:nvPr/>
        </p:nvSpPr>
        <p:spPr>
          <a:xfrm>
            <a:off x="9081429" y="123335"/>
            <a:ext cx="3110571" cy="369332"/>
          </a:xfrm>
          <a:prstGeom prst="rect">
            <a:avLst/>
          </a:prstGeom>
          <a:solidFill>
            <a:srgbClr val="00B0F0"/>
          </a:solidFill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chemeClr val="bg1"/>
                </a:solidFill>
              </a:rPr>
              <a:t>CONSULTER DOSSIER MEDICAL</a:t>
            </a:r>
            <a:endParaRPr lang="fr-CM" dirty="0">
              <a:solidFill>
                <a:schemeClr val="bg1"/>
              </a:solidFill>
            </a:endParaRPr>
          </a:p>
        </p:txBody>
      </p:sp>
      <p:pic>
        <p:nvPicPr>
          <p:cNvPr id="9" name="Image 8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8966" y="0"/>
            <a:ext cx="9913034" cy="685799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8535757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00B0F0"/>
            </a:gs>
            <a:gs pos="100000">
              <a:schemeClr val="bg1"/>
            </a:gs>
            <a:gs pos="21000">
              <a:schemeClr val="bg1"/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>
            <a:extLst>
              <a:ext uri="{FF2B5EF4-FFF2-40B4-BE49-F238E27FC236}">
                <a16:creationId xmlns:a16="http://schemas.microsoft.com/office/drawing/2014/main" id="{8D9007A0-0D8A-45BA-9338-DC83EE86BD5F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728" y="123335"/>
            <a:ext cx="1397163" cy="1294342"/>
          </a:xfrm>
          <a:prstGeom prst="rect">
            <a:avLst/>
          </a:prstGeom>
        </p:spPr>
      </p:pic>
      <p:sp>
        <p:nvSpPr>
          <p:cNvPr id="10" name="Flèche droite 9"/>
          <p:cNvSpPr/>
          <p:nvPr/>
        </p:nvSpPr>
        <p:spPr>
          <a:xfrm>
            <a:off x="1" y="3025467"/>
            <a:ext cx="2236762" cy="1884158"/>
          </a:xfrm>
          <a:prstGeom prst="rightArrow">
            <a:avLst/>
          </a:prstGeom>
          <a:solidFill>
            <a:srgbClr val="00B0F0"/>
          </a:solidFill>
          <a:ln>
            <a:solidFill>
              <a:srgbClr val="2098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DIAGRAMME D’ACTIVITE</a:t>
            </a:r>
            <a:endParaRPr lang="fr-FR" sz="20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" name="Rectangle à coins arrondis 5"/>
          <p:cNvSpPr/>
          <p:nvPr/>
        </p:nvSpPr>
        <p:spPr>
          <a:xfrm>
            <a:off x="11458575" y="6297561"/>
            <a:ext cx="733425" cy="560438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12</a:t>
            </a:r>
            <a:endParaRPr lang="fr-FR" sz="24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28D80BCA-D8F9-39EA-5E88-0CF0D9126DA5}"/>
              </a:ext>
            </a:extLst>
          </p:cNvPr>
          <p:cNvSpPr txBox="1"/>
          <p:nvPr/>
        </p:nvSpPr>
        <p:spPr>
          <a:xfrm>
            <a:off x="9945858" y="52997"/>
            <a:ext cx="2246142" cy="369332"/>
          </a:xfrm>
          <a:prstGeom prst="rect">
            <a:avLst/>
          </a:prstGeom>
          <a:solidFill>
            <a:srgbClr val="00B0F0"/>
          </a:solidFill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REGISTRER PATIENT</a:t>
            </a:r>
            <a:endParaRPr lang="fr-CM" dirty="0">
              <a:solidFill>
                <a:schemeClr val="bg1"/>
              </a:solidFill>
            </a:endParaRPr>
          </a:p>
        </p:txBody>
      </p:sp>
      <p:pic>
        <p:nvPicPr>
          <p:cNvPr id="9" name="Image 8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6086" y="422329"/>
            <a:ext cx="10095914" cy="643567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2565288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00B0F0"/>
            </a:gs>
            <a:gs pos="100000">
              <a:schemeClr val="bg1"/>
            </a:gs>
            <a:gs pos="29000">
              <a:srgbClr val="368E79">
                <a:tint val="23500"/>
                <a:satMod val="160000"/>
                <a:lumMod val="0"/>
                <a:lumOff val="100000"/>
                <a:alpha val="0"/>
              </a:srgbClr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>
            <a:extLst>
              <a:ext uri="{FF2B5EF4-FFF2-40B4-BE49-F238E27FC236}">
                <a16:creationId xmlns:a16="http://schemas.microsoft.com/office/drawing/2014/main" id="{8D9007A0-0D8A-45BA-9338-DC83EE86BD5F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728" y="123335"/>
            <a:ext cx="1397163" cy="1294342"/>
          </a:xfrm>
          <a:prstGeom prst="rect">
            <a:avLst/>
          </a:prstGeom>
        </p:spPr>
      </p:pic>
      <p:sp>
        <p:nvSpPr>
          <p:cNvPr id="10" name="Flèche droite 9"/>
          <p:cNvSpPr/>
          <p:nvPr/>
        </p:nvSpPr>
        <p:spPr>
          <a:xfrm>
            <a:off x="0" y="1800238"/>
            <a:ext cx="2096086" cy="1870365"/>
          </a:xfrm>
          <a:prstGeom prst="rightArrow">
            <a:avLst/>
          </a:prstGeom>
          <a:solidFill>
            <a:srgbClr val="00B0F0"/>
          </a:solidFill>
          <a:ln>
            <a:solidFill>
              <a:srgbClr val="2098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DIGRAMME DE CLASSE</a:t>
            </a:r>
            <a:endParaRPr lang="fr-FR" sz="20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" name="Rectangle à coins arrondis 7"/>
          <p:cNvSpPr/>
          <p:nvPr/>
        </p:nvSpPr>
        <p:spPr>
          <a:xfrm>
            <a:off x="11458575" y="6297561"/>
            <a:ext cx="733425" cy="560438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13</a:t>
            </a:r>
            <a:endParaRPr lang="fr-FR" sz="24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6" name="Image 5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82643" y="0"/>
            <a:ext cx="10409357" cy="685799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8033059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00B0F0"/>
            </a:gs>
            <a:gs pos="100000">
              <a:schemeClr val="bg1"/>
            </a:gs>
            <a:gs pos="29000">
              <a:srgbClr val="368E79">
                <a:tint val="23500"/>
                <a:satMod val="160000"/>
                <a:lumMod val="0"/>
                <a:lumOff val="100000"/>
                <a:alpha val="0"/>
              </a:srgbClr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>
            <a:extLst>
              <a:ext uri="{FF2B5EF4-FFF2-40B4-BE49-F238E27FC236}">
                <a16:creationId xmlns:a16="http://schemas.microsoft.com/office/drawing/2014/main" id="{8D9007A0-0D8A-45BA-9338-DC83EE86BD5F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728" y="123335"/>
            <a:ext cx="1397163" cy="1294342"/>
          </a:xfrm>
          <a:prstGeom prst="rect">
            <a:avLst/>
          </a:prstGeom>
        </p:spPr>
      </p:pic>
      <p:sp>
        <p:nvSpPr>
          <p:cNvPr id="10" name="Flèche droite 9"/>
          <p:cNvSpPr/>
          <p:nvPr/>
        </p:nvSpPr>
        <p:spPr>
          <a:xfrm>
            <a:off x="-28166" y="3286724"/>
            <a:ext cx="2630689" cy="1981962"/>
          </a:xfrm>
          <a:prstGeom prst="rightArrow">
            <a:avLst/>
          </a:prstGeom>
          <a:solidFill>
            <a:srgbClr val="00B0F0"/>
          </a:solidFill>
          <a:ln>
            <a:solidFill>
              <a:srgbClr val="2098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DIAGRAMME DE </a:t>
            </a:r>
            <a:endParaRPr lang="fr-FR" sz="2000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ctr"/>
            <a:r>
              <a:rPr lang="fr-FR" sz="20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DEPLOIEMENT</a:t>
            </a:r>
            <a:endParaRPr lang="fr-FR" sz="20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" name="Rectangle à coins arrondis 7"/>
          <p:cNvSpPr/>
          <p:nvPr/>
        </p:nvSpPr>
        <p:spPr>
          <a:xfrm>
            <a:off x="11458575" y="6297561"/>
            <a:ext cx="733425" cy="560438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14</a:t>
            </a:r>
            <a:endParaRPr lang="fr-FR" sz="24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6" name="Image 5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8966" y="123335"/>
            <a:ext cx="9439422" cy="645444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2978434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0B0F0"/>
            </a:gs>
            <a:gs pos="46000">
              <a:schemeClr val="bg1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lèche droite 9">
            <a:extLst>
              <a:ext uri="{FF2B5EF4-FFF2-40B4-BE49-F238E27FC236}">
                <a16:creationId xmlns:a16="http://schemas.microsoft.com/office/drawing/2014/main" id="{7797BFE7-2B51-4480-75CA-8D9737337D33}"/>
              </a:ext>
            </a:extLst>
          </p:cNvPr>
          <p:cNvSpPr/>
          <p:nvPr/>
        </p:nvSpPr>
        <p:spPr>
          <a:xfrm>
            <a:off x="-2" y="2540711"/>
            <a:ext cx="3077031" cy="3335701"/>
          </a:xfrm>
          <a:prstGeom prst="rightArrow">
            <a:avLst/>
          </a:prstGeom>
          <a:solidFill>
            <a:srgbClr val="00B0F0"/>
          </a:solidFill>
          <a:ln>
            <a:solidFill>
              <a:srgbClr val="2098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ARCHITECHTURE</a:t>
            </a:r>
          </a:p>
          <a:p>
            <a:pPr algn="ctr"/>
            <a:r>
              <a:rPr lang="fr-FR" sz="20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PHYSIQUE</a:t>
            </a:r>
            <a:endParaRPr lang="fr-FR" sz="20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0" name="ZoneTexte 9"/>
          <p:cNvSpPr txBox="1"/>
          <p:nvPr/>
        </p:nvSpPr>
        <p:spPr>
          <a:xfrm>
            <a:off x="347964" y="-78287"/>
            <a:ext cx="6523993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fr-FR" sz="4800" b="1" dirty="0" smtClean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ARCHITCTURE</a:t>
            </a:r>
          </a:p>
          <a:p>
            <a:endParaRPr lang="fr-FR" sz="4000" b="1" dirty="0">
              <a:solidFill>
                <a:schemeClr val="accent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" name="Rectangle à coins arrondis 10"/>
          <p:cNvSpPr/>
          <p:nvPr/>
        </p:nvSpPr>
        <p:spPr>
          <a:xfrm>
            <a:off x="11458575" y="6297562"/>
            <a:ext cx="733425" cy="560438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15</a:t>
            </a:r>
            <a:endParaRPr lang="fr-FR" sz="24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5" name="Image 4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81711" y="1123004"/>
            <a:ext cx="8422005" cy="525698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33387711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0B0F0"/>
            </a:gs>
            <a:gs pos="46000">
              <a:schemeClr val="bg1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lèche droite 9">
            <a:extLst>
              <a:ext uri="{FF2B5EF4-FFF2-40B4-BE49-F238E27FC236}">
                <a16:creationId xmlns:a16="http://schemas.microsoft.com/office/drawing/2014/main" id="{7797BFE7-2B51-4480-75CA-8D9737337D33}"/>
              </a:ext>
            </a:extLst>
          </p:cNvPr>
          <p:cNvSpPr/>
          <p:nvPr/>
        </p:nvSpPr>
        <p:spPr>
          <a:xfrm>
            <a:off x="0" y="2921023"/>
            <a:ext cx="3263901" cy="2006600"/>
          </a:xfrm>
          <a:prstGeom prst="rightArrow">
            <a:avLst/>
          </a:prstGeom>
          <a:solidFill>
            <a:srgbClr val="00B0F0"/>
          </a:solidFill>
          <a:ln>
            <a:solidFill>
              <a:srgbClr val="2098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ARCHITECHTURE  LOGIQUE</a:t>
            </a:r>
            <a:endParaRPr lang="fr-FR" sz="20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" name="Rectangle à coins arrondis 5">
            <a:extLst>
              <a:ext uri="{FF2B5EF4-FFF2-40B4-BE49-F238E27FC236}">
                <a16:creationId xmlns:a16="http://schemas.microsoft.com/office/drawing/2014/main" id="{20AB6750-46F0-D5FC-491D-EF376E85B347}"/>
              </a:ext>
            </a:extLst>
          </p:cNvPr>
          <p:cNvSpPr/>
          <p:nvPr/>
        </p:nvSpPr>
        <p:spPr>
          <a:xfrm>
            <a:off x="11458575" y="6254458"/>
            <a:ext cx="733425" cy="603541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0</a:t>
            </a:r>
            <a:endParaRPr lang="fr-FR" sz="24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0" name="ZoneTexte 9"/>
          <p:cNvSpPr txBox="1"/>
          <p:nvPr/>
        </p:nvSpPr>
        <p:spPr>
          <a:xfrm>
            <a:off x="0" y="105594"/>
            <a:ext cx="5089978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fr-FR" sz="4800" b="1" dirty="0" smtClean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ARCHITCTURE</a:t>
            </a:r>
          </a:p>
          <a:p>
            <a:endParaRPr lang="fr-FR" sz="4000" b="1" dirty="0">
              <a:solidFill>
                <a:schemeClr val="accent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7" name="Rectangle à coins arrondis 6"/>
          <p:cNvSpPr/>
          <p:nvPr/>
        </p:nvSpPr>
        <p:spPr>
          <a:xfrm>
            <a:off x="11458575" y="6297561"/>
            <a:ext cx="733425" cy="560438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16</a:t>
            </a:r>
            <a:endParaRPr lang="fr-FR" sz="24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8" name="Image 7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8667" y="1026942"/>
            <a:ext cx="8406620" cy="509250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4846913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0B0F0"/>
            </a:gs>
            <a:gs pos="46000">
              <a:schemeClr val="bg1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e 6">
            <a:extLst>
              <a:ext uri="{FF2B5EF4-FFF2-40B4-BE49-F238E27FC236}">
                <a16:creationId xmlns:a16="http://schemas.microsoft.com/office/drawing/2014/main" id="{95504EEF-9FFF-4C9F-9F16-51EAA47DED1B}"/>
              </a:ext>
            </a:extLst>
          </p:cNvPr>
          <p:cNvGrpSpPr/>
          <p:nvPr/>
        </p:nvGrpSpPr>
        <p:grpSpPr>
          <a:xfrm>
            <a:off x="641007" y="187569"/>
            <a:ext cx="11048999" cy="1263479"/>
            <a:chOff x="413054" y="135497"/>
            <a:chExt cx="12894425" cy="1276313"/>
          </a:xfrm>
          <a:solidFill>
            <a:srgbClr val="00B0F0"/>
          </a:solidFill>
        </p:grpSpPr>
        <p:sp>
          <p:nvSpPr>
            <p:cNvPr id="8" name="Signalisation droite 5">
              <a:extLst>
                <a:ext uri="{FF2B5EF4-FFF2-40B4-BE49-F238E27FC236}">
                  <a16:creationId xmlns:a16="http://schemas.microsoft.com/office/drawing/2014/main" id="{BE092505-8B09-B74D-AB5D-F737400CEEDB}"/>
                </a:ext>
              </a:extLst>
            </p:cNvPr>
            <p:cNvSpPr/>
            <p:nvPr/>
          </p:nvSpPr>
          <p:spPr>
            <a:xfrm>
              <a:off x="1675627" y="135497"/>
              <a:ext cx="11631852" cy="947184"/>
            </a:xfrm>
            <a:prstGeom prst="homePlat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pPr algn="ctr"/>
              <a:r>
                <a:rPr lang="fr-FR" sz="4000" b="1" dirty="0" smtClean="0">
                  <a:solidFill>
                    <a:prstClr val="white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 TECHNOLOGY USES</a:t>
              </a:r>
              <a:endParaRPr lang="fr-FR" sz="4000" b="1" dirty="0">
                <a:solidFill>
                  <a:prstClr val="white"/>
                </a:solidFill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9" name="Larme 8">
              <a:extLst>
                <a:ext uri="{FF2B5EF4-FFF2-40B4-BE49-F238E27FC236}">
                  <a16:creationId xmlns:a16="http://schemas.microsoft.com/office/drawing/2014/main" id="{D9D66D36-2DC1-4453-91F8-DFC07EE7998C}"/>
                </a:ext>
              </a:extLst>
            </p:cNvPr>
            <p:cNvSpPr/>
            <p:nvPr/>
          </p:nvSpPr>
          <p:spPr>
            <a:xfrm>
              <a:off x="413054" y="184082"/>
              <a:ext cx="1262573" cy="1227728"/>
            </a:xfrm>
            <a:prstGeom prst="teardrop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CM" sz="5400" b="1" dirty="0">
                  <a:solidFill>
                    <a:prstClr val="white"/>
                  </a:solidFill>
                </a:rPr>
                <a:t>5</a:t>
              </a:r>
            </a:p>
          </p:txBody>
        </p:sp>
      </p:grpSp>
      <p:sp>
        <p:nvSpPr>
          <p:cNvPr id="74" name="Freeform: Shape 3">
            <a:extLst>
              <a:ext uri="{FF2B5EF4-FFF2-40B4-BE49-F238E27FC236}">
                <a16:creationId xmlns:a16="http://schemas.microsoft.com/office/drawing/2014/main" id="{443E86A6-1C34-4C7A-A24E-DF3058EA68A1}"/>
              </a:ext>
            </a:extLst>
          </p:cNvPr>
          <p:cNvSpPr/>
          <p:nvPr/>
        </p:nvSpPr>
        <p:spPr>
          <a:xfrm>
            <a:off x="11803094" y="881539"/>
            <a:ext cx="228600" cy="228600"/>
          </a:xfrm>
          <a:custGeom>
            <a:avLst/>
            <a:gdLst>
              <a:gd name="connsiteX0" fmla="*/ 222218 w 228600"/>
              <a:gd name="connsiteY0" fmla="*/ 114681 h 228600"/>
              <a:gd name="connsiteX1" fmla="*/ 114681 w 228600"/>
              <a:gd name="connsiteY1" fmla="*/ 222218 h 228600"/>
              <a:gd name="connsiteX2" fmla="*/ 7143 w 228600"/>
              <a:gd name="connsiteY2" fmla="*/ 114681 h 228600"/>
              <a:gd name="connsiteX3" fmla="*/ 114681 w 228600"/>
              <a:gd name="connsiteY3" fmla="*/ 7144 h 228600"/>
              <a:gd name="connsiteX4" fmla="*/ 222218 w 228600"/>
              <a:gd name="connsiteY4" fmla="*/ 114681 h 228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8600" h="228600">
                <a:moveTo>
                  <a:pt x="222218" y="114681"/>
                </a:moveTo>
                <a:cubicBezTo>
                  <a:pt x="222218" y="174072"/>
                  <a:pt x="174072" y="222218"/>
                  <a:pt x="114681" y="222218"/>
                </a:cubicBezTo>
                <a:cubicBezTo>
                  <a:pt x="55289" y="222218"/>
                  <a:pt x="7143" y="174072"/>
                  <a:pt x="7143" y="114681"/>
                </a:cubicBezTo>
                <a:cubicBezTo>
                  <a:pt x="7143" y="55290"/>
                  <a:pt x="55289" y="7144"/>
                  <a:pt x="114681" y="7144"/>
                </a:cubicBezTo>
                <a:cubicBezTo>
                  <a:pt x="174072" y="7144"/>
                  <a:pt x="222218" y="55290"/>
                  <a:pt x="222218" y="114681"/>
                </a:cubicBezTo>
                <a:close/>
              </a:path>
            </a:pathLst>
          </a:custGeom>
          <a:solidFill>
            <a:srgbClr val="FFC947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5" name="Freeform: Shape 4">
            <a:extLst>
              <a:ext uri="{FF2B5EF4-FFF2-40B4-BE49-F238E27FC236}">
                <a16:creationId xmlns:a16="http://schemas.microsoft.com/office/drawing/2014/main" id="{6A6C6217-2D0B-4BD3-8A13-B70D2F4D3FC4}"/>
              </a:ext>
            </a:extLst>
          </p:cNvPr>
          <p:cNvSpPr/>
          <p:nvPr/>
        </p:nvSpPr>
        <p:spPr>
          <a:xfrm>
            <a:off x="11143107" y="259556"/>
            <a:ext cx="228600" cy="228600"/>
          </a:xfrm>
          <a:custGeom>
            <a:avLst/>
            <a:gdLst>
              <a:gd name="connsiteX0" fmla="*/ 222218 w 228600"/>
              <a:gd name="connsiteY0" fmla="*/ 114681 h 228600"/>
              <a:gd name="connsiteX1" fmla="*/ 114680 w 228600"/>
              <a:gd name="connsiteY1" fmla="*/ 222218 h 228600"/>
              <a:gd name="connsiteX2" fmla="*/ 7143 w 228600"/>
              <a:gd name="connsiteY2" fmla="*/ 114681 h 228600"/>
              <a:gd name="connsiteX3" fmla="*/ 114680 w 228600"/>
              <a:gd name="connsiteY3" fmla="*/ 7144 h 228600"/>
              <a:gd name="connsiteX4" fmla="*/ 222218 w 228600"/>
              <a:gd name="connsiteY4" fmla="*/ 114681 h 228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8600" h="228600">
                <a:moveTo>
                  <a:pt x="222218" y="114681"/>
                </a:moveTo>
                <a:cubicBezTo>
                  <a:pt x="222218" y="174072"/>
                  <a:pt x="174072" y="222218"/>
                  <a:pt x="114680" y="222218"/>
                </a:cubicBezTo>
                <a:cubicBezTo>
                  <a:pt x="55289" y="222218"/>
                  <a:pt x="7143" y="174072"/>
                  <a:pt x="7143" y="114681"/>
                </a:cubicBezTo>
                <a:cubicBezTo>
                  <a:pt x="7143" y="55290"/>
                  <a:pt x="55289" y="7144"/>
                  <a:pt x="114680" y="7144"/>
                </a:cubicBezTo>
                <a:cubicBezTo>
                  <a:pt x="174072" y="7144"/>
                  <a:pt x="222218" y="55290"/>
                  <a:pt x="222218" y="114681"/>
                </a:cubicBezTo>
                <a:close/>
              </a:path>
            </a:pathLst>
          </a:custGeom>
          <a:solidFill>
            <a:srgbClr val="FFC947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6" name="Freeform: Shape 5">
            <a:extLst>
              <a:ext uri="{FF2B5EF4-FFF2-40B4-BE49-F238E27FC236}">
                <a16:creationId xmlns:a16="http://schemas.microsoft.com/office/drawing/2014/main" id="{5B47422A-AF1D-48FD-B236-6AD25F2C095D}"/>
              </a:ext>
            </a:extLst>
          </p:cNvPr>
          <p:cNvSpPr/>
          <p:nvPr/>
        </p:nvSpPr>
        <p:spPr>
          <a:xfrm>
            <a:off x="11803094" y="5203698"/>
            <a:ext cx="228600" cy="228600"/>
          </a:xfrm>
          <a:custGeom>
            <a:avLst/>
            <a:gdLst>
              <a:gd name="connsiteX0" fmla="*/ 222218 w 228600"/>
              <a:gd name="connsiteY0" fmla="*/ 114681 h 228600"/>
              <a:gd name="connsiteX1" fmla="*/ 114681 w 228600"/>
              <a:gd name="connsiteY1" fmla="*/ 222218 h 228600"/>
              <a:gd name="connsiteX2" fmla="*/ 7143 w 228600"/>
              <a:gd name="connsiteY2" fmla="*/ 114681 h 228600"/>
              <a:gd name="connsiteX3" fmla="*/ 114681 w 228600"/>
              <a:gd name="connsiteY3" fmla="*/ 7144 h 228600"/>
              <a:gd name="connsiteX4" fmla="*/ 222218 w 228600"/>
              <a:gd name="connsiteY4" fmla="*/ 114681 h 228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8600" h="228600">
                <a:moveTo>
                  <a:pt x="222218" y="114681"/>
                </a:moveTo>
                <a:cubicBezTo>
                  <a:pt x="222218" y="174072"/>
                  <a:pt x="174072" y="222218"/>
                  <a:pt x="114681" y="222218"/>
                </a:cubicBezTo>
                <a:cubicBezTo>
                  <a:pt x="55289" y="222218"/>
                  <a:pt x="7143" y="174072"/>
                  <a:pt x="7143" y="114681"/>
                </a:cubicBezTo>
                <a:cubicBezTo>
                  <a:pt x="7143" y="55290"/>
                  <a:pt x="55289" y="7144"/>
                  <a:pt x="114681" y="7144"/>
                </a:cubicBezTo>
                <a:cubicBezTo>
                  <a:pt x="174072" y="7144"/>
                  <a:pt x="222218" y="55290"/>
                  <a:pt x="222218" y="114681"/>
                </a:cubicBezTo>
                <a:close/>
              </a:path>
            </a:pathLst>
          </a:custGeom>
          <a:solidFill>
            <a:srgbClr val="FFC947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7" name="Freeform: Shape 6">
            <a:extLst>
              <a:ext uri="{FF2B5EF4-FFF2-40B4-BE49-F238E27FC236}">
                <a16:creationId xmlns:a16="http://schemas.microsoft.com/office/drawing/2014/main" id="{63E43D3A-D858-48EC-A3B5-DA67C4FDB697}"/>
              </a:ext>
            </a:extLst>
          </p:cNvPr>
          <p:cNvSpPr/>
          <p:nvPr/>
        </p:nvSpPr>
        <p:spPr>
          <a:xfrm>
            <a:off x="1868424" y="1096709"/>
            <a:ext cx="228600" cy="228600"/>
          </a:xfrm>
          <a:custGeom>
            <a:avLst/>
            <a:gdLst>
              <a:gd name="connsiteX0" fmla="*/ 222218 w 228600"/>
              <a:gd name="connsiteY0" fmla="*/ 114681 h 228600"/>
              <a:gd name="connsiteX1" fmla="*/ 114681 w 228600"/>
              <a:gd name="connsiteY1" fmla="*/ 222218 h 228600"/>
              <a:gd name="connsiteX2" fmla="*/ 7144 w 228600"/>
              <a:gd name="connsiteY2" fmla="*/ 114681 h 228600"/>
              <a:gd name="connsiteX3" fmla="*/ 114681 w 228600"/>
              <a:gd name="connsiteY3" fmla="*/ 7144 h 228600"/>
              <a:gd name="connsiteX4" fmla="*/ 222218 w 228600"/>
              <a:gd name="connsiteY4" fmla="*/ 114681 h 228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8600" h="228600">
                <a:moveTo>
                  <a:pt x="222218" y="114681"/>
                </a:moveTo>
                <a:cubicBezTo>
                  <a:pt x="222218" y="174072"/>
                  <a:pt x="174072" y="222218"/>
                  <a:pt x="114681" y="222218"/>
                </a:cubicBezTo>
                <a:cubicBezTo>
                  <a:pt x="55290" y="222218"/>
                  <a:pt x="7144" y="174072"/>
                  <a:pt x="7144" y="114681"/>
                </a:cubicBezTo>
                <a:cubicBezTo>
                  <a:pt x="7144" y="55290"/>
                  <a:pt x="55290" y="7144"/>
                  <a:pt x="114681" y="7144"/>
                </a:cubicBezTo>
                <a:cubicBezTo>
                  <a:pt x="174072" y="7144"/>
                  <a:pt x="222218" y="55290"/>
                  <a:pt x="222218" y="114681"/>
                </a:cubicBezTo>
                <a:close/>
              </a:path>
            </a:pathLst>
          </a:custGeom>
          <a:solidFill>
            <a:srgbClr val="FFC947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8" name="Freeform: Shape 7">
            <a:extLst>
              <a:ext uri="{FF2B5EF4-FFF2-40B4-BE49-F238E27FC236}">
                <a16:creationId xmlns:a16="http://schemas.microsoft.com/office/drawing/2014/main" id="{822E4A63-C8A0-482C-8609-11E58E69B5B7}"/>
              </a:ext>
            </a:extLst>
          </p:cNvPr>
          <p:cNvSpPr/>
          <p:nvPr/>
        </p:nvSpPr>
        <p:spPr>
          <a:xfrm>
            <a:off x="3167253" y="259556"/>
            <a:ext cx="228600" cy="228600"/>
          </a:xfrm>
          <a:custGeom>
            <a:avLst/>
            <a:gdLst>
              <a:gd name="connsiteX0" fmla="*/ 222218 w 228600"/>
              <a:gd name="connsiteY0" fmla="*/ 114681 h 228600"/>
              <a:gd name="connsiteX1" fmla="*/ 114681 w 228600"/>
              <a:gd name="connsiteY1" fmla="*/ 222218 h 228600"/>
              <a:gd name="connsiteX2" fmla="*/ 7144 w 228600"/>
              <a:gd name="connsiteY2" fmla="*/ 114681 h 228600"/>
              <a:gd name="connsiteX3" fmla="*/ 114681 w 228600"/>
              <a:gd name="connsiteY3" fmla="*/ 7144 h 228600"/>
              <a:gd name="connsiteX4" fmla="*/ 222218 w 228600"/>
              <a:gd name="connsiteY4" fmla="*/ 114681 h 228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8600" h="228600">
                <a:moveTo>
                  <a:pt x="222218" y="114681"/>
                </a:moveTo>
                <a:cubicBezTo>
                  <a:pt x="222218" y="174072"/>
                  <a:pt x="174072" y="222218"/>
                  <a:pt x="114681" y="222218"/>
                </a:cubicBezTo>
                <a:cubicBezTo>
                  <a:pt x="55290" y="222218"/>
                  <a:pt x="7144" y="174072"/>
                  <a:pt x="7144" y="114681"/>
                </a:cubicBezTo>
                <a:cubicBezTo>
                  <a:pt x="7144" y="55290"/>
                  <a:pt x="55290" y="7144"/>
                  <a:pt x="114681" y="7144"/>
                </a:cubicBezTo>
                <a:cubicBezTo>
                  <a:pt x="174072" y="7144"/>
                  <a:pt x="222218" y="55290"/>
                  <a:pt x="222218" y="114681"/>
                </a:cubicBezTo>
                <a:close/>
              </a:path>
            </a:pathLst>
          </a:custGeom>
          <a:solidFill>
            <a:srgbClr val="FFC947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9" name="Freeform: Shape 8">
            <a:extLst>
              <a:ext uri="{FF2B5EF4-FFF2-40B4-BE49-F238E27FC236}">
                <a16:creationId xmlns:a16="http://schemas.microsoft.com/office/drawing/2014/main" id="{199B7924-7E39-4047-9708-3572AFBB47CC}"/>
              </a:ext>
            </a:extLst>
          </p:cNvPr>
          <p:cNvSpPr/>
          <p:nvPr/>
        </p:nvSpPr>
        <p:spPr>
          <a:xfrm>
            <a:off x="205169" y="474726"/>
            <a:ext cx="228600" cy="228600"/>
          </a:xfrm>
          <a:custGeom>
            <a:avLst/>
            <a:gdLst>
              <a:gd name="connsiteX0" fmla="*/ 222218 w 228600"/>
              <a:gd name="connsiteY0" fmla="*/ 114681 h 228600"/>
              <a:gd name="connsiteX1" fmla="*/ 114681 w 228600"/>
              <a:gd name="connsiteY1" fmla="*/ 222218 h 228600"/>
              <a:gd name="connsiteX2" fmla="*/ 7144 w 228600"/>
              <a:gd name="connsiteY2" fmla="*/ 114681 h 228600"/>
              <a:gd name="connsiteX3" fmla="*/ 114681 w 228600"/>
              <a:gd name="connsiteY3" fmla="*/ 7144 h 228600"/>
              <a:gd name="connsiteX4" fmla="*/ 222218 w 228600"/>
              <a:gd name="connsiteY4" fmla="*/ 114681 h 228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8600" h="228600">
                <a:moveTo>
                  <a:pt x="222218" y="114681"/>
                </a:moveTo>
                <a:cubicBezTo>
                  <a:pt x="222218" y="174072"/>
                  <a:pt x="174072" y="222218"/>
                  <a:pt x="114681" y="222218"/>
                </a:cubicBezTo>
                <a:cubicBezTo>
                  <a:pt x="55290" y="222218"/>
                  <a:pt x="7144" y="174072"/>
                  <a:pt x="7144" y="114681"/>
                </a:cubicBezTo>
                <a:cubicBezTo>
                  <a:pt x="7144" y="55290"/>
                  <a:pt x="55290" y="7144"/>
                  <a:pt x="114681" y="7144"/>
                </a:cubicBezTo>
                <a:cubicBezTo>
                  <a:pt x="174072" y="7144"/>
                  <a:pt x="222218" y="55290"/>
                  <a:pt x="222218" y="114681"/>
                </a:cubicBezTo>
                <a:close/>
              </a:path>
            </a:pathLst>
          </a:custGeom>
          <a:solidFill>
            <a:srgbClr val="FFC947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80" name="Freeform: Shape 9">
            <a:extLst>
              <a:ext uri="{FF2B5EF4-FFF2-40B4-BE49-F238E27FC236}">
                <a16:creationId xmlns:a16="http://schemas.microsoft.com/office/drawing/2014/main" id="{3176445F-C5C7-4F5E-BD32-E4E02623D63E}"/>
              </a:ext>
            </a:extLst>
          </p:cNvPr>
          <p:cNvSpPr/>
          <p:nvPr/>
        </p:nvSpPr>
        <p:spPr>
          <a:xfrm>
            <a:off x="1576769" y="6323552"/>
            <a:ext cx="228600" cy="228600"/>
          </a:xfrm>
          <a:custGeom>
            <a:avLst/>
            <a:gdLst>
              <a:gd name="connsiteX0" fmla="*/ 222218 w 228600"/>
              <a:gd name="connsiteY0" fmla="*/ 114681 h 228600"/>
              <a:gd name="connsiteX1" fmla="*/ 114681 w 228600"/>
              <a:gd name="connsiteY1" fmla="*/ 222218 h 228600"/>
              <a:gd name="connsiteX2" fmla="*/ 7144 w 228600"/>
              <a:gd name="connsiteY2" fmla="*/ 114681 h 228600"/>
              <a:gd name="connsiteX3" fmla="*/ 114681 w 228600"/>
              <a:gd name="connsiteY3" fmla="*/ 7144 h 228600"/>
              <a:gd name="connsiteX4" fmla="*/ 222218 w 228600"/>
              <a:gd name="connsiteY4" fmla="*/ 114681 h 228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8600" h="228600">
                <a:moveTo>
                  <a:pt x="222218" y="114681"/>
                </a:moveTo>
                <a:cubicBezTo>
                  <a:pt x="222218" y="174072"/>
                  <a:pt x="174072" y="222218"/>
                  <a:pt x="114681" y="222218"/>
                </a:cubicBezTo>
                <a:cubicBezTo>
                  <a:pt x="55290" y="222218"/>
                  <a:pt x="7144" y="174072"/>
                  <a:pt x="7144" y="114681"/>
                </a:cubicBezTo>
                <a:cubicBezTo>
                  <a:pt x="7144" y="55290"/>
                  <a:pt x="55290" y="7144"/>
                  <a:pt x="114681" y="7144"/>
                </a:cubicBezTo>
                <a:cubicBezTo>
                  <a:pt x="174072" y="7144"/>
                  <a:pt x="222218" y="55290"/>
                  <a:pt x="222218" y="114681"/>
                </a:cubicBezTo>
                <a:close/>
              </a:path>
            </a:pathLst>
          </a:custGeom>
          <a:solidFill>
            <a:srgbClr val="FFC947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81" name="Freeform: Shape 10">
            <a:extLst>
              <a:ext uri="{FF2B5EF4-FFF2-40B4-BE49-F238E27FC236}">
                <a16:creationId xmlns:a16="http://schemas.microsoft.com/office/drawing/2014/main" id="{6846DFC9-43BE-4A38-9A39-DD293513A94C}"/>
              </a:ext>
            </a:extLst>
          </p:cNvPr>
          <p:cNvSpPr/>
          <p:nvPr/>
        </p:nvSpPr>
        <p:spPr>
          <a:xfrm>
            <a:off x="154781" y="2880646"/>
            <a:ext cx="228600" cy="228600"/>
          </a:xfrm>
          <a:custGeom>
            <a:avLst/>
            <a:gdLst>
              <a:gd name="connsiteX0" fmla="*/ 222218 w 228600"/>
              <a:gd name="connsiteY0" fmla="*/ 114681 h 228600"/>
              <a:gd name="connsiteX1" fmla="*/ 114681 w 228600"/>
              <a:gd name="connsiteY1" fmla="*/ 222218 h 228600"/>
              <a:gd name="connsiteX2" fmla="*/ 7144 w 228600"/>
              <a:gd name="connsiteY2" fmla="*/ 114681 h 228600"/>
              <a:gd name="connsiteX3" fmla="*/ 114681 w 228600"/>
              <a:gd name="connsiteY3" fmla="*/ 7144 h 228600"/>
              <a:gd name="connsiteX4" fmla="*/ 222218 w 228600"/>
              <a:gd name="connsiteY4" fmla="*/ 114681 h 228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8600" h="228600">
                <a:moveTo>
                  <a:pt x="222218" y="114681"/>
                </a:moveTo>
                <a:cubicBezTo>
                  <a:pt x="222218" y="174072"/>
                  <a:pt x="174072" y="222218"/>
                  <a:pt x="114681" y="222218"/>
                </a:cubicBezTo>
                <a:cubicBezTo>
                  <a:pt x="55290" y="222218"/>
                  <a:pt x="7144" y="174072"/>
                  <a:pt x="7144" y="114681"/>
                </a:cubicBezTo>
                <a:cubicBezTo>
                  <a:pt x="7144" y="55290"/>
                  <a:pt x="55290" y="7144"/>
                  <a:pt x="114681" y="7144"/>
                </a:cubicBezTo>
                <a:cubicBezTo>
                  <a:pt x="174072" y="7144"/>
                  <a:pt x="222218" y="55290"/>
                  <a:pt x="222218" y="114681"/>
                </a:cubicBezTo>
                <a:close/>
              </a:path>
            </a:pathLst>
          </a:custGeom>
          <a:solidFill>
            <a:srgbClr val="FFC947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82" name="Freeform: Shape 11">
            <a:extLst>
              <a:ext uri="{FF2B5EF4-FFF2-40B4-BE49-F238E27FC236}">
                <a16:creationId xmlns:a16="http://schemas.microsoft.com/office/drawing/2014/main" id="{56460929-3A65-487B-84D5-7E71FD884D96}"/>
              </a:ext>
            </a:extLst>
          </p:cNvPr>
          <p:cNvSpPr/>
          <p:nvPr/>
        </p:nvSpPr>
        <p:spPr>
          <a:xfrm>
            <a:off x="6631591" y="6217253"/>
            <a:ext cx="228600" cy="228600"/>
          </a:xfrm>
          <a:custGeom>
            <a:avLst/>
            <a:gdLst>
              <a:gd name="connsiteX0" fmla="*/ 222218 w 228600"/>
              <a:gd name="connsiteY0" fmla="*/ 114681 h 228600"/>
              <a:gd name="connsiteX1" fmla="*/ 114681 w 228600"/>
              <a:gd name="connsiteY1" fmla="*/ 222218 h 228600"/>
              <a:gd name="connsiteX2" fmla="*/ 7144 w 228600"/>
              <a:gd name="connsiteY2" fmla="*/ 114681 h 228600"/>
              <a:gd name="connsiteX3" fmla="*/ 114681 w 228600"/>
              <a:gd name="connsiteY3" fmla="*/ 7144 h 228600"/>
              <a:gd name="connsiteX4" fmla="*/ 222218 w 228600"/>
              <a:gd name="connsiteY4" fmla="*/ 114681 h 228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8600" h="228600">
                <a:moveTo>
                  <a:pt x="222218" y="114681"/>
                </a:moveTo>
                <a:cubicBezTo>
                  <a:pt x="222218" y="174072"/>
                  <a:pt x="174072" y="222218"/>
                  <a:pt x="114681" y="222218"/>
                </a:cubicBezTo>
                <a:cubicBezTo>
                  <a:pt x="55290" y="222218"/>
                  <a:pt x="7144" y="174072"/>
                  <a:pt x="7144" y="114681"/>
                </a:cubicBezTo>
                <a:cubicBezTo>
                  <a:pt x="7144" y="55290"/>
                  <a:pt x="55290" y="7144"/>
                  <a:pt x="114681" y="7144"/>
                </a:cubicBezTo>
                <a:cubicBezTo>
                  <a:pt x="174072" y="7144"/>
                  <a:pt x="222218" y="55290"/>
                  <a:pt x="222218" y="114681"/>
                </a:cubicBezTo>
                <a:close/>
              </a:path>
            </a:pathLst>
          </a:custGeom>
          <a:solidFill>
            <a:srgbClr val="FFC947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83" name="Freeform: Shape 12">
            <a:extLst>
              <a:ext uri="{FF2B5EF4-FFF2-40B4-BE49-F238E27FC236}">
                <a16:creationId xmlns:a16="http://schemas.microsoft.com/office/drawing/2014/main" id="{1672EFE3-0E87-45B9-8D56-0F1CA2E22D33}"/>
              </a:ext>
            </a:extLst>
          </p:cNvPr>
          <p:cNvSpPr/>
          <p:nvPr/>
        </p:nvSpPr>
        <p:spPr>
          <a:xfrm>
            <a:off x="11250644" y="6370511"/>
            <a:ext cx="228600" cy="228600"/>
          </a:xfrm>
          <a:custGeom>
            <a:avLst/>
            <a:gdLst>
              <a:gd name="connsiteX0" fmla="*/ 222218 w 228600"/>
              <a:gd name="connsiteY0" fmla="*/ 114681 h 228600"/>
              <a:gd name="connsiteX1" fmla="*/ 114681 w 228600"/>
              <a:gd name="connsiteY1" fmla="*/ 222218 h 228600"/>
              <a:gd name="connsiteX2" fmla="*/ 7143 w 228600"/>
              <a:gd name="connsiteY2" fmla="*/ 114681 h 228600"/>
              <a:gd name="connsiteX3" fmla="*/ 114681 w 228600"/>
              <a:gd name="connsiteY3" fmla="*/ 7144 h 228600"/>
              <a:gd name="connsiteX4" fmla="*/ 222218 w 228600"/>
              <a:gd name="connsiteY4" fmla="*/ 114681 h 228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8600" h="228600">
                <a:moveTo>
                  <a:pt x="222218" y="114681"/>
                </a:moveTo>
                <a:cubicBezTo>
                  <a:pt x="222218" y="174072"/>
                  <a:pt x="174072" y="222218"/>
                  <a:pt x="114681" y="222218"/>
                </a:cubicBezTo>
                <a:cubicBezTo>
                  <a:pt x="55289" y="222218"/>
                  <a:pt x="7143" y="174072"/>
                  <a:pt x="7143" y="114681"/>
                </a:cubicBezTo>
                <a:cubicBezTo>
                  <a:pt x="7143" y="55290"/>
                  <a:pt x="55289" y="7144"/>
                  <a:pt x="114681" y="7144"/>
                </a:cubicBezTo>
                <a:cubicBezTo>
                  <a:pt x="174072" y="7144"/>
                  <a:pt x="222218" y="55290"/>
                  <a:pt x="222218" y="114681"/>
                </a:cubicBezTo>
                <a:close/>
              </a:path>
            </a:pathLst>
          </a:custGeom>
          <a:solidFill>
            <a:srgbClr val="FFC947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84" name="Freeform: Shape 13">
            <a:extLst>
              <a:ext uri="{FF2B5EF4-FFF2-40B4-BE49-F238E27FC236}">
                <a16:creationId xmlns:a16="http://schemas.microsoft.com/office/drawing/2014/main" id="{1C468777-36FA-4346-ACDB-8D23EDF69281}"/>
              </a:ext>
            </a:extLst>
          </p:cNvPr>
          <p:cNvSpPr/>
          <p:nvPr/>
        </p:nvSpPr>
        <p:spPr>
          <a:xfrm>
            <a:off x="9331166" y="1096709"/>
            <a:ext cx="228600" cy="228600"/>
          </a:xfrm>
          <a:custGeom>
            <a:avLst/>
            <a:gdLst>
              <a:gd name="connsiteX0" fmla="*/ 222218 w 228600"/>
              <a:gd name="connsiteY0" fmla="*/ 114681 h 228600"/>
              <a:gd name="connsiteX1" fmla="*/ 114681 w 228600"/>
              <a:gd name="connsiteY1" fmla="*/ 222218 h 228600"/>
              <a:gd name="connsiteX2" fmla="*/ 7144 w 228600"/>
              <a:gd name="connsiteY2" fmla="*/ 114681 h 228600"/>
              <a:gd name="connsiteX3" fmla="*/ 114681 w 228600"/>
              <a:gd name="connsiteY3" fmla="*/ 7144 h 228600"/>
              <a:gd name="connsiteX4" fmla="*/ 222218 w 228600"/>
              <a:gd name="connsiteY4" fmla="*/ 114681 h 228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8600" h="228600">
                <a:moveTo>
                  <a:pt x="222218" y="114681"/>
                </a:moveTo>
                <a:cubicBezTo>
                  <a:pt x="222218" y="174072"/>
                  <a:pt x="174072" y="222218"/>
                  <a:pt x="114681" y="222218"/>
                </a:cubicBezTo>
                <a:cubicBezTo>
                  <a:pt x="55290" y="222218"/>
                  <a:pt x="7144" y="174072"/>
                  <a:pt x="7144" y="114681"/>
                </a:cubicBezTo>
                <a:cubicBezTo>
                  <a:pt x="7144" y="55290"/>
                  <a:pt x="55290" y="7144"/>
                  <a:pt x="114681" y="7144"/>
                </a:cubicBezTo>
                <a:cubicBezTo>
                  <a:pt x="174072" y="7144"/>
                  <a:pt x="222218" y="55290"/>
                  <a:pt x="222218" y="114681"/>
                </a:cubicBezTo>
                <a:close/>
              </a:path>
            </a:pathLst>
          </a:custGeom>
          <a:solidFill>
            <a:srgbClr val="FFC947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85" name="Freeform: Shape 14">
            <a:extLst>
              <a:ext uri="{FF2B5EF4-FFF2-40B4-BE49-F238E27FC236}">
                <a16:creationId xmlns:a16="http://schemas.microsoft.com/office/drawing/2014/main" id="{8E8B03FF-DF8E-49C6-A6EB-9172D8AD0A84}"/>
              </a:ext>
            </a:extLst>
          </p:cNvPr>
          <p:cNvSpPr/>
          <p:nvPr/>
        </p:nvSpPr>
        <p:spPr>
          <a:xfrm>
            <a:off x="1178528" y="2123236"/>
            <a:ext cx="1552575" cy="3657600"/>
          </a:xfrm>
          <a:custGeom>
            <a:avLst/>
            <a:gdLst>
              <a:gd name="connsiteX0" fmla="*/ 1320165 w 1552575"/>
              <a:gd name="connsiteY0" fmla="*/ 3645504 h 3657600"/>
              <a:gd name="connsiteX1" fmla="*/ 241649 w 1552575"/>
              <a:gd name="connsiteY1" fmla="*/ 3645504 h 3657600"/>
              <a:gd name="connsiteX2" fmla="*/ 14288 w 1552575"/>
              <a:gd name="connsiteY2" fmla="*/ 3418142 h 3657600"/>
              <a:gd name="connsiteX3" fmla="*/ 14288 w 1552575"/>
              <a:gd name="connsiteY3" fmla="*/ 241649 h 3657600"/>
              <a:gd name="connsiteX4" fmla="*/ 241649 w 1552575"/>
              <a:gd name="connsiteY4" fmla="*/ 14288 h 3657600"/>
              <a:gd name="connsiteX5" fmla="*/ 1320165 w 1552575"/>
              <a:gd name="connsiteY5" fmla="*/ 14288 h 3657600"/>
              <a:gd name="connsiteX6" fmla="*/ 1547527 w 1552575"/>
              <a:gd name="connsiteY6" fmla="*/ 241649 h 3657600"/>
              <a:gd name="connsiteX7" fmla="*/ 1547527 w 1552575"/>
              <a:gd name="connsiteY7" fmla="*/ 3418047 h 3657600"/>
              <a:gd name="connsiteX8" fmla="*/ 1320165 w 1552575"/>
              <a:gd name="connsiteY8" fmla="*/ 3645504 h 3657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52575" h="3657600">
                <a:moveTo>
                  <a:pt x="1320165" y="3645504"/>
                </a:moveTo>
                <a:lnTo>
                  <a:pt x="241649" y="3645504"/>
                </a:lnTo>
                <a:cubicBezTo>
                  <a:pt x="116110" y="3645504"/>
                  <a:pt x="14288" y="3543681"/>
                  <a:pt x="14288" y="3418142"/>
                </a:cubicBezTo>
                <a:lnTo>
                  <a:pt x="14288" y="241649"/>
                </a:lnTo>
                <a:cubicBezTo>
                  <a:pt x="14288" y="116110"/>
                  <a:pt x="116110" y="14288"/>
                  <a:pt x="241649" y="14288"/>
                </a:cubicBezTo>
                <a:lnTo>
                  <a:pt x="1320165" y="14288"/>
                </a:lnTo>
                <a:cubicBezTo>
                  <a:pt x="1445705" y="14288"/>
                  <a:pt x="1547527" y="116110"/>
                  <a:pt x="1547527" y="241649"/>
                </a:cubicBezTo>
                <a:lnTo>
                  <a:pt x="1547527" y="3418047"/>
                </a:lnTo>
                <a:cubicBezTo>
                  <a:pt x="1547527" y="3543681"/>
                  <a:pt x="1445705" y="3645504"/>
                  <a:pt x="1320165" y="3645504"/>
                </a:cubicBezTo>
                <a:close/>
              </a:path>
            </a:pathLst>
          </a:custGeom>
          <a:noFill/>
          <a:ln w="19050" cap="rnd">
            <a:solidFill>
              <a:srgbClr val="00B050"/>
            </a:solidFill>
            <a:prstDash val="solid"/>
            <a:round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86" name="Freeform: Shape 15">
            <a:extLst>
              <a:ext uri="{FF2B5EF4-FFF2-40B4-BE49-F238E27FC236}">
                <a16:creationId xmlns:a16="http://schemas.microsoft.com/office/drawing/2014/main" id="{07D5DC7A-7FD1-4211-AD55-A207A4BEC919}"/>
              </a:ext>
            </a:extLst>
          </p:cNvPr>
          <p:cNvSpPr/>
          <p:nvPr/>
        </p:nvSpPr>
        <p:spPr>
          <a:xfrm>
            <a:off x="3054991" y="2123236"/>
            <a:ext cx="1552575" cy="3657600"/>
          </a:xfrm>
          <a:custGeom>
            <a:avLst/>
            <a:gdLst>
              <a:gd name="connsiteX0" fmla="*/ 1320165 w 1552575"/>
              <a:gd name="connsiteY0" fmla="*/ 3645504 h 3657600"/>
              <a:gd name="connsiteX1" fmla="*/ 241649 w 1552575"/>
              <a:gd name="connsiteY1" fmla="*/ 3645504 h 3657600"/>
              <a:gd name="connsiteX2" fmla="*/ 14288 w 1552575"/>
              <a:gd name="connsiteY2" fmla="*/ 3418142 h 3657600"/>
              <a:gd name="connsiteX3" fmla="*/ 14288 w 1552575"/>
              <a:gd name="connsiteY3" fmla="*/ 241649 h 3657600"/>
              <a:gd name="connsiteX4" fmla="*/ 241649 w 1552575"/>
              <a:gd name="connsiteY4" fmla="*/ 14288 h 3657600"/>
              <a:gd name="connsiteX5" fmla="*/ 1320165 w 1552575"/>
              <a:gd name="connsiteY5" fmla="*/ 14288 h 3657600"/>
              <a:gd name="connsiteX6" fmla="*/ 1547527 w 1552575"/>
              <a:gd name="connsiteY6" fmla="*/ 241649 h 3657600"/>
              <a:gd name="connsiteX7" fmla="*/ 1547527 w 1552575"/>
              <a:gd name="connsiteY7" fmla="*/ 3418047 h 3657600"/>
              <a:gd name="connsiteX8" fmla="*/ 1320165 w 1552575"/>
              <a:gd name="connsiteY8" fmla="*/ 3645504 h 3657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52575" h="3657600">
                <a:moveTo>
                  <a:pt x="1320165" y="3645504"/>
                </a:moveTo>
                <a:lnTo>
                  <a:pt x="241649" y="3645504"/>
                </a:lnTo>
                <a:cubicBezTo>
                  <a:pt x="116110" y="3645504"/>
                  <a:pt x="14288" y="3543681"/>
                  <a:pt x="14288" y="3418142"/>
                </a:cubicBezTo>
                <a:lnTo>
                  <a:pt x="14288" y="241649"/>
                </a:lnTo>
                <a:cubicBezTo>
                  <a:pt x="14288" y="116110"/>
                  <a:pt x="116110" y="14288"/>
                  <a:pt x="241649" y="14288"/>
                </a:cubicBezTo>
                <a:lnTo>
                  <a:pt x="1320165" y="14288"/>
                </a:lnTo>
                <a:cubicBezTo>
                  <a:pt x="1445705" y="14288"/>
                  <a:pt x="1547527" y="116110"/>
                  <a:pt x="1547527" y="241649"/>
                </a:cubicBezTo>
                <a:lnTo>
                  <a:pt x="1547527" y="3418047"/>
                </a:lnTo>
                <a:cubicBezTo>
                  <a:pt x="1547527" y="3543681"/>
                  <a:pt x="1445705" y="3645504"/>
                  <a:pt x="1320165" y="3645504"/>
                </a:cubicBezTo>
                <a:close/>
              </a:path>
            </a:pathLst>
          </a:custGeom>
          <a:noFill/>
          <a:ln w="19050" cap="rnd">
            <a:solidFill>
              <a:srgbClr val="0A1931"/>
            </a:solidFill>
            <a:prstDash val="solid"/>
            <a:round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87" name="Freeform: Shape 16">
            <a:extLst>
              <a:ext uri="{FF2B5EF4-FFF2-40B4-BE49-F238E27FC236}">
                <a16:creationId xmlns:a16="http://schemas.microsoft.com/office/drawing/2014/main" id="{76F36684-1F98-4E1E-A8A7-1CFF2D3B1A5E}"/>
              </a:ext>
            </a:extLst>
          </p:cNvPr>
          <p:cNvSpPr/>
          <p:nvPr/>
        </p:nvSpPr>
        <p:spPr>
          <a:xfrm>
            <a:off x="5061125" y="2112872"/>
            <a:ext cx="1552575" cy="3657600"/>
          </a:xfrm>
          <a:custGeom>
            <a:avLst/>
            <a:gdLst>
              <a:gd name="connsiteX0" fmla="*/ 1320165 w 1552575"/>
              <a:gd name="connsiteY0" fmla="*/ 3645504 h 3657600"/>
              <a:gd name="connsiteX1" fmla="*/ 241649 w 1552575"/>
              <a:gd name="connsiteY1" fmla="*/ 3645504 h 3657600"/>
              <a:gd name="connsiteX2" fmla="*/ 14288 w 1552575"/>
              <a:gd name="connsiteY2" fmla="*/ 3418142 h 3657600"/>
              <a:gd name="connsiteX3" fmla="*/ 14288 w 1552575"/>
              <a:gd name="connsiteY3" fmla="*/ 241649 h 3657600"/>
              <a:gd name="connsiteX4" fmla="*/ 241649 w 1552575"/>
              <a:gd name="connsiteY4" fmla="*/ 14288 h 3657600"/>
              <a:gd name="connsiteX5" fmla="*/ 1320165 w 1552575"/>
              <a:gd name="connsiteY5" fmla="*/ 14288 h 3657600"/>
              <a:gd name="connsiteX6" fmla="*/ 1547527 w 1552575"/>
              <a:gd name="connsiteY6" fmla="*/ 241649 h 3657600"/>
              <a:gd name="connsiteX7" fmla="*/ 1547527 w 1552575"/>
              <a:gd name="connsiteY7" fmla="*/ 3418047 h 3657600"/>
              <a:gd name="connsiteX8" fmla="*/ 1320165 w 1552575"/>
              <a:gd name="connsiteY8" fmla="*/ 3645504 h 3657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52575" h="3657600">
                <a:moveTo>
                  <a:pt x="1320165" y="3645504"/>
                </a:moveTo>
                <a:lnTo>
                  <a:pt x="241649" y="3645504"/>
                </a:lnTo>
                <a:cubicBezTo>
                  <a:pt x="116110" y="3645504"/>
                  <a:pt x="14288" y="3543681"/>
                  <a:pt x="14288" y="3418142"/>
                </a:cubicBezTo>
                <a:lnTo>
                  <a:pt x="14288" y="241649"/>
                </a:lnTo>
                <a:cubicBezTo>
                  <a:pt x="14288" y="116110"/>
                  <a:pt x="116110" y="14288"/>
                  <a:pt x="241649" y="14288"/>
                </a:cubicBezTo>
                <a:lnTo>
                  <a:pt x="1320165" y="14288"/>
                </a:lnTo>
                <a:cubicBezTo>
                  <a:pt x="1445704" y="14288"/>
                  <a:pt x="1547527" y="116110"/>
                  <a:pt x="1547527" y="241649"/>
                </a:cubicBezTo>
                <a:lnTo>
                  <a:pt x="1547527" y="3418047"/>
                </a:lnTo>
                <a:cubicBezTo>
                  <a:pt x="1547527" y="3543681"/>
                  <a:pt x="1445704" y="3645504"/>
                  <a:pt x="1320165" y="3645504"/>
                </a:cubicBezTo>
                <a:close/>
              </a:path>
            </a:pathLst>
          </a:custGeom>
          <a:noFill/>
          <a:ln w="19050" cap="rnd">
            <a:solidFill>
              <a:srgbClr val="FFC947"/>
            </a:solidFill>
            <a:prstDash val="solid"/>
            <a:round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88" name="Freeform: Shape 17">
            <a:extLst>
              <a:ext uri="{FF2B5EF4-FFF2-40B4-BE49-F238E27FC236}">
                <a16:creationId xmlns:a16="http://schemas.microsoft.com/office/drawing/2014/main" id="{FEBAE8B6-75FC-4C89-8800-9D3D93CC603F}"/>
              </a:ext>
            </a:extLst>
          </p:cNvPr>
          <p:cNvSpPr/>
          <p:nvPr/>
        </p:nvSpPr>
        <p:spPr>
          <a:xfrm>
            <a:off x="7250394" y="2123236"/>
            <a:ext cx="1772739" cy="3657600"/>
          </a:xfrm>
          <a:custGeom>
            <a:avLst/>
            <a:gdLst>
              <a:gd name="connsiteX0" fmla="*/ 1320165 w 1552575"/>
              <a:gd name="connsiteY0" fmla="*/ 3645504 h 3657600"/>
              <a:gd name="connsiteX1" fmla="*/ 241649 w 1552575"/>
              <a:gd name="connsiteY1" fmla="*/ 3645504 h 3657600"/>
              <a:gd name="connsiteX2" fmla="*/ 14288 w 1552575"/>
              <a:gd name="connsiteY2" fmla="*/ 3418142 h 3657600"/>
              <a:gd name="connsiteX3" fmla="*/ 14288 w 1552575"/>
              <a:gd name="connsiteY3" fmla="*/ 241649 h 3657600"/>
              <a:gd name="connsiteX4" fmla="*/ 241649 w 1552575"/>
              <a:gd name="connsiteY4" fmla="*/ 14288 h 3657600"/>
              <a:gd name="connsiteX5" fmla="*/ 1320165 w 1552575"/>
              <a:gd name="connsiteY5" fmla="*/ 14288 h 3657600"/>
              <a:gd name="connsiteX6" fmla="*/ 1547527 w 1552575"/>
              <a:gd name="connsiteY6" fmla="*/ 241649 h 3657600"/>
              <a:gd name="connsiteX7" fmla="*/ 1547527 w 1552575"/>
              <a:gd name="connsiteY7" fmla="*/ 3418047 h 3657600"/>
              <a:gd name="connsiteX8" fmla="*/ 1320165 w 1552575"/>
              <a:gd name="connsiteY8" fmla="*/ 3645504 h 3657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52575" h="3657600">
                <a:moveTo>
                  <a:pt x="1320165" y="3645504"/>
                </a:moveTo>
                <a:lnTo>
                  <a:pt x="241649" y="3645504"/>
                </a:lnTo>
                <a:cubicBezTo>
                  <a:pt x="116110" y="3645504"/>
                  <a:pt x="14288" y="3543681"/>
                  <a:pt x="14288" y="3418142"/>
                </a:cubicBezTo>
                <a:lnTo>
                  <a:pt x="14288" y="241649"/>
                </a:lnTo>
                <a:cubicBezTo>
                  <a:pt x="14288" y="116110"/>
                  <a:pt x="116110" y="14288"/>
                  <a:pt x="241649" y="14288"/>
                </a:cubicBezTo>
                <a:lnTo>
                  <a:pt x="1320165" y="14288"/>
                </a:lnTo>
                <a:cubicBezTo>
                  <a:pt x="1445705" y="14288"/>
                  <a:pt x="1547527" y="116110"/>
                  <a:pt x="1547527" y="241649"/>
                </a:cubicBezTo>
                <a:lnTo>
                  <a:pt x="1547527" y="3418047"/>
                </a:lnTo>
                <a:cubicBezTo>
                  <a:pt x="1547527" y="3543681"/>
                  <a:pt x="1445705" y="3645504"/>
                  <a:pt x="1320165" y="3645504"/>
                </a:cubicBezTo>
                <a:close/>
              </a:path>
            </a:pathLst>
          </a:custGeom>
          <a:noFill/>
          <a:ln w="19050" cap="rnd">
            <a:solidFill>
              <a:srgbClr val="0A1931"/>
            </a:solidFill>
            <a:prstDash val="solid"/>
            <a:round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89" name="Freeform: Shape 18">
            <a:extLst>
              <a:ext uri="{FF2B5EF4-FFF2-40B4-BE49-F238E27FC236}">
                <a16:creationId xmlns:a16="http://schemas.microsoft.com/office/drawing/2014/main" id="{33753421-0225-4BA9-8E13-6E341514CE2B}"/>
              </a:ext>
            </a:extLst>
          </p:cNvPr>
          <p:cNvSpPr/>
          <p:nvPr/>
        </p:nvSpPr>
        <p:spPr>
          <a:xfrm>
            <a:off x="9324353" y="2077230"/>
            <a:ext cx="2134222" cy="3657600"/>
          </a:xfrm>
          <a:custGeom>
            <a:avLst/>
            <a:gdLst>
              <a:gd name="connsiteX0" fmla="*/ 1320165 w 1552575"/>
              <a:gd name="connsiteY0" fmla="*/ 3645504 h 3657600"/>
              <a:gd name="connsiteX1" fmla="*/ 241649 w 1552575"/>
              <a:gd name="connsiteY1" fmla="*/ 3645504 h 3657600"/>
              <a:gd name="connsiteX2" fmla="*/ 14288 w 1552575"/>
              <a:gd name="connsiteY2" fmla="*/ 3418142 h 3657600"/>
              <a:gd name="connsiteX3" fmla="*/ 14288 w 1552575"/>
              <a:gd name="connsiteY3" fmla="*/ 241649 h 3657600"/>
              <a:gd name="connsiteX4" fmla="*/ 241649 w 1552575"/>
              <a:gd name="connsiteY4" fmla="*/ 14288 h 3657600"/>
              <a:gd name="connsiteX5" fmla="*/ 1320165 w 1552575"/>
              <a:gd name="connsiteY5" fmla="*/ 14288 h 3657600"/>
              <a:gd name="connsiteX6" fmla="*/ 1547527 w 1552575"/>
              <a:gd name="connsiteY6" fmla="*/ 241649 h 3657600"/>
              <a:gd name="connsiteX7" fmla="*/ 1547527 w 1552575"/>
              <a:gd name="connsiteY7" fmla="*/ 3418047 h 3657600"/>
              <a:gd name="connsiteX8" fmla="*/ 1320165 w 1552575"/>
              <a:gd name="connsiteY8" fmla="*/ 3645504 h 3657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52575" h="3657600">
                <a:moveTo>
                  <a:pt x="1320165" y="3645504"/>
                </a:moveTo>
                <a:lnTo>
                  <a:pt x="241649" y="3645504"/>
                </a:lnTo>
                <a:cubicBezTo>
                  <a:pt x="116110" y="3645504"/>
                  <a:pt x="14288" y="3543681"/>
                  <a:pt x="14288" y="3418142"/>
                </a:cubicBezTo>
                <a:lnTo>
                  <a:pt x="14288" y="241649"/>
                </a:lnTo>
                <a:cubicBezTo>
                  <a:pt x="14288" y="116110"/>
                  <a:pt x="116110" y="14288"/>
                  <a:pt x="241649" y="14288"/>
                </a:cubicBezTo>
                <a:lnTo>
                  <a:pt x="1320165" y="14288"/>
                </a:lnTo>
                <a:cubicBezTo>
                  <a:pt x="1445705" y="14288"/>
                  <a:pt x="1547527" y="116110"/>
                  <a:pt x="1547527" y="241649"/>
                </a:cubicBezTo>
                <a:lnTo>
                  <a:pt x="1547527" y="3418047"/>
                </a:lnTo>
                <a:cubicBezTo>
                  <a:pt x="1547527" y="3543681"/>
                  <a:pt x="1445705" y="3645504"/>
                  <a:pt x="1320165" y="3645504"/>
                </a:cubicBezTo>
                <a:close/>
              </a:path>
            </a:pathLst>
          </a:custGeom>
          <a:noFill/>
          <a:ln w="19050" cap="rnd">
            <a:solidFill>
              <a:srgbClr val="00B050"/>
            </a:solidFill>
            <a:prstDash val="solid"/>
            <a:round/>
          </a:ln>
        </p:spPr>
        <p:txBody>
          <a:bodyPr rtlCol="0" anchor="ctr"/>
          <a:lstStyle/>
          <a:p>
            <a:endParaRPr lang="en-US"/>
          </a:p>
        </p:txBody>
      </p:sp>
      <p:grpSp>
        <p:nvGrpSpPr>
          <p:cNvPr id="91" name="Group 44">
            <a:extLst>
              <a:ext uri="{FF2B5EF4-FFF2-40B4-BE49-F238E27FC236}">
                <a16:creationId xmlns:a16="http://schemas.microsoft.com/office/drawing/2014/main" id="{2F345A39-B59D-495F-87A2-C7D10E91BCD0}"/>
              </a:ext>
            </a:extLst>
          </p:cNvPr>
          <p:cNvGrpSpPr/>
          <p:nvPr/>
        </p:nvGrpSpPr>
        <p:grpSpPr>
          <a:xfrm>
            <a:off x="1251120" y="3233782"/>
            <a:ext cx="1554190" cy="2304578"/>
            <a:chOff x="1252736" y="3736015"/>
            <a:chExt cx="1554190" cy="2304578"/>
          </a:xfrm>
        </p:grpSpPr>
        <p:sp>
          <p:nvSpPr>
            <p:cNvPr id="92" name="TextBox 1">
              <a:extLst>
                <a:ext uri="{FF2B5EF4-FFF2-40B4-BE49-F238E27FC236}">
                  <a16:creationId xmlns:a16="http://schemas.microsoft.com/office/drawing/2014/main" id="{9B2A314E-0AA8-49A7-AA7D-45730114BD0C}"/>
                </a:ext>
              </a:extLst>
            </p:cNvPr>
            <p:cNvSpPr txBox="1"/>
            <p:nvPr/>
          </p:nvSpPr>
          <p:spPr>
            <a:xfrm>
              <a:off x="1271257" y="3736015"/>
              <a:ext cx="136550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400" b="1" dirty="0"/>
                <a:t>Google chrome:</a:t>
              </a:r>
              <a:endParaRPr lang="en-US" sz="1400" b="1" dirty="0">
                <a:solidFill>
                  <a:schemeClr val="accent2"/>
                </a:solidFill>
              </a:endParaRPr>
            </a:p>
          </p:txBody>
        </p:sp>
        <p:sp>
          <p:nvSpPr>
            <p:cNvPr id="93" name="Rectangle 92">
              <a:extLst>
                <a:ext uri="{FF2B5EF4-FFF2-40B4-BE49-F238E27FC236}">
                  <a16:creationId xmlns:a16="http://schemas.microsoft.com/office/drawing/2014/main" id="{5A821B21-E09A-4FA0-99FB-21821B930DC4}"/>
                </a:ext>
              </a:extLst>
            </p:cNvPr>
            <p:cNvSpPr/>
            <p:nvPr/>
          </p:nvSpPr>
          <p:spPr>
            <a:xfrm>
              <a:off x="1252736" y="4286267"/>
              <a:ext cx="1554190" cy="175432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fr-CM" dirty="0"/>
                <a:t>Navigateur web pour tester et déployer des applications web.</a:t>
              </a:r>
              <a:endParaRPr lang="fr-FR" dirty="0"/>
            </a:p>
          </p:txBody>
        </p:sp>
      </p:grpSp>
      <p:grpSp>
        <p:nvGrpSpPr>
          <p:cNvPr id="94" name="Group 46">
            <a:extLst>
              <a:ext uri="{FF2B5EF4-FFF2-40B4-BE49-F238E27FC236}">
                <a16:creationId xmlns:a16="http://schemas.microsoft.com/office/drawing/2014/main" id="{12C86613-6B20-457F-9E43-11A4BC413012}"/>
              </a:ext>
            </a:extLst>
          </p:cNvPr>
          <p:cNvGrpSpPr/>
          <p:nvPr/>
        </p:nvGrpSpPr>
        <p:grpSpPr>
          <a:xfrm>
            <a:off x="5106101" y="3076239"/>
            <a:ext cx="1403067" cy="2733299"/>
            <a:chOff x="4583197" y="4194758"/>
            <a:chExt cx="1403067" cy="2733299"/>
          </a:xfrm>
        </p:grpSpPr>
        <p:sp>
          <p:nvSpPr>
            <p:cNvPr id="95" name="TextBox 21">
              <a:extLst>
                <a:ext uri="{FF2B5EF4-FFF2-40B4-BE49-F238E27FC236}">
                  <a16:creationId xmlns:a16="http://schemas.microsoft.com/office/drawing/2014/main" id="{9B427566-D4DF-4204-B31F-6CEAE61A5971}"/>
                </a:ext>
              </a:extLst>
            </p:cNvPr>
            <p:cNvSpPr txBox="1"/>
            <p:nvPr/>
          </p:nvSpPr>
          <p:spPr>
            <a:xfrm>
              <a:off x="4583197" y="4194758"/>
              <a:ext cx="126233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400" b="1" dirty="0"/>
                <a:t>Gantt Project:</a:t>
              </a:r>
              <a:r>
                <a:rPr lang="en-US" sz="1400" dirty="0"/>
                <a:t> </a:t>
              </a:r>
              <a:endParaRPr lang="en-US" sz="1400" b="1" dirty="0">
                <a:solidFill>
                  <a:schemeClr val="accent3"/>
                </a:solidFill>
              </a:endParaRPr>
            </a:p>
          </p:txBody>
        </p:sp>
        <p:sp>
          <p:nvSpPr>
            <p:cNvPr id="96" name="Rectangle 95">
              <a:extLst>
                <a:ext uri="{FF2B5EF4-FFF2-40B4-BE49-F238E27FC236}">
                  <a16:creationId xmlns:a16="http://schemas.microsoft.com/office/drawing/2014/main" id="{6288F451-AD38-4A6C-9CCA-32EBFA160AE2}"/>
                </a:ext>
              </a:extLst>
            </p:cNvPr>
            <p:cNvSpPr/>
            <p:nvPr/>
          </p:nvSpPr>
          <p:spPr>
            <a:xfrm>
              <a:off x="4605366" y="4619733"/>
              <a:ext cx="1380898" cy="230832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fr-CM" dirty="0"/>
                <a:t>Outil de gestion de projet pour créer des diagrammes de Gantt, planifier des </a:t>
              </a:r>
              <a:r>
                <a:rPr lang="fr-CM" dirty="0" smtClean="0"/>
                <a:t>tâches</a:t>
              </a:r>
              <a:endParaRPr lang="en-US" sz="1600" b="1" dirty="0">
                <a:solidFill>
                  <a:schemeClr val="bg2">
                    <a:lumMod val="75000"/>
                  </a:schemeClr>
                </a:solidFill>
              </a:endParaRPr>
            </a:p>
          </p:txBody>
        </p:sp>
      </p:grpSp>
      <p:grpSp>
        <p:nvGrpSpPr>
          <p:cNvPr id="97" name="Group 48">
            <a:extLst>
              <a:ext uri="{FF2B5EF4-FFF2-40B4-BE49-F238E27FC236}">
                <a16:creationId xmlns:a16="http://schemas.microsoft.com/office/drawing/2014/main" id="{526D5F93-C11B-4B5A-96A8-E8188074FA55}"/>
              </a:ext>
            </a:extLst>
          </p:cNvPr>
          <p:cNvGrpSpPr/>
          <p:nvPr/>
        </p:nvGrpSpPr>
        <p:grpSpPr>
          <a:xfrm>
            <a:off x="9345430" y="2963595"/>
            <a:ext cx="2026277" cy="2756098"/>
            <a:chOff x="7893808" y="3889903"/>
            <a:chExt cx="1554190" cy="3727502"/>
          </a:xfrm>
        </p:grpSpPr>
        <p:sp>
          <p:nvSpPr>
            <p:cNvPr id="98" name="TextBox 23">
              <a:extLst>
                <a:ext uri="{FF2B5EF4-FFF2-40B4-BE49-F238E27FC236}">
                  <a16:creationId xmlns:a16="http://schemas.microsoft.com/office/drawing/2014/main" id="{1FE0A846-7469-4816-A95F-8AB504C06A6D}"/>
                </a:ext>
              </a:extLst>
            </p:cNvPr>
            <p:cNvSpPr txBox="1"/>
            <p:nvPr/>
          </p:nvSpPr>
          <p:spPr>
            <a:xfrm>
              <a:off x="7976943" y="3889903"/>
              <a:ext cx="110818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400" b="1" dirty="0" err="1"/>
                <a:t>PowerAMC</a:t>
              </a:r>
              <a:r>
                <a:rPr lang="en-US" sz="1400" dirty="0"/>
                <a:t>: </a:t>
              </a:r>
              <a:endParaRPr lang="en-US" sz="1400" b="1" dirty="0">
                <a:solidFill>
                  <a:schemeClr val="accent2"/>
                </a:solidFill>
              </a:endParaRPr>
            </a:p>
          </p:txBody>
        </p:sp>
        <p:sp>
          <p:nvSpPr>
            <p:cNvPr id="99" name="Rectangle 98">
              <a:extLst>
                <a:ext uri="{FF2B5EF4-FFF2-40B4-BE49-F238E27FC236}">
                  <a16:creationId xmlns:a16="http://schemas.microsoft.com/office/drawing/2014/main" id="{AC8DAF17-A437-4215-AE43-37E51DD3EA03}"/>
                </a:ext>
              </a:extLst>
            </p:cNvPr>
            <p:cNvSpPr/>
            <p:nvPr/>
          </p:nvSpPr>
          <p:spPr>
            <a:xfrm>
              <a:off x="7893808" y="4478084"/>
              <a:ext cx="1554190" cy="313932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dirty="0" smtClean="0"/>
                <a:t> </a:t>
              </a:r>
              <a:r>
                <a:rPr lang="fr-CM" dirty="0"/>
                <a:t>Outil de modélisation pour concevoir des bases de données et des systèmes d'information (modèles UML, MCD, MLD).</a:t>
              </a:r>
              <a:endParaRPr lang="en-US" sz="1600" b="1" dirty="0">
                <a:solidFill>
                  <a:schemeClr val="bg2">
                    <a:lumMod val="75000"/>
                  </a:schemeClr>
                </a:solidFill>
              </a:endParaRPr>
            </a:p>
          </p:txBody>
        </p:sp>
      </p:grpSp>
      <p:grpSp>
        <p:nvGrpSpPr>
          <p:cNvPr id="100" name="Group 45">
            <a:extLst>
              <a:ext uri="{FF2B5EF4-FFF2-40B4-BE49-F238E27FC236}">
                <a16:creationId xmlns:a16="http://schemas.microsoft.com/office/drawing/2014/main" id="{3DF71FE6-319D-4F7D-9729-21BC6DF8731C}"/>
              </a:ext>
            </a:extLst>
          </p:cNvPr>
          <p:cNvGrpSpPr/>
          <p:nvPr/>
        </p:nvGrpSpPr>
        <p:grpSpPr>
          <a:xfrm>
            <a:off x="3097607" y="2911063"/>
            <a:ext cx="1467342" cy="3223204"/>
            <a:chOff x="2945680" y="1945290"/>
            <a:chExt cx="1467342" cy="3223204"/>
          </a:xfrm>
        </p:grpSpPr>
        <p:sp>
          <p:nvSpPr>
            <p:cNvPr id="101" name="TextBox 25">
              <a:extLst>
                <a:ext uri="{FF2B5EF4-FFF2-40B4-BE49-F238E27FC236}">
                  <a16:creationId xmlns:a16="http://schemas.microsoft.com/office/drawing/2014/main" id="{4FAD5B5F-117C-4A73-B70D-A52D617800C3}"/>
                </a:ext>
              </a:extLst>
            </p:cNvPr>
            <p:cNvSpPr txBox="1"/>
            <p:nvPr/>
          </p:nvSpPr>
          <p:spPr>
            <a:xfrm>
              <a:off x="3438853" y="1945290"/>
              <a:ext cx="49564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400" b="1" dirty="0"/>
                <a:t>Git:</a:t>
              </a:r>
              <a:r>
                <a:rPr lang="en-US" sz="1400" dirty="0"/>
                <a:t> </a:t>
              </a:r>
              <a:endParaRPr lang="en-US" sz="1400" b="1" dirty="0">
                <a:solidFill>
                  <a:schemeClr val="accent1"/>
                </a:solidFill>
              </a:endParaRPr>
            </a:p>
          </p:txBody>
        </p:sp>
        <p:sp>
          <p:nvSpPr>
            <p:cNvPr id="102" name="Rectangle 101">
              <a:extLst>
                <a:ext uri="{FF2B5EF4-FFF2-40B4-BE49-F238E27FC236}">
                  <a16:creationId xmlns:a16="http://schemas.microsoft.com/office/drawing/2014/main" id="{95603608-C33E-4EF4-9706-34825DB56DB8}"/>
                </a:ext>
              </a:extLst>
            </p:cNvPr>
            <p:cNvSpPr/>
            <p:nvPr/>
          </p:nvSpPr>
          <p:spPr>
            <a:xfrm>
              <a:off x="2945680" y="2029173"/>
              <a:ext cx="1467342" cy="313932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fr-CM" dirty="0"/>
                <a:t>Système de contrôle de version pour gérer les modifications du code et faciliter la collaboration entre développeurs.</a:t>
              </a:r>
              <a:endParaRPr lang="en-US" sz="1600" b="1" dirty="0">
                <a:solidFill>
                  <a:schemeClr val="bg2">
                    <a:lumMod val="75000"/>
                  </a:schemeClr>
                </a:solidFill>
              </a:endParaRPr>
            </a:p>
          </p:txBody>
        </p:sp>
      </p:grpSp>
      <p:grpSp>
        <p:nvGrpSpPr>
          <p:cNvPr id="103" name="Group 47">
            <a:extLst>
              <a:ext uri="{FF2B5EF4-FFF2-40B4-BE49-F238E27FC236}">
                <a16:creationId xmlns:a16="http://schemas.microsoft.com/office/drawing/2014/main" id="{CA46AD46-F9A3-4B22-8F85-6A2ED232BE45}"/>
              </a:ext>
            </a:extLst>
          </p:cNvPr>
          <p:cNvGrpSpPr/>
          <p:nvPr/>
        </p:nvGrpSpPr>
        <p:grpSpPr>
          <a:xfrm>
            <a:off x="7275602" y="2757174"/>
            <a:ext cx="1782599" cy="3284186"/>
            <a:chOff x="6694784" y="2099178"/>
            <a:chExt cx="1782599" cy="3284186"/>
          </a:xfrm>
        </p:grpSpPr>
        <p:sp>
          <p:nvSpPr>
            <p:cNvPr id="104" name="TextBox 27">
              <a:extLst>
                <a:ext uri="{FF2B5EF4-FFF2-40B4-BE49-F238E27FC236}">
                  <a16:creationId xmlns:a16="http://schemas.microsoft.com/office/drawing/2014/main" id="{F2684181-D51A-464F-8A15-4515A41722A2}"/>
                </a:ext>
              </a:extLst>
            </p:cNvPr>
            <p:cNvSpPr txBox="1"/>
            <p:nvPr/>
          </p:nvSpPr>
          <p:spPr>
            <a:xfrm>
              <a:off x="6694784" y="2099178"/>
              <a:ext cx="170751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400" b="1" dirty="0"/>
                <a:t>Visual Studio Code</a:t>
              </a:r>
              <a:r>
                <a:rPr lang="en-US" sz="1400" dirty="0"/>
                <a:t>: </a:t>
              </a:r>
              <a:endParaRPr lang="en-US" sz="1400" b="1" dirty="0">
                <a:solidFill>
                  <a:schemeClr val="accent1"/>
                </a:solidFill>
              </a:endParaRPr>
            </a:p>
          </p:txBody>
        </p:sp>
        <p:sp>
          <p:nvSpPr>
            <p:cNvPr id="105" name="Rectangle 104">
              <a:extLst>
                <a:ext uri="{FF2B5EF4-FFF2-40B4-BE49-F238E27FC236}">
                  <a16:creationId xmlns:a16="http://schemas.microsoft.com/office/drawing/2014/main" id="{99F009F5-29DA-42A1-A30C-ECAA8D7A65EA}"/>
                </a:ext>
              </a:extLst>
            </p:cNvPr>
            <p:cNvSpPr/>
            <p:nvPr/>
          </p:nvSpPr>
          <p:spPr>
            <a:xfrm>
              <a:off x="6768249" y="2305598"/>
              <a:ext cx="1709134" cy="307776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fr-CM" dirty="0"/>
                <a:t>Environnement de développement intégré (IDE) léger pour coder, déboguer, et gérer des projets dans divers langages </a:t>
              </a:r>
              <a:r>
                <a:rPr lang="en-US" sz="1600" dirty="0"/>
                <a:t> </a:t>
              </a:r>
              <a:endParaRPr lang="fr-FR" sz="1600" dirty="0"/>
            </a:p>
            <a:p>
              <a:pPr algn="ctr"/>
              <a:r>
                <a:rPr lang="fr-FR" sz="1400" b="1" dirty="0" smtClean="0">
                  <a:solidFill>
                    <a:schemeClr val="bg2">
                      <a:lumMod val="75000"/>
                    </a:schemeClr>
                  </a:solidFill>
                </a:rPr>
                <a:t> </a:t>
              </a:r>
              <a:endParaRPr lang="en-US" sz="1600" b="1" dirty="0">
                <a:solidFill>
                  <a:schemeClr val="bg2">
                    <a:lumMod val="75000"/>
                  </a:schemeClr>
                </a:solidFill>
              </a:endParaRPr>
            </a:p>
          </p:txBody>
        </p:sp>
      </p:grpSp>
      <p:sp>
        <p:nvSpPr>
          <p:cNvPr id="110" name="Rectangle à coins arrondis 109"/>
          <p:cNvSpPr/>
          <p:nvPr/>
        </p:nvSpPr>
        <p:spPr>
          <a:xfrm>
            <a:off x="11458575" y="6297561"/>
            <a:ext cx="733425" cy="560438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17</a:t>
            </a:r>
            <a:endParaRPr lang="fr-FR" sz="24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41" name="Image 40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0593" y="2449055"/>
            <a:ext cx="396431" cy="514539"/>
          </a:xfrm>
          <a:prstGeom prst="rect">
            <a:avLst/>
          </a:prstGeom>
          <a:noFill/>
          <a:ln>
            <a:noFill/>
          </a:ln>
        </p:spPr>
      </p:pic>
      <p:pic>
        <p:nvPicPr>
          <p:cNvPr id="42" name="Image 41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6431" y="2364687"/>
            <a:ext cx="708527" cy="507943"/>
          </a:xfrm>
          <a:prstGeom prst="rect">
            <a:avLst/>
          </a:prstGeom>
          <a:noFill/>
          <a:ln>
            <a:noFill/>
          </a:ln>
        </p:spPr>
      </p:pic>
      <p:pic>
        <p:nvPicPr>
          <p:cNvPr id="43" name="Image 42"/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89593" y="2364687"/>
            <a:ext cx="895350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" name="Image 43"/>
          <p:cNvPicPr/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6553" y="2364686"/>
            <a:ext cx="970671" cy="399939"/>
          </a:xfrm>
          <a:prstGeom prst="rect">
            <a:avLst/>
          </a:prstGeom>
          <a:noFill/>
          <a:ln>
            <a:noFill/>
          </a:ln>
        </p:spPr>
      </p:pic>
      <p:pic>
        <p:nvPicPr>
          <p:cNvPr id="45" name="Image 44"/>
          <p:cNvPicPr/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81901" y="2206751"/>
            <a:ext cx="816716" cy="6477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ZoneTexte 1"/>
          <p:cNvSpPr txBox="1"/>
          <p:nvPr/>
        </p:nvSpPr>
        <p:spPr>
          <a:xfrm>
            <a:off x="2475709" y="1354501"/>
            <a:ext cx="65231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fr-CM" sz="2400" b="1" dirty="0"/>
              <a:t>Software environment</a:t>
            </a:r>
            <a:endParaRPr lang="fr-FR" sz="2400" b="1" dirty="0"/>
          </a:p>
        </p:txBody>
      </p:sp>
    </p:spTree>
    <p:extLst>
      <p:ext uri="{BB962C8B-B14F-4D97-AF65-F5344CB8AC3E}">
        <p14:creationId xmlns:p14="http://schemas.microsoft.com/office/powerpoint/2010/main" val="12689086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" grpId="0" animBg="1"/>
      <p:bldP spid="75" grpId="0" animBg="1"/>
      <p:bldP spid="76" grpId="0" animBg="1"/>
      <p:bldP spid="77" grpId="0" animBg="1"/>
      <p:bldP spid="78" grpId="0" animBg="1"/>
      <p:bldP spid="79" grpId="0" animBg="1"/>
      <p:bldP spid="80" grpId="0" animBg="1"/>
      <p:bldP spid="81" grpId="0" animBg="1"/>
      <p:bldP spid="82" grpId="0" animBg="1"/>
      <p:bldP spid="83" grpId="0" animBg="1"/>
      <p:bldP spid="84" grpId="0" animBg="1"/>
      <p:bldP spid="85" grpId="0" animBg="1"/>
      <p:bldP spid="86" grpId="0" animBg="1"/>
      <p:bldP spid="87" grpId="0" animBg="1"/>
      <p:bldP spid="88" grpId="0" animBg="1"/>
      <p:bldP spid="89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0B0F0"/>
            </a:gs>
            <a:gs pos="46000">
              <a:schemeClr val="bg1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à coins arrondis 5">
            <a:extLst>
              <a:ext uri="{FF2B5EF4-FFF2-40B4-BE49-F238E27FC236}">
                <a16:creationId xmlns:a16="http://schemas.microsoft.com/office/drawing/2014/main" id="{20AB6750-46F0-D5FC-491D-EF376E85B347}"/>
              </a:ext>
            </a:extLst>
          </p:cNvPr>
          <p:cNvSpPr/>
          <p:nvPr/>
        </p:nvSpPr>
        <p:spPr>
          <a:xfrm>
            <a:off x="11458575" y="6254458"/>
            <a:ext cx="733425" cy="603541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b="1" dirty="0">
                <a:latin typeface="Cambria" panose="02040503050406030204" pitchFamily="18" charset="0"/>
                <a:ea typeface="Cambria" panose="02040503050406030204" pitchFamily="18" charset="0"/>
              </a:rPr>
              <a:t>10</a:t>
            </a:r>
          </a:p>
        </p:txBody>
      </p:sp>
      <p:sp>
        <p:nvSpPr>
          <p:cNvPr id="74" name="Freeform: Shape 3">
            <a:extLst>
              <a:ext uri="{FF2B5EF4-FFF2-40B4-BE49-F238E27FC236}">
                <a16:creationId xmlns:a16="http://schemas.microsoft.com/office/drawing/2014/main" id="{443E86A6-1C34-4C7A-A24E-DF3058EA68A1}"/>
              </a:ext>
            </a:extLst>
          </p:cNvPr>
          <p:cNvSpPr/>
          <p:nvPr/>
        </p:nvSpPr>
        <p:spPr>
          <a:xfrm>
            <a:off x="11803094" y="881539"/>
            <a:ext cx="228600" cy="228600"/>
          </a:xfrm>
          <a:custGeom>
            <a:avLst/>
            <a:gdLst>
              <a:gd name="connsiteX0" fmla="*/ 222218 w 228600"/>
              <a:gd name="connsiteY0" fmla="*/ 114681 h 228600"/>
              <a:gd name="connsiteX1" fmla="*/ 114681 w 228600"/>
              <a:gd name="connsiteY1" fmla="*/ 222218 h 228600"/>
              <a:gd name="connsiteX2" fmla="*/ 7143 w 228600"/>
              <a:gd name="connsiteY2" fmla="*/ 114681 h 228600"/>
              <a:gd name="connsiteX3" fmla="*/ 114681 w 228600"/>
              <a:gd name="connsiteY3" fmla="*/ 7144 h 228600"/>
              <a:gd name="connsiteX4" fmla="*/ 222218 w 228600"/>
              <a:gd name="connsiteY4" fmla="*/ 114681 h 228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8600" h="228600">
                <a:moveTo>
                  <a:pt x="222218" y="114681"/>
                </a:moveTo>
                <a:cubicBezTo>
                  <a:pt x="222218" y="174072"/>
                  <a:pt x="174072" y="222218"/>
                  <a:pt x="114681" y="222218"/>
                </a:cubicBezTo>
                <a:cubicBezTo>
                  <a:pt x="55289" y="222218"/>
                  <a:pt x="7143" y="174072"/>
                  <a:pt x="7143" y="114681"/>
                </a:cubicBezTo>
                <a:cubicBezTo>
                  <a:pt x="7143" y="55290"/>
                  <a:pt x="55289" y="7144"/>
                  <a:pt x="114681" y="7144"/>
                </a:cubicBezTo>
                <a:cubicBezTo>
                  <a:pt x="174072" y="7144"/>
                  <a:pt x="222218" y="55290"/>
                  <a:pt x="222218" y="114681"/>
                </a:cubicBezTo>
                <a:close/>
              </a:path>
            </a:pathLst>
          </a:custGeom>
          <a:solidFill>
            <a:srgbClr val="FFC947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5" name="Freeform: Shape 4">
            <a:extLst>
              <a:ext uri="{FF2B5EF4-FFF2-40B4-BE49-F238E27FC236}">
                <a16:creationId xmlns:a16="http://schemas.microsoft.com/office/drawing/2014/main" id="{6A6C6217-2D0B-4BD3-8A13-B70D2F4D3FC4}"/>
              </a:ext>
            </a:extLst>
          </p:cNvPr>
          <p:cNvSpPr/>
          <p:nvPr/>
        </p:nvSpPr>
        <p:spPr>
          <a:xfrm>
            <a:off x="11143107" y="259556"/>
            <a:ext cx="228600" cy="228600"/>
          </a:xfrm>
          <a:custGeom>
            <a:avLst/>
            <a:gdLst>
              <a:gd name="connsiteX0" fmla="*/ 222218 w 228600"/>
              <a:gd name="connsiteY0" fmla="*/ 114681 h 228600"/>
              <a:gd name="connsiteX1" fmla="*/ 114680 w 228600"/>
              <a:gd name="connsiteY1" fmla="*/ 222218 h 228600"/>
              <a:gd name="connsiteX2" fmla="*/ 7143 w 228600"/>
              <a:gd name="connsiteY2" fmla="*/ 114681 h 228600"/>
              <a:gd name="connsiteX3" fmla="*/ 114680 w 228600"/>
              <a:gd name="connsiteY3" fmla="*/ 7144 h 228600"/>
              <a:gd name="connsiteX4" fmla="*/ 222218 w 228600"/>
              <a:gd name="connsiteY4" fmla="*/ 114681 h 228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8600" h="228600">
                <a:moveTo>
                  <a:pt x="222218" y="114681"/>
                </a:moveTo>
                <a:cubicBezTo>
                  <a:pt x="222218" y="174072"/>
                  <a:pt x="174072" y="222218"/>
                  <a:pt x="114680" y="222218"/>
                </a:cubicBezTo>
                <a:cubicBezTo>
                  <a:pt x="55289" y="222218"/>
                  <a:pt x="7143" y="174072"/>
                  <a:pt x="7143" y="114681"/>
                </a:cubicBezTo>
                <a:cubicBezTo>
                  <a:pt x="7143" y="55290"/>
                  <a:pt x="55289" y="7144"/>
                  <a:pt x="114680" y="7144"/>
                </a:cubicBezTo>
                <a:cubicBezTo>
                  <a:pt x="174072" y="7144"/>
                  <a:pt x="222218" y="55290"/>
                  <a:pt x="222218" y="114681"/>
                </a:cubicBezTo>
                <a:close/>
              </a:path>
            </a:pathLst>
          </a:custGeom>
          <a:solidFill>
            <a:srgbClr val="FFC947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6" name="Freeform: Shape 5">
            <a:extLst>
              <a:ext uri="{FF2B5EF4-FFF2-40B4-BE49-F238E27FC236}">
                <a16:creationId xmlns:a16="http://schemas.microsoft.com/office/drawing/2014/main" id="{5B47422A-AF1D-48FD-B236-6AD25F2C095D}"/>
              </a:ext>
            </a:extLst>
          </p:cNvPr>
          <p:cNvSpPr/>
          <p:nvPr/>
        </p:nvSpPr>
        <p:spPr>
          <a:xfrm>
            <a:off x="11803094" y="5203698"/>
            <a:ext cx="228600" cy="228600"/>
          </a:xfrm>
          <a:custGeom>
            <a:avLst/>
            <a:gdLst>
              <a:gd name="connsiteX0" fmla="*/ 222218 w 228600"/>
              <a:gd name="connsiteY0" fmla="*/ 114681 h 228600"/>
              <a:gd name="connsiteX1" fmla="*/ 114681 w 228600"/>
              <a:gd name="connsiteY1" fmla="*/ 222218 h 228600"/>
              <a:gd name="connsiteX2" fmla="*/ 7143 w 228600"/>
              <a:gd name="connsiteY2" fmla="*/ 114681 h 228600"/>
              <a:gd name="connsiteX3" fmla="*/ 114681 w 228600"/>
              <a:gd name="connsiteY3" fmla="*/ 7144 h 228600"/>
              <a:gd name="connsiteX4" fmla="*/ 222218 w 228600"/>
              <a:gd name="connsiteY4" fmla="*/ 114681 h 228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8600" h="228600">
                <a:moveTo>
                  <a:pt x="222218" y="114681"/>
                </a:moveTo>
                <a:cubicBezTo>
                  <a:pt x="222218" y="174072"/>
                  <a:pt x="174072" y="222218"/>
                  <a:pt x="114681" y="222218"/>
                </a:cubicBezTo>
                <a:cubicBezTo>
                  <a:pt x="55289" y="222218"/>
                  <a:pt x="7143" y="174072"/>
                  <a:pt x="7143" y="114681"/>
                </a:cubicBezTo>
                <a:cubicBezTo>
                  <a:pt x="7143" y="55290"/>
                  <a:pt x="55289" y="7144"/>
                  <a:pt x="114681" y="7144"/>
                </a:cubicBezTo>
                <a:cubicBezTo>
                  <a:pt x="174072" y="7144"/>
                  <a:pt x="222218" y="55290"/>
                  <a:pt x="222218" y="114681"/>
                </a:cubicBezTo>
                <a:close/>
              </a:path>
            </a:pathLst>
          </a:custGeom>
          <a:solidFill>
            <a:srgbClr val="FFC947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7" name="Freeform: Shape 6">
            <a:extLst>
              <a:ext uri="{FF2B5EF4-FFF2-40B4-BE49-F238E27FC236}">
                <a16:creationId xmlns:a16="http://schemas.microsoft.com/office/drawing/2014/main" id="{63E43D3A-D858-48EC-A3B5-DA67C4FDB697}"/>
              </a:ext>
            </a:extLst>
          </p:cNvPr>
          <p:cNvSpPr/>
          <p:nvPr/>
        </p:nvSpPr>
        <p:spPr>
          <a:xfrm>
            <a:off x="1868424" y="1096709"/>
            <a:ext cx="228600" cy="228600"/>
          </a:xfrm>
          <a:custGeom>
            <a:avLst/>
            <a:gdLst>
              <a:gd name="connsiteX0" fmla="*/ 222218 w 228600"/>
              <a:gd name="connsiteY0" fmla="*/ 114681 h 228600"/>
              <a:gd name="connsiteX1" fmla="*/ 114681 w 228600"/>
              <a:gd name="connsiteY1" fmla="*/ 222218 h 228600"/>
              <a:gd name="connsiteX2" fmla="*/ 7144 w 228600"/>
              <a:gd name="connsiteY2" fmla="*/ 114681 h 228600"/>
              <a:gd name="connsiteX3" fmla="*/ 114681 w 228600"/>
              <a:gd name="connsiteY3" fmla="*/ 7144 h 228600"/>
              <a:gd name="connsiteX4" fmla="*/ 222218 w 228600"/>
              <a:gd name="connsiteY4" fmla="*/ 114681 h 228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8600" h="228600">
                <a:moveTo>
                  <a:pt x="222218" y="114681"/>
                </a:moveTo>
                <a:cubicBezTo>
                  <a:pt x="222218" y="174072"/>
                  <a:pt x="174072" y="222218"/>
                  <a:pt x="114681" y="222218"/>
                </a:cubicBezTo>
                <a:cubicBezTo>
                  <a:pt x="55290" y="222218"/>
                  <a:pt x="7144" y="174072"/>
                  <a:pt x="7144" y="114681"/>
                </a:cubicBezTo>
                <a:cubicBezTo>
                  <a:pt x="7144" y="55290"/>
                  <a:pt x="55290" y="7144"/>
                  <a:pt x="114681" y="7144"/>
                </a:cubicBezTo>
                <a:cubicBezTo>
                  <a:pt x="174072" y="7144"/>
                  <a:pt x="222218" y="55290"/>
                  <a:pt x="222218" y="114681"/>
                </a:cubicBezTo>
                <a:close/>
              </a:path>
            </a:pathLst>
          </a:custGeom>
          <a:solidFill>
            <a:srgbClr val="FFC947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8" name="Freeform: Shape 7">
            <a:extLst>
              <a:ext uri="{FF2B5EF4-FFF2-40B4-BE49-F238E27FC236}">
                <a16:creationId xmlns:a16="http://schemas.microsoft.com/office/drawing/2014/main" id="{822E4A63-C8A0-482C-8609-11E58E69B5B7}"/>
              </a:ext>
            </a:extLst>
          </p:cNvPr>
          <p:cNvSpPr/>
          <p:nvPr/>
        </p:nvSpPr>
        <p:spPr>
          <a:xfrm>
            <a:off x="3167253" y="259556"/>
            <a:ext cx="228600" cy="228600"/>
          </a:xfrm>
          <a:custGeom>
            <a:avLst/>
            <a:gdLst>
              <a:gd name="connsiteX0" fmla="*/ 222218 w 228600"/>
              <a:gd name="connsiteY0" fmla="*/ 114681 h 228600"/>
              <a:gd name="connsiteX1" fmla="*/ 114681 w 228600"/>
              <a:gd name="connsiteY1" fmla="*/ 222218 h 228600"/>
              <a:gd name="connsiteX2" fmla="*/ 7144 w 228600"/>
              <a:gd name="connsiteY2" fmla="*/ 114681 h 228600"/>
              <a:gd name="connsiteX3" fmla="*/ 114681 w 228600"/>
              <a:gd name="connsiteY3" fmla="*/ 7144 h 228600"/>
              <a:gd name="connsiteX4" fmla="*/ 222218 w 228600"/>
              <a:gd name="connsiteY4" fmla="*/ 114681 h 228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8600" h="228600">
                <a:moveTo>
                  <a:pt x="222218" y="114681"/>
                </a:moveTo>
                <a:cubicBezTo>
                  <a:pt x="222218" y="174072"/>
                  <a:pt x="174072" y="222218"/>
                  <a:pt x="114681" y="222218"/>
                </a:cubicBezTo>
                <a:cubicBezTo>
                  <a:pt x="55290" y="222218"/>
                  <a:pt x="7144" y="174072"/>
                  <a:pt x="7144" y="114681"/>
                </a:cubicBezTo>
                <a:cubicBezTo>
                  <a:pt x="7144" y="55290"/>
                  <a:pt x="55290" y="7144"/>
                  <a:pt x="114681" y="7144"/>
                </a:cubicBezTo>
                <a:cubicBezTo>
                  <a:pt x="174072" y="7144"/>
                  <a:pt x="222218" y="55290"/>
                  <a:pt x="222218" y="114681"/>
                </a:cubicBezTo>
                <a:close/>
              </a:path>
            </a:pathLst>
          </a:custGeom>
          <a:solidFill>
            <a:srgbClr val="FFC947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9" name="Freeform: Shape 8">
            <a:extLst>
              <a:ext uri="{FF2B5EF4-FFF2-40B4-BE49-F238E27FC236}">
                <a16:creationId xmlns:a16="http://schemas.microsoft.com/office/drawing/2014/main" id="{199B7924-7E39-4047-9708-3572AFBB47CC}"/>
              </a:ext>
            </a:extLst>
          </p:cNvPr>
          <p:cNvSpPr/>
          <p:nvPr/>
        </p:nvSpPr>
        <p:spPr>
          <a:xfrm>
            <a:off x="205169" y="474726"/>
            <a:ext cx="228600" cy="228600"/>
          </a:xfrm>
          <a:custGeom>
            <a:avLst/>
            <a:gdLst>
              <a:gd name="connsiteX0" fmla="*/ 222218 w 228600"/>
              <a:gd name="connsiteY0" fmla="*/ 114681 h 228600"/>
              <a:gd name="connsiteX1" fmla="*/ 114681 w 228600"/>
              <a:gd name="connsiteY1" fmla="*/ 222218 h 228600"/>
              <a:gd name="connsiteX2" fmla="*/ 7144 w 228600"/>
              <a:gd name="connsiteY2" fmla="*/ 114681 h 228600"/>
              <a:gd name="connsiteX3" fmla="*/ 114681 w 228600"/>
              <a:gd name="connsiteY3" fmla="*/ 7144 h 228600"/>
              <a:gd name="connsiteX4" fmla="*/ 222218 w 228600"/>
              <a:gd name="connsiteY4" fmla="*/ 114681 h 228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8600" h="228600">
                <a:moveTo>
                  <a:pt x="222218" y="114681"/>
                </a:moveTo>
                <a:cubicBezTo>
                  <a:pt x="222218" y="174072"/>
                  <a:pt x="174072" y="222218"/>
                  <a:pt x="114681" y="222218"/>
                </a:cubicBezTo>
                <a:cubicBezTo>
                  <a:pt x="55290" y="222218"/>
                  <a:pt x="7144" y="174072"/>
                  <a:pt x="7144" y="114681"/>
                </a:cubicBezTo>
                <a:cubicBezTo>
                  <a:pt x="7144" y="55290"/>
                  <a:pt x="55290" y="7144"/>
                  <a:pt x="114681" y="7144"/>
                </a:cubicBezTo>
                <a:cubicBezTo>
                  <a:pt x="174072" y="7144"/>
                  <a:pt x="222218" y="55290"/>
                  <a:pt x="222218" y="114681"/>
                </a:cubicBezTo>
                <a:close/>
              </a:path>
            </a:pathLst>
          </a:custGeom>
          <a:solidFill>
            <a:srgbClr val="FFC947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80" name="Freeform: Shape 9">
            <a:extLst>
              <a:ext uri="{FF2B5EF4-FFF2-40B4-BE49-F238E27FC236}">
                <a16:creationId xmlns:a16="http://schemas.microsoft.com/office/drawing/2014/main" id="{3176445F-C5C7-4F5E-BD32-E4E02623D63E}"/>
              </a:ext>
            </a:extLst>
          </p:cNvPr>
          <p:cNvSpPr/>
          <p:nvPr/>
        </p:nvSpPr>
        <p:spPr>
          <a:xfrm>
            <a:off x="1576769" y="6323552"/>
            <a:ext cx="228600" cy="228600"/>
          </a:xfrm>
          <a:custGeom>
            <a:avLst/>
            <a:gdLst>
              <a:gd name="connsiteX0" fmla="*/ 222218 w 228600"/>
              <a:gd name="connsiteY0" fmla="*/ 114681 h 228600"/>
              <a:gd name="connsiteX1" fmla="*/ 114681 w 228600"/>
              <a:gd name="connsiteY1" fmla="*/ 222218 h 228600"/>
              <a:gd name="connsiteX2" fmla="*/ 7144 w 228600"/>
              <a:gd name="connsiteY2" fmla="*/ 114681 h 228600"/>
              <a:gd name="connsiteX3" fmla="*/ 114681 w 228600"/>
              <a:gd name="connsiteY3" fmla="*/ 7144 h 228600"/>
              <a:gd name="connsiteX4" fmla="*/ 222218 w 228600"/>
              <a:gd name="connsiteY4" fmla="*/ 114681 h 228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8600" h="228600">
                <a:moveTo>
                  <a:pt x="222218" y="114681"/>
                </a:moveTo>
                <a:cubicBezTo>
                  <a:pt x="222218" y="174072"/>
                  <a:pt x="174072" y="222218"/>
                  <a:pt x="114681" y="222218"/>
                </a:cubicBezTo>
                <a:cubicBezTo>
                  <a:pt x="55290" y="222218"/>
                  <a:pt x="7144" y="174072"/>
                  <a:pt x="7144" y="114681"/>
                </a:cubicBezTo>
                <a:cubicBezTo>
                  <a:pt x="7144" y="55290"/>
                  <a:pt x="55290" y="7144"/>
                  <a:pt x="114681" y="7144"/>
                </a:cubicBezTo>
                <a:cubicBezTo>
                  <a:pt x="174072" y="7144"/>
                  <a:pt x="222218" y="55290"/>
                  <a:pt x="222218" y="114681"/>
                </a:cubicBezTo>
                <a:close/>
              </a:path>
            </a:pathLst>
          </a:custGeom>
          <a:solidFill>
            <a:srgbClr val="FFC947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81" name="Freeform: Shape 10">
            <a:extLst>
              <a:ext uri="{FF2B5EF4-FFF2-40B4-BE49-F238E27FC236}">
                <a16:creationId xmlns:a16="http://schemas.microsoft.com/office/drawing/2014/main" id="{6846DFC9-43BE-4A38-9A39-DD293513A94C}"/>
              </a:ext>
            </a:extLst>
          </p:cNvPr>
          <p:cNvSpPr/>
          <p:nvPr/>
        </p:nvSpPr>
        <p:spPr>
          <a:xfrm>
            <a:off x="154781" y="2880646"/>
            <a:ext cx="228600" cy="228600"/>
          </a:xfrm>
          <a:custGeom>
            <a:avLst/>
            <a:gdLst>
              <a:gd name="connsiteX0" fmla="*/ 222218 w 228600"/>
              <a:gd name="connsiteY0" fmla="*/ 114681 h 228600"/>
              <a:gd name="connsiteX1" fmla="*/ 114681 w 228600"/>
              <a:gd name="connsiteY1" fmla="*/ 222218 h 228600"/>
              <a:gd name="connsiteX2" fmla="*/ 7144 w 228600"/>
              <a:gd name="connsiteY2" fmla="*/ 114681 h 228600"/>
              <a:gd name="connsiteX3" fmla="*/ 114681 w 228600"/>
              <a:gd name="connsiteY3" fmla="*/ 7144 h 228600"/>
              <a:gd name="connsiteX4" fmla="*/ 222218 w 228600"/>
              <a:gd name="connsiteY4" fmla="*/ 114681 h 228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8600" h="228600">
                <a:moveTo>
                  <a:pt x="222218" y="114681"/>
                </a:moveTo>
                <a:cubicBezTo>
                  <a:pt x="222218" y="174072"/>
                  <a:pt x="174072" y="222218"/>
                  <a:pt x="114681" y="222218"/>
                </a:cubicBezTo>
                <a:cubicBezTo>
                  <a:pt x="55290" y="222218"/>
                  <a:pt x="7144" y="174072"/>
                  <a:pt x="7144" y="114681"/>
                </a:cubicBezTo>
                <a:cubicBezTo>
                  <a:pt x="7144" y="55290"/>
                  <a:pt x="55290" y="7144"/>
                  <a:pt x="114681" y="7144"/>
                </a:cubicBezTo>
                <a:cubicBezTo>
                  <a:pt x="174072" y="7144"/>
                  <a:pt x="222218" y="55290"/>
                  <a:pt x="222218" y="114681"/>
                </a:cubicBezTo>
                <a:close/>
              </a:path>
            </a:pathLst>
          </a:custGeom>
          <a:solidFill>
            <a:srgbClr val="FFC947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82" name="Freeform: Shape 11">
            <a:extLst>
              <a:ext uri="{FF2B5EF4-FFF2-40B4-BE49-F238E27FC236}">
                <a16:creationId xmlns:a16="http://schemas.microsoft.com/office/drawing/2014/main" id="{56460929-3A65-487B-84D5-7E71FD884D96}"/>
              </a:ext>
            </a:extLst>
          </p:cNvPr>
          <p:cNvSpPr/>
          <p:nvPr/>
        </p:nvSpPr>
        <p:spPr>
          <a:xfrm>
            <a:off x="6631591" y="6217253"/>
            <a:ext cx="228600" cy="228600"/>
          </a:xfrm>
          <a:custGeom>
            <a:avLst/>
            <a:gdLst>
              <a:gd name="connsiteX0" fmla="*/ 222218 w 228600"/>
              <a:gd name="connsiteY0" fmla="*/ 114681 h 228600"/>
              <a:gd name="connsiteX1" fmla="*/ 114681 w 228600"/>
              <a:gd name="connsiteY1" fmla="*/ 222218 h 228600"/>
              <a:gd name="connsiteX2" fmla="*/ 7144 w 228600"/>
              <a:gd name="connsiteY2" fmla="*/ 114681 h 228600"/>
              <a:gd name="connsiteX3" fmla="*/ 114681 w 228600"/>
              <a:gd name="connsiteY3" fmla="*/ 7144 h 228600"/>
              <a:gd name="connsiteX4" fmla="*/ 222218 w 228600"/>
              <a:gd name="connsiteY4" fmla="*/ 114681 h 228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8600" h="228600">
                <a:moveTo>
                  <a:pt x="222218" y="114681"/>
                </a:moveTo>
                <a:cubicBezTo>
                  <a:pt x="222218" y="174072"/>
                  <a:pt x="174072" y="222218"/>
                  <a:pt x="114681" y="222218"/>
                </a:cubicBezTo>
                <a:cubicBezTo>
                  <a:pt x="55290" y="222218"/>
                  <a:pt x="7144" y="174072"/>
                  <a:pt x="7144" y="114681"/>
                </a:cubicBezTo>
                <a:cubicBezTo>
                  <a:pt x="7144" y="55290"/>
                  <a:pt x="55290" y="7144"/>
                  <a:pt x="114681" y="7144"/>
                </a:cubicBezTo>
                <a:cubicBezTo>
                  <a:pt x="174072" y="7144"/>
                  <a:pt x="222218" y="55290"/>
                  <a:pt x="222218" y="114681"/>
                </a:cubicBezTo>
                <a:close/>
              </a:path>
            </a:pathLst>
          </a:custGeom>
          <a:solidFill>
            <a:srgbClr val="FFC947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83" name="Freeform: Shape 12">
            <a:extLst>
              <a:ext uri="{FF2B5EF4-FFF2-40B4-BE49-F238E27FC236}">
                <a16:creationId xmlns:a16="http://schemas.microsoft.com/office/drawing/2014/main" id="{1672EFE3-0E87-45B9-8D56-0F1CA2E22D33}"/>
              </a:ext>
            </a:extLst>
          </p:cNvPr>
          <p:cNvSpPr/>
          <p:nvPr/>
        </p:nvSpPr>
        <p:spPr>
          <a:xfrm>
            <a:off x="11250644" y="6370511"/>
            <a:ext cx="228600" cy="228600"/>
          </a:xfrm>
          <a:custGeom>
            <a:avLst/>
            <a:gdLst>
              <a:gd name="connsiteX0" fmla="*/ 222218 w 228600"/>
              <a:gd name="connsiteY0" fmla="*/ 114681 h 228600"/>
              <a:gd name="connsiteX1" fmla="*/ 114681 w 228600"/>
              <a:gd name="connsiteY1" fmla="*/ 222218 h 228600"/>
              <a:gd name="connsiteX2" fmla="*/ 7143 w 228600"/>
              <a:gd name="connsiteY2" fmla="*/ 114681 h 228600"/>
              <a:gd name="connsiteX3" fmla="*/ 114681 w 228600"/>
              <a:gd name="connsiteY3" fmla="*/ 7144 h 228600"/>
              <a:gd name="connsiteX4" fmla="*/ 222218 w 228600"/>
              <a:gd name="connsiteY4" fmla="*/ 114681 h 228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8600" h="228600">
                <a:moveTo>
                  <a:pt x="222218" y="114681"/>
                </a:moveTo>
                <a:cubicBezTo>
                  <a:pt x="222218" y="174072"/>
                  <a:pt x="174072" y="222218"/>
                  <a:pt x="114681" y="222218"/>
                </a:cubicBezTo>
                <a:cubicBezTo>
                  <a:pt x="55289" y="222218"/>
                  <a:pt x="7143" y="174072"/>
                  <a:pt x="7143" y="114681"/>
                </a:cubicBezTo>
                <a:cubicBezTo>
                  <a:pt x="7143" y="55290"/>
                  <a:pt x="55289" y="7144"/>
                  <a:pt x="114681" y="7144"/>
                </a:cubicBezTo>
                <a:cubicBezTo>
                  <a:pt x="174072" y="7144"/>
                  <a:pt x="222218" y="55290"/>
                  <a:pt x="222218" y="114681"/>
                </a:cubicBezTo>
                <a:close/>
              </a:path>
            </a:pathLst>
          </a:custGeom>
          <a:solidFill>
            <a:srgbClr val="FFC947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84" name="Freeform: Shape 13">
            <a:extLst>
              <a:ext uri="{FF2B5EF4-FFF2-40B4-BE49-F238E27FC236}">
                <a16:creationId xmlns:a16="http://schemas.microsoft.com/office/drawing/2014/main" id="{1C468777-36FA-4346-ACDB-8D23EDF69281}"/>
              </a:ext>
            </a:extLst>
          </p:cNvPr>
          <p:cNvSpPr/>
          <p:nvPr/>
        </p:nvSpPr>
        <p:spPr>
          <a:xfrm>
            <a:off x="9331166" y="1096709"/>
            <a:ext cx="228600" cy="228600"/>
          </a:xfrm>
          <a:custGeom>
            <a:avLst/>
            <a:gdLst>
              <a:gd name="connsiteX0" fmla="*/ 222218 w 228600"/>
              <a:gd name="connsiteY0" fmla="*/ 114681 h 228600"/>
              <a:gd name="connsiteX1" fmla="*/ 114681 w 228600"/>
              <a:gd name="connsiteY1" fmla="*/ 222218 h 228600"/>
              <a:gd name="connsiteX2" fmla="*/ 7144 w 228600"/>
              <a:gd name="connsiteY2" fmla="*/ 114681 h 228600"/>
              <a:gd name="connsiteX3" fmla="*/ 114681 w 228600"/>
              <a:gd name="connsiteY3" fmla="*/ 7144 h 228600"/>
              <a:gd name="connsiteX4" fmla="*/ 222218 w 228600"/>
              <a:gd name="connsiteY4" fmla="*/ 114681 h 228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8600" h="228600">
                <a:moveTo>
                  <a:pt x="222218" y="114681"/>
                </a:moveTo>
                <a:cubicBezTo>
                  <a:pt x="222218" y="174072"/>
                  <a:pt x="174072" y="222218"/>
                  <a:pt x="114681" y="222218"/>
                </a:cubicBezTo>
                <a:cubicBezTo>
                  <a:pt x="55290" y="222218"/>
                  <a:pt x="7144" y="174072"/>
                  <a:pt x="7144" y="114681"/>
                </a:cubicBezTo>
                <a:cubicBezTo>
                  <a:pt x="7144" y="55290"/>
                  <a:pt x="55290" y="7144"/>
                  <a:pt x="114681" y="7144"/>
                </a:cubicBezTo>
                <a:cubicBezTo>
                  <a:pt x="174072" y="7144"/>
                  <a:pt x="222218" y="55290"/>
                  <a:pt x="222218" y="114681"/>
                </a:cubicBezTo>
                <a:close/>
              </a:path>
            </a:pathLst>
          </a:custGeom>
          <a:solidFill>
            <a:srgbClr val="FFC947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2" name="Freeform: Shape 5">
            <a:extLst>
              <a:ext uri="{FF2B5EF4-FFF2-40B4-BE49-F238E27FC236}">
                <a16:creationId xmlns:a16="http://schemas.microsoft.com/office/drawing/2014/main" id="{5B47422A-AF1D-48FD-B236-6AD25F2C095D}"/>
              </a:ext>
            </a:extLst>
          </p:cNvPr>
          <p:cNvSpPr/>
          <p:nvPr/>
        </p:nvSpPr>
        <p:spPr>
          <a:xfrm>
            <a:off x="11803094" y="5203698"/>
            <a:ext cx="228600" cy="228600"/>
          </a:xfrm>
          <a:custGeom>
            <a:avLst/>
            <a:gdLst>
              <a:gd name="connsiteX0" fmla="*/ 222218 w 228600"/>
              <a:gd name="connsiteY0" fmla="*/ 114681 h 228600"/>
              <a:gd name="connsiteX1" fmla="*/ 114681 w 228600"/>
              <a:gd name="connsiteY1" fmla="*/ 222218 h 228600"/>
              <a:gd name="connsiteX2" fmla="*/ 7143 w 228600"/>
              <a:gd name="connsiteY2" fmla="*/ 114681 h 228600"/>
              <a:gd name="connsiteX3" fmla="*/ 114681 w 228600"/>
              <a:gd name="connsiteY3" fmla="*/ 7144 h 228600"/>
              <a:gd name="connsiteX4" fmla="*/ 222218 w 228600"/>
              <a:gd name="connsiteY4" fmla="*/ 114681 h 228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8600" h="228600">
                <a:moveTo>
                  <a:pt x="222218" y="114681"/>
                </a:moveTo>
                <a:cubicBezTo>
                  <a:pt x="222218" y="174072"/>
                  <a:pt x="174072" y="222218"/>
                  <a:pt x="114681" y="222218"/>
                </a:cubicBezTo>
                <a:cubicBezTo>
                  <a:pt x="55289" y="222218"/>
                  <a:pt x="7143" y="174072"/>
                  <a:pt x="7143" y="114681"/>
                </a:cubicBezTo>
                <a:cubicBezTo>
                  <a:pt x="7143" y="55290"/>
                  <a:pt x="55289" y="7144"/>
                  <a:pt x="114681" y="7144"/>
                </a:cubicBezTo>
                <a:cubicBezTo>
                  <a:pt x="174072" y="7144"/>
                  <a:pt x="222218" y="55290"/>
                  <a:pt x="222218" y="114681"/>
                </a:cubicBezTo>
                <a:close/>
              </a:path>
            </a:pathLst>
          </a:custGeom>
          <a:solidFill>
            <a:srgbClr val="FFC947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3" name="Freeform: Shape 9">
            <a:extLst>
              <a:ext uri="{FF2B5EF4-FFF2-40B4-BE49-F238E27FC236}">
                <a16:creationId xmlns:a16="http://schemas.microsoft.com/office/drawing/2014/main" id="{3176445F-C5C7-4F5E-BD32-E4E02623D63E}"/>
              </a:ext>
            </a:extLst>
          </p:cNvPr>
          <p:cNvSpPr/>
          <p:nvPr/>
        </p:nvSpPr>
        <p:spPr>
          <a:xfrm>
            <a:off x="1576769" y="6323552"/>
            <a:ext cx="228600" cy="228600"/>
          </a:xfrm>
          <a:custGeom>
            <a:avLst/>
            <a:gdLst>
              <a:gd name="connsiteX0" fmla="*/ 222218 w 228600"/>
              <a:gd name="connsiteY0" fmla="*/ 114681 h 228600"/>
              <a:gd name="connsiteX1" fmla="*/ 114681 w 228600"/>
              <a:gd name="connsiteY1" fmla="*/ 222218 h 228600"/>
              <a:gd name="connsiteX2" fmla="*/ 7144 w 228600"/>
              <a:gd name="connsiteY2" fmla="*/ 114681 h 228600"/>
              <a:gd name="connsiteX3" fmla="*/ 114681 w 228600"/>
              <a:gd name="connsiteY3" fmla="*/ 7144 h 228600"/>
              <a:gd name="connsiteX4" fmla="*/ 222218 w 228600"/>
              <a:gd name="connsiteY4" fmla="*/ 114681 h 228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8600" h="228600">
                <a:moveTo>
                  <a:pt x="222218" y="114681"/>
                </a:moveTo>
                <a:cubicBezTo>
                  <a:pt x="222218" y="174072"/>
                  <a:pt x="174072" y="222218"/>
                  <a:pt x="114681" y="222218"/>
                </a:cubicBezTo>
                <a:cubicBezTo>
                  <a:pt x="55290" y="222218"/>
                  <a:pt x="7144" y="174072"/>
                  <a:pt x="7144" y="114681"/>
                </a:cubicBezTo>
                <a:cubicBezTo>
                  <a:pt x="7144" y="55290"/>
                  <a:pt x="55290" y="7144"/>
                  <a:pt x="114681" y="7144"/>
                </a:cubicBezTo>
                <a:cubicBezTo>
                  <a:pt x="174072" y="7144"/>
                  <a:pt x="222218" y="55290"/>
                  <a:pt x="222218" y="114681"/>
                </a:cubicBezTo>
                <a:close/>
              </a:path>
            </a:pathLst>
          </a:custGeom>
          <a:solidFill>
            <a:srgbClr val="FFC947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4" name="Freeform: Shape 11">
            <a:extLst>
              <a:ext uri="{FF2B5EF4-FFF2-40B4-BE49-F238E27FC236}">
                <a16:creationId xmlns:a16="http://schemas.microsoft.com/office/drawing/2014/main" id="{56460929-3A65-487B-84D5-7E71FD884D96}"/>
              </a:ext>
            </a:extLst>
          </p:cNvPr>
          <p:cNvSpPr/>
          <p:nvPr/>
        </p:nvSpPr>
        <p:spPr>
          <a:xfrm>
            <a:off x="6631591" y="6217253"/>
            <a:ext cx="228600" cy="228600"/>
          </a:xfrm>
          <a:custGeom>
            <a:avLst/>
            <a:gdLst>
              <a:gd name="connsiteX0" fmla="*/ 222218 w 228600"/>
              <a:gd name="connsiteY0" fmla="*/ 114681 h 228600"/>
              <a:gd name="connsiteX1" fmla="*/ 114681 w 228600"/>
              <a:gd name="connsiteY1" fmla="*/ 222218 h 228600"/>
              <a:gd name="connsiteX2" fmla="*/ 7144 w 228600"/>
              <a:gd name="connsiteY2" fmla="*/ 114681 h 228600"/>
              <a:gd name="connsiteX3" fmla="*/ 114681 w 228600"/>
              <a:gd name="connsiteY3" fmla="*/ 7144 h 228600"/>
              <a:gd name="connsiteX4" fmla="*/ 222218 w 228600"/>
              <a:gd name="connsiteY4" fmla="*/ 114681 h 228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8600" h="228600">
                <a:moveTo>
                  <a:pt x="222218" y="114681"/>
                </a:moveTo>
                <a:cubicBezTo>
                  <a:pt x="222218" y="174072"/>
                  <a:pt x="174072" y="222218"/>
                  <a:pt x="114681" y="222218"/>
                </a:cubicBezTo>
                <a:cubicBezTo>
                  <a:pt x="55290" y="222218"/>
                  <a:pt x="7144" y="174072"/>
                  <a:pt x="7144" y="114681"/>
                </a:cubicBezTo>
                <a:cubicBezTo>
                  <a:pt x="7144" y="55290"/>
                  <a:pt x="55290" y="7144"/>
                  <a:pt x="114681" y="7144"/>
                </a:cubicBezTo>
                <a:cubicBezTo>
                  <a:pt x="174072" y="7144"/>
                  <a:pt x="222218" y="55290"/>
                  <a:pt x="222218" y="114681"/>
                </a:cubicBezTo>
                <a:close/>
              </a:path>
            </a:pathLst>
          </a:custGeom>
          <a:solidFill>
            <a:srgbClr val="FFC947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5" name="Freeform: Shape 12">
            <a:extLst>
              <a:ext uri="{FF2B5EF4-FFF2-40B4-BE49-F238E27FC236}">
                <a16:creationId xmlns:a16="http://schemas.microsoft.com/office/drawing/2014/main" id="{1672EFE3-0E87-45B9-8D56-0F1CA2E22D33}"/>
              </a:ext>
            </a:extLst>
          </p:cNvPr>
          <p:cNvSpPr/>
          <p:nvPr/>
        </p:nvSpPr>
        <p:spPr>
          <a:xfrm>
            <a:off x="11250644" y="6370511"/>
            <a:ext cx="228600" cy="228600"/>
          </a:xfrm>
          <a:custGeom>
            <a:avLst/>
            <a:gdLst>
              <a:gd name="connsiteX0" fmla="*/ 222218 w 228600"/>
              <a:gd name="connsiteY0" fmla="*/ 114681 h 228600"/>
              <a:gd name="connsiteX1" fmla="*/ 114681 w 228600"/>
              <a:gd name="connsiteY1" fmla="*/ 222218 h 228600"/>
              <a:gd name="connsiteX2" fmla="*/ 7143 w 228600"/>
              <a:gd name="connsiteY2" fmla="*/ 114681 h 228600"/>
              <a:gd name="connsiteX3" fmla="*/ 114681 w 228600"/>
              <a:gd name="connsiteY3" fmla="*/ 7144 h 228600"/>
              <a:gd name="connsiteX4" fmla="*/ 222218 w 228600"/>
              <a:gd name="connsiteY4" fmla="*/ 114681 h 228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8600" h="228600">
                <a:moveTo>
                  <a:pt x="222218" y="114681"/>
                </a:moveTo>
                <a:cubicBezTo>
                  <a:pt x="222218" y="174072"/>
                  <a:pt x="174072" y="222218"/>
                  <a:pt x="114681" y="222218"/>
                </a:cubicBezTo>
                <a:cubicBezTo>
                  <a:pt x="55289" y="222218"/>
                  <a:pt x="7143" y="174072"/>
                  <a:pt x="7143" y="114681"/>
                </a:cubicBezTo>
                <a:cubicBezTo>
                  <a:pt x="7143" y="55290"/>
                  <a:pt x="55289" y="7144"/>
                  <a:pt x="114681" y="7144"/>
                </a:cubicBezTo>
                <a:cubicBezTo>
                  <a:pt x="174072" y="7144"/>
                  <a:pt x="222218" y="55290"/>
                  <a:pt x="222218" y="114681"/>
                </a:cubicBezTo>
                <a:close/>
              </a:path>
            </a:pathLst>
          </a:custGeom>
          <a:solidFill>
            <a:srgbClr val="FFC947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6" name="Freeform: Shape 14">
            <a:extLst>
              <a:ext uri="{FF2B5EF4-FFF2-40B4-BE49-F238E27FC236}">
                <a16:creationId xmlns:a16="http://schemas.microsoft.com/office/drawing/2014/main" id="{8E8B03FF-DF8E-49C6-A6EB-9172D8AD0A84}"/>
              </a:ext>
            </a:extLst>
          </p:cNvPr>
          <p:cNvSpPr/>
          <p:nvPr/>
        </p:nvSpPr>
        <p:spPr>
          <a:xfrm>
            <a:off x="1178528" y="2049494"/>
            <a:ext cx="1552575" cy="3657600"/>
          </a:xfrm>
          <a:custGeom>
            <a:avLst/>
            <a:gdLst>
              <a:gd name="connsiteX0" fmla="*/ 1320165 w 1552575"/>
              <a:gd name="connsiteY0" fmla="*/ 3645504 h 3657600"/>
              <a:gd name="connsiteX1" fmla="*/ 241649 w 1552575"/>
              <a:gd name="connsiteY1" fmla="*/ 3645504 h 3657600"/>
              <a:gd name="connsiteX2" fmla="*/ 14288 w 1552575"/>
              <a:gd name="connsiteY2" fmla="*/ 3418142 h 3657600"/>
              <a:gd name="connsiteX3" fmla="*/ 14288 w 1552575"/>
              <a:gd name="connsiteY3" fmla="*/ 241649 h 3657600"/>
              <a:gd name="connsiteX4" fmla="*/ 241649 w 1552575"/>
              <a:gd name="connsiteY4" fmla="*/ 14288 h 3657600"/>
              <a:gd name="connsiteX5" fmla="*/ 1320165 w 1552575"/>
              <a:gd name="connsiteY5" fmla="*/ 14288 h 3657600"/>
              <a:gd name="connsiteX6" fmla="*/ 1547527 w 1552575"/>
              <a:gd name="connsiteY6" fmla="*/ 241649 h 3657600"/>
              <a:gd name="connsiteX7" fmla="*/ 1547527 w 1552575"/>
              <a:gd name="connsiteY7" fmla="*/ 3418047 h 3657600"/>
              <a:gd name="connsiteX8" fmla="*/ 1320165 w 1552575"/>
              <a:gd name="connsiteY8" fmla="*/ 3645504 h 3657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52575" h="3657600">
                <a:moveTo>
                  <a:pt x="1320165" y="3645504"/>
                </a:moveTo>
                <a:lnTo>
                  <a:pt x="241649" y="3645504"/>
                </a:lnTo>
                <a:cubicBezTo>
                  <a:pt x="116110" y="3645504"/>
                  <a:pt x="14288" y="3543681"/>
                  <a:pt x="14288" y="3418142"/>
                </a:cubicBezTo>
                <a:lnTo>
                  <a:pt x="14288" y="241649"/>
                </a:lnTo>
                <a:cubicBezTo>
                  <a:pt x="14288" y="116110"/>
                  <a:pt x="116110" y="14288"/>
                  <a:pt x="241649" y="14288"/>
                </a:cubicBezTo>
                <a:lnTo>
                  <a:pt x="1320165" y="14288"/>
                </a:lnTo>
                <a:cubicBezTo>
                  <a:pt x="1445705" y="14288"/>
                  <a:pt x="1547527" y="116110"/>
                  <a:pt x="1547527" y="241649"/>
                </a:cubicBezTo>
                <a:lnTo>
                  <a:pt x="1547527" y="3418047"/>
                </a:lnTo>
                <a:cubicBezTo>
                  <a:pt x="1547527" y="3543681"/>
                  <a:pt x="1445705" y="3645504"/>
                  <a:pt x="1320165" y="3645504"/>
                </a:cubicBezTo>
                <a:close/>
              </a:path>
            </a:pathLst>
          </a:custGeom>
          <a:noFill/>
          <a:ln w="19050" cap="rnd">
            <a:solidFill>
              <a:srgbClr val="185ADB"/>
            </a:solidFill>
            <a:prstDash val="solid"/>
            <a:round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7" name="Freeform: Shape 15">
            <a:extLst>
              <a:ext uri="{FF2B5EF4-FFF2-40B4-BE49-F238E27FC236}">
                <a16:creationId xmlns:a16="http://schemas.microsoft.com/office/drawing/2014/main" id="{07D5DC7A-7FD1-4211-AD55-A207A4BEC919}"/>
              </a:ext>
            </a:extLst>
          </p:cNvPr>
          <p:cNvSpPr/>
          <p:nvPr/>
        </p:nvSpPr>
        <p:spPr>
          <a:xfrm>
            <a:off x="3600066" y="2049494"/>
            <a:ext cx="1552575" cy="3657600"/>
          </a:xfrm>
          <a:custGeom>
            <a:avLst/>
            <a:gdLst>
              <a:gd name="connsiteX0" fmla="*/ 1320165 w 1552575"/>
              <a:gd name="connsiteY0" fmla="*/ 3645504 h 3657600"/>
              <a:gd name="connsiteX1" fmla="*/ 241649 w 1552575"/>
              <a:gd name="connsiteY1" fmla="*/ 3645504 h 3657600"/>
              <a:gd name="connsiteX2" fmla="*/ 14288 w 1552575"/>
              <a:gd name="connsiteY2" fmla="*/ 3418142 h 3657600"/>
              <a:gd name="connsiteX3" fmla="*/ 14288 w 1552575"/>
              <a:gd name="connsiteY3" fmla="*/ 241649 h 3657600"/>
              <a:gd name="connsiteX4" fmla="*/ 241649 w 1552575"/>
              <a:gd name="connsiteY4" fmla="*/ 14288 h 3657600"/>
              <a:gd name="connsiteX5" fmla="*/ 1320165 w 1552575"/>
              <a:gd name="connsiteY5" fmla="*/ 14288 h 3657600"/>
              <a:gd name="connsiteX6" fmla="*/ 1547527 w 1552575"/>
              <a:gd name="connsiteY6" fmla="*/ 241649 h 3657600"/>
              <a:gd name="connsiteX7" fmla="*/ 1547527 w 1552575"/>
              <a:gd name="connsiteY7" fmla="*/ 3418047 h 3657600"/>
              <a:gd name="connsiteX8" fmla="*/ 1320165 w 1552575"/>
              <a:gd name="connsiteY8" fmla="*/ 3645504 h 3657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52575" h="3657600">
                <a:moveTo>
                  <a:pt x="1320165" y="3645504"/>
                </a:moveTo>
                <a:lnTo>
                  <a:pt x="241649" y="3645504"/>
                </a:lnTo>
                <a:cubicBezTo>
                  <a:pt x="116110" y="3645504"/>
                  <a:pt x="14288" y="3543681"/>
                  <a:pt x="14288" y="3418142"/>
                </a:cubicBezTo>
                <a:lnTo>
                  <a:pt x="14288" y="241649"/>
                </a:lnTo>
                <a:cubicBezTo>
                  <a:pt x="14288" y="116110"/>
                  <a:pt x="116110" y="14288"/>
                  <a:pt x="241649" y="14288"/>
                </a:cubicBezTo>
                <a:lnTo>
                  <a:pt x="1320165" y="14288"/>
                </a:lnTo>
                <a:cubicBezTo>
                  <a:pt x="1445705" y="14288"/>
                  <a:pt x="1547527" y="116110"/>
                  <a:pt x="1547527" y="241649"/>
                </a:cubicBezTo>
                <a:lnTo>
                  <a:pt x="1547527" y="3418047"/>
                </a:lnTo>
                <a:cubicBezTo>
                  <a:pt x="1547527" y="3543681"/>
                  <a:pt x="1445705" y="3645504"/>
                  <a:pt x="1320165" y="3645504"/>
                </a:cubicBezTo>
                <a:close/>
              </a:path>
            </a:pathLst>
          </a:custGeom>
          <a:noFill/>
          <a:ln w="19050" cap="rnd">
            <a:solidFill>
              <a:srgbClr val="0A1931"/>
            </a:solidFill>
            <a:prstDash val="solid"/>
            <a:round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8" name="Freeform: Shape 16">
            <a:extLst>
              <a:ext uri="{FF2B5EF4-FFF2-40B4-BE49-F238E27FC236}">
                <a16:creationId xmlns:a16="http://schemas.microsoft.com/office/drawing/2014/main" id="{76F36684-1F98-4E1E-A8A7-1CFF2D3B1A5E}"/>
              </a:ext>
            </a:extLst>
          </p:cNvPr>
          <p:cNvSpPr/>
          <p:nvPr/>
        </p:nvSpPr>
        <p:spPr>
          <a:xfrm>
            <a:off x="6148191" y="2049494"/>
            <a:ext cx="2138468" cy="3657600"/>
          </a:xfrm>
          <a:custGeom>
            <a:avLst/>
            <a:gdLst>
              <a:gd name="connsiteX0" fmla="*/ 1320165 w 1552575"/>
              <a:gd name="connsiteY0" fmla="*/ 3645504 h 3657600"/>
              <a:gd name="connsiteX1" fmla="*/ 241649 w 1552575"/>
              <a:gd name="connsiteY1" fmla="*/ 3645504 h 3657600"/>
              <a:gd name="connsiteX2" fmla="*/ 14288 w 1552575"/>
              <a:gd name="connsiteY2" fmla="*/ 3418142 h 3657600"/>
              <a:gd name="connsiteX3" fmla="*/ 14288 w 1552575"/>
              <a:gd name="connsiteY3" fmla="*/ 241649 h 3657600"/>
              <a:gd name="connsiteX4" fmla="*/ 241649 w 1552575"/>
              <a:gd name="connsiteY4" fmla="*/ 14288 h 3657600"/>
              <a:gd name="connsiteX5" fmla="*/ 1320165 w 1552575"/>
              <a:gd name="connsiteY5" fmla="*/ 14288 h 3657600"/>
              <a:gd name="connsiteX6" fmla="*/ 1547527 w 1552575"/>
              <a:gd name="connsiteY6" fmla="*/ 241649 h 3657600"/>
              <a:gd name="connsiteX7" fmla="*/ 1547527 w 1552575"/>
              <a:gd name="connsiteY7" fmla="*/ 3418047 h 3657600"/>
              <a:gd name="connsiteX8" fmla="*/ 1320165 w 1552575"/>
              <a:gd name="connsiteY8" fmla="*/ 3645504 h 3657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52575" h="3657600">
                <a:moveTo>
                  <a:pt x="1320165" y="3645504"/>
                </a:moveTo>
                <a:lnTo>
                  <a:pt x="241649" y="3645504"/>
                </a:lnTo>
                <a:cubicBezTo>
                  <a:pt x="116110" y="3645504"/>
                  <a:pt x="14288" y="3543681"/>
                  <a:pt x="14288" y="3418142"/>
                </a:cubicBezTo>
                <a:lnTo>
                  <a:pt x="14288" y="241649"/>
                </a:lnTo>
                <a:cubicBezTo>
                  <a:pt x="14288" y="116110"/>
                  <a:pt x="116110" y="14288"/>
                  <a:pt x="241649" y="14288"/>
                </a:cubicBezTo>
                <a:lnTo>
                  <a:pt x="1320165" y="14288"/>
                </a:lnTo>
                <a:cubicBezTo>
                  <a:pt x="1445704" y="14288"/>
                  <a:pt x="1547527" y="116110"/>
                  <a:pt x="1547527" y="241649"/>
                </a:cubicBezTo>
                <a:lnTo>
                  <a:pt x="1547527" y="3418047"/>
                </a:lnTo>
                <a:cubicBezTo>
                  <a:pt x="1547527" y="3543681"/>
                  <a:pt x="1445704" y="3645504"/>
                  <a:pt x="1320165" y="3645504"/>
                </a:cubicBezTo>
                <a:close/>
              </a:path>
            </a:pathLst>
          </a:custGeom>
          <a:noFill/>
          <a:ln w="19050" cap="rnd">
            <a:solidFill>
              <a:srgbClr val="FFC947"/>
            </a:solidFill>
            <a:prstDash val="solid"/>
            <a:round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9" name="Freeform: Shape 17">
            <a:extLst>
              <a:ext uri="{FF2B5EF4-FFF2-40B4-BE49-F238E27FC236}">
                <a16:creationId xmlns:a16="http://schemas.microsoft.com/office/drawing/2014/main" id="{FEBAE8B6-75FC-4C89-8800-9D3D93CC603F}"/>
              </a:ext>
            </a:extLst>
          </p:cNvPr>
          <p:cNvSpPr/>
          <p:nvPr/>
        </p:nvSpPr>
        <p:spPr>
          <a:xfrm>
            <a:off x="9003396" y="2054288"/>
            <a:ext cx="2139711" cy="3657600"/>
          </a:xfrm>
          <a:custGeom>
            <a:avLst/>
            <a:gdLst>
              <a:gd name="connsiteX0" fmla="*/ 1320165 w 1552575"/>
              <a:gd name="connsiteY0" fmla="*/ 3645504 h 3657600"/>
              <a:gd name="connsiteX1" fmla="*/ 241649 w 1552575"/>
              <a:gd name="connsiteY1" fmla="*/ 3645504 h 3657600"/>
              <a:gd name="connsiteX2" fmla="*/ 14288 w 1552575"/>
              <a:gd name="connsiteY2" fmla="*/ 3418142 h 3657600"/>
              <a:gd name="connsiteX3" fmla="*/ 14288 w 1552575"/>
              <a:gd name="connsiteY3" fmla="*/ 241649 h 3657600"/>
              <a:gd name="connsiteX4" fmla="*/ 241649 w 1552575"/>
              <a:gd name="connsiteY4" fmla="*/ 14288 h 3657600"/>
              <a:gd name="connsiteX5" fmla="*/ 1320165 w 1552575"/>
              <a:gd name="connsiteY5" fmla="*/ 14288 h 3657600"/>
              <a:gd name="connsiteX6" fmla="*/ 1547527 w 1552575"/>
              <a:gd name="connsiteY6" fmla="*/ 241649 h 3657600"/>
              <a:gd name="connsiteX7" fmla="*/ 1547527 w 1552575"/>
              <a:gd name="connsiteY7" fmla="*/ 3418047 h 3657600"/>
              <a:gd name="connsiteX8" fmla="*/ 1320165 w 1552575"/>
              <a:gd name="connsiteY8" fmla="*/ 3645504 h 3657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52575" h="3657600">
                <a:moveTo>
                  <a:pt x="1320165" y="3645504"/>
                </a:moveTo>
                <a:lnTo>
                  <a:pt x="241649" y="3645504"/>
                </a:lnTo>
                <a:cubicBezTo>
                  <a:pt x="116110" y="3645504"/>
                  <a:pt x="14288" y="3543681"/>
                  <a:pt x="14288" y="3418142"/>
                </a:cubicBezTo>
                <a:lnTo>
                  <a:pt x="14288" y="241649"/>
                </a:lnTo>
                <a:cubicBezTo>
                  <a:pt x="14288" y="116110"/>
                  <a:pt x="116110" y="14288"/>
                  <a:pt x="241649" y="14288"/>
                </a:cubicBezTo>
                <a:lnTo>
                  <a:pt x="1320165" y="14288"/>
                </a:lnTo>
                <a:cubicBezTo>
                  <a:pt x="1445705" y="14288"/>
                  <a:pt x="1547527" y="116110"/>
                  <a:pt x="1547527" y="241649"/>
                </a:cubicBezTo>
                <a:lnTo>
                  <a:pt x="1547527" y="3418047"/>
                </a:lnTo>
                <a:cubicBezTo>
                  <a:pt x="1547527" y="3543681"/>
                  <a:pt x="1445705" y="3645504"/>
                  <a:pt x="1320165" y="3645504"/>
                </a:cubicBezTo>
                <a:close/>
              </a:path>
            </a:pathLst>
          </a:custGeom>
          <a:noFill/>
          <a:ln w="19050" cap="rnd">
            <a:solidFill>
              <a:srgbClr val="0A1931"/>
            </a:solidFill>
            <a:prstDash val="solid"/>
            <a:round/>
          </a:ln>
        </p:spPr>
        <p:txBody>
          <a:bodyPr rtlCol="0" anchor="ctr"/>
          <a:lstStyle/>
          <a:p>
            <a:endParaRPr lang="en-US"/>
          </a:p>
        </p:txBody>
      </p:sp>
      <p:grpSp>
        <p:nvGrpSpPr>
          <p:cNvPr id="52" name="Group 44">
            <a:extLst>
              <a:ext uri="{FF2B5EF4-FFF2-40B4-BE49-F238E27FC236}">
                <a16:creationId xmlns:a16="http://schemas.microsoft.com/office/drawing/2014/main" id="{2F345A39-B59D-495F-87A2-C7D10E91BCD0}"/>
              </a:ext>
            </a:extLst>
          </p:cNvPr>
          <p:cNvGrpSpPr/>
          <p:nvPr/>
        </p:nvGrpSpPr>
        <p:grpSpPr>
          <a:xfrm>
            <a:off x="1177720" y="3185706"/>
            <a:ext cx="1554190" cy="2062103"/>
            <a:chOff x="1176913" y="4313981"/>
            <a:chExt cx="1554190" cy="2062103"/>
          </a:xfrm>
        </p:grpSpPr>
        <p:sp>
          <p:nvSpPr>
            <p:cNvPr id="53" name="TextBox 1">
              <a:extLst>
                <a:ext uri="{FF2B5EF4-FFF2-40B4-BE49-F238E27FC236}">
                  <a16:creationId xmlns:a16="http://schemas.microsoft.com/office/drawing/2014/main" id="{9B2A314E-0AA8-49A7-AA7D-45730114BD0C}"/>
                </a:ext>
              </a:extLst>
            </p:cNvPr>
            <p:cNvSpPr txBox="1"/>
            <p:nvPr/>
          </p:nvSpPr>
          <p:spPr>
            <a:xfrm>
              <a:off x="1601192" y="4313981"/>
              <a:ext cx="70724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400" b="1" dirty="0"/>
                <a:t>HTML</a:t>
              </a:r>
              <a:r>
                <a:rPr lang="en-US" sz="1400" dirty="0"/>
                <a:t>: </a:t>
              </a:r>
              <a:endParaRPr lang="en-US" sz="1400" b="1" dirty="0">
                <a:solidFill>
                  <a:schemeClr val="accent2"/>
                </a:solidFill>
              </a:endParaRPr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5A821B21-E09A-4FA0-99FB-21821B930DC4}"/>
                </a:ext>
              </a:extLst>
            </p:cNvPr>
            <p:cNvSpPr/>
            <p:nvPr/>
          </p:nvSpPr>
          <p:spPr>
            <a:xfrm>
              <a:off x="1176913" y="4621758"/>
              <a:ext cx="1554190" cy="175432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fr-CM" dirty="0"/>
                <a:t>Langage de balisage standard pour structurer le contenu des pages web.</a:t>
              </a:r>
              <a:endParaRPr lang="en-US" sz="1600" b="1" dirty="0">
                <a:solidFill>
                  <a:schemeClr val="bg2">
                    <a:lumMod val="75000"/>
                  </a:schemeClr>
                </a:solidFill>
              </a:endParaRPr>
            </a:p>
          </p:txBody>
        </p:sp>
      </p:grpSp>
      <p:grpSp>
        <p:nvGrpSpPr>
          <p:cNvPr id="55" name="Group 46">
            <a:extLst>
              <a:ext uri="{FF2B5EF4-FFF2-40B4-BE49-F238E27FC236}">
                <a16:creationId xmlns:a16="http://schemas.microsoft.com/office/drawing/2014/main" id="{12C86613-6B20-457F-9E43-11A4BC413012}"/>
              </a:ext>
            </a:extLst>
          </p:cNvPr>
          <p:cNvGrpSpPr/>
          <p:nvPr/>
        </p:nvGrpSpPr>
        <p:grpSpPr>
          <a:xfrm>
            <a:off x="6041681" y="2908721"/>
            <a:ext cx="2244978" cy="2798373"/>
            <a:chOff x="4500872" y="3895610"/>
            <a:chExt cx="2818133" cy="2798373"/>
          </a:xfrm>
        </p:grpSpPr>
        <p:sp>
          <p:nvSpPr>
            <p:cNvPr id="56" name="TextBox 21">
              <a:extLst>
                <a:ext uri="{FF2B5EF4-FFF2-40B4-BE49-F238E27FC236}">
                  <a16:creationId xmlns:a16="http://schemas.microsoft.com/office/drawing/2014/main" id="{9B427566-D4DF-4204-B31F-6CEAE61A5971}"/>
                </a:ext>
              </a:extLst>
            </p:cNvPr>
            <p:cNvSpPr txBox="1"/>
            <p:nvPr/>
          </p:nvSpPr>
          <p:spPr>
            <a:xfrm>
              <a:off x="4764730" y="3895610"/>
              <a:ext cx="100585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400" b="1" dirty="0"/>
                <a:t>Bootstrap</a:t>
              </a:r>
              <a:r>
                <a:rPr lang="en-US" sz="1400" dirty="0"/>
                <a:t>: </a:t>
              </a:r>
              <a:endParaRPr lang="en-US" sz="1400" b="1" dirty="0">
                <a:solidFill>
                  <a:schemeClr val="accent3"/>
                </a:solidFill>
              </a:endParaRPr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6288F451-AD38-4A6C-9CCA-32EBFA160AE2}"/>
                </a:ext>
              </a:extLst>
            </p:cNvPr>
            <p:cNvSpPr/>
            <p:nvPr/>
          </p:nvSpPr>
          <p:spPr>
            <a:xfrm>
              <a:off x="4500872" y="4385659"/>
              <a:ext cx="2818133" cy="230832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fr-CM" dirty="0"/>
                <a:t>Framework CSS pour concevoir des interfaces web réactives et attractives rapidement avec des composants préconstruits</a:t>
              </a:r>
              <a:endParaRPr lang="en-US" sz="1600" b="1" dirty="0">
                <a:solidFill>
                  <a:schemeClr val="bg2">
                    <a:lumMod val="75000"/>
                  </a:schemeClr>
                </a:solidFill>
              </a:endParaRPr>
            </a:p>
          </p:txBody>
        </p:sp>
      </p:grpSp>
      <p:grpSp>
        <p:nvGrpSpPr>
          <p:cNvPr id="61" name="Group 45">
            <a:extLst>
              <a:ext uri="{FF2B5EF4-FFF2-40B4-BE49-F238E27FC236}">
                <a16:creationId xmlns:a16="http://schemas.microsoft.com/office/drawing/2014/main" id="{3DF71FE6-319D-4F7D-9729-21BC6DF8731C}"/>
              </a:ext>
            </a:extLst>
          </p:cNvPr>
          <p:cNvGrpSpPr/>
          <p:nvPr/>
        </p:nvGrpSpPr>
        <p:grpSpPr>
          <a:xfrm>
            <a:off x="3560959" y="3166656"/>
            <a:ext cx="1554190" cy="2339102"/>
            <a:chOff x="2832929" y="2140133"/>
            <a:chExt cx="1554190" cy="2339102"/>
          </a:xfrm>
        </p:grpSpPr>
        <p:sp>
          <p:nvSpPr>
            <p:cNvPr id="62" name="TextBox 25">
              <a:extLst>
                <a:ext uri="{FF2B5EF4-FFF2-40B4-BE49-F238E27FC236}">
                  <a16:creationId xmlns:a16="http://schemas.microsoft.com/office/drawing/2014/main" id="{4FAD5B5F-117C-4A73-B70D-A52D617800C3}"/>
                </a:ext>
              </a:extLst>
            </p:cNvPr>
            <p:cNvSpPr txBox="1"/>
            <p:nvPr/>
          </p:nvSpPr>
          <p:spPr>
            <a:xfrm>
              <a:off x="3342166" y="2140133"/>
              <a:ext cx="53732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400" b="1" dirty="0"/>
                <a:t>CSS</a:t>
              </a:r>
              <a:r>
                <a:rPr lang="en-US" sz="1400" dirty="0"/>
                <a:t>: </a:t>
              </a:r>
              <a:endParaRPr lang="en-US" sz="1400" b="1" dirty="0">
                <a:solidFill>
                  <a:schemeClr val="accent1"/>
                </a:solidFill>
              </a:endParaRPr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95603608-C33E-4EF4-9706-34825DB56DB8}"/>
                </a:ext>
              </a:extLst>
            </p:cNvPr>
            <p:cNvSpPr/>
            <p:nvPr/>
          </p:nvSpPr>
          <p:spPr>
            <a:xfrm>
              <a:off x="2832929" y="2447910"/>
              <a:ext cx="1554190" cy="203132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fr-CM" dirty="0"/>
                <a:t>Feuilles de style en cascade pour styliser et agencer visuellement les pages web.</a:t>
              </a:r>
              <a:endParaRPr lang="en-US" sz="1600" b="1" dirty="0">
                <a:solidFill>
                  <a:schemeClr val="bg2">
                    <a:lumMod val="75000"/>
                  </a:schemeClr>
                </a:solidFill>
              </a:endParaRPr>
            </a:p>
          </p:txBody>
        </p:sp>
      </p:grpSp>
      <p:grpSp>
        <p:nvGrpSpPr>
          <p:cNvPr id="64" name="Group 47">
            <a:extLst>
              <a:ext uri="{FF2B5EF4-FFF2-40B4-BE49-F238E27FC236}">
                <a16:creationId xmlns:a16="http://schemas.microsoft.com/office/drawing/2014/main" id="{CA46AD46-F9A3-4B22-8F85-6A2ED232BE45}"/>
              </a:ext>
            </a:extLst>
          </p:cNvPr>
          <p:cNvGrpSpPr/>
          <p:nvPr/>
        </p:nvGrpSpPr>
        <p:grpSpPr>
          <a:xfrm>
            <a:off x="9001781" y="2944513"/>
            <a:ext cx="1902130" cy="2762581"/>
            <a:chOff x="6146577" y="2140133"/>
            <a:chExt cx="1554190" cy="3170099"/>
          </a:xfrm>
        </p:grpSpPr>
        <p:sp>
          <p:nvSpPr>
            <p:cNvPr id="65" name="TextBox 27">
              <a:extLst>
                <a:ext uri="{FF2B5EF4-FFF2-40B4-BE49-F238E27FC236}">
                  <a16:creationId xmlns:a16="http://schemas.microsoft.com/office/drawing/2014/main" id="{F2684181-D51A-464F-8A15-4515A41722A2}"/>
                </a:ext>
              </a:extLst>
            </p:cNvPr>
            <p:cNvSpPr txBox="1"/>
            <p:nvPr/>
          </p:nvSpPr>
          <p:spPr>
            <a:xfrm>
              <a:off x="6436748" y="2140133"/>
              <a:ext cx="97545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400" b="1" dirty="0"/>
                <a:t>JavaScript</a:t>
              </a:r>
              <a:r>
                <a:rPr lang="en-US" sz="1400" dirty="0"/>
                <a:t>:</a:t>
              </a:r>
              <a:endParaRPr lang="en-US" sz="1400" b="1" dirty="0">
                <a:solidFill>
                  <a:schemeClr val="accent1"/>
                </a:solidFill>
              </a:endParaRPr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99F009F5-29DA-42A1-A30C-ECAA8D7A65EA}"/>
                </a:ext>
              </a:extLst>
            </p:cNvPr>
            <p:cNvSpPr/>
            <p:nvPr/>
          </p:nvSpPr>
          <p:spPr>
            <a:xfrm>
              <a:off x="6146577" y="2447910"/>
              <a:ext cx="1554190" cy="286232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fr-CM" dirty="0"/>
                <a:t>Langage de programmation pour ajouter des interactions dynamiques et des fonctionnalités aux pages web.</a:t>
              </a:r>
              <a:endParaRPr lang="en-US" sz="1600" b="1" dirty="0">
                <a:solidFill>
                  <a:schemeClr val="bg2">
                    <a:lumMod val="75000"/>
                  </a:schemeClr>
                </a:solidFill>
              </a:endParaRPr>
            </a:p>
          </p:txBody>
        </p:sp>
      </p:grpSp>
      <p:sp>
        <p:nvSpPr>
          <p:cNvPr id="70" name="Rectangle à coins arrondis 69"/>
          <p:cNvSpPr/>
          <p:nvPr/>
        </p:nvSpPr>
        <p:spPr>
          <a:xfrm>
            <a:off x="11458575" y="6297561"/>
            <a:ext cx="733425" cy="560438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18</a:t>
            </a:r>
            <a:endParaRPr lang="fr-FR" sz="24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71" name="Image 70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1351" y="2550269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2" name="Image 71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52515" y="2480596"/>
            <a:ext cx="447675" cy="628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Image 72"/>
          <p:cNvPicPr/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26912" y="2372660"/>
            <a:ext cx="581025" cy="495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Image 84"/>
          <p:cNvPicPr/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59766" y="2263831"/>
            <a:ext cx="657225" cy="488171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ZoneTexte 2"/>
          <p:cNvSpPr txBox="1"/>
          <p:nvPr/>
        </p:nvSpPr>
        <p:spPr>
          <a:xfrm>
            <a:off x="689572" y="1076262"/>
            <a:ext cx="29408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 </a:t>
            </a:r>
            <a:endParaRPr lang="fr-FR" dirty="0"/>
          </a:p>
          <a:p>
            <a:r>
              <a:rPr lang="fr-CM" b="1" dirty="0"/>
              <a:t>FRONT-END TECHNOLOGIES</a:t>
            </a:r>
            <a:endParaRPr lang="fr-FR" b="1" dirty="0"/>
          </a:p>
        </p:txBody>
      </p:sp>
      <p:sp>
        <p:nvSpPr>
          <p:cNvPr id="4" name="Ellipse 3"/>
          <p:cNvSpPr/>
          <p:nvPr/>
        </p:nvSpPr>
        <p:spPr>
          <a:xfrm>
            <a:off x="3694269" y="788653"/>
            <a:ext cx="4418051" cy="610774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ZoneTexte 4"/>
          <p:cNvSpPr txBox="1"/>
          <p:nvPr/>
        </p:nvSpPr>
        <p:spPr>
          <a:xfrm>
            <a:off x="4385870" y="245265"/>
            <a:ext cx="293532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 </a:t>
            </a:r>
            <a:endParaRPr lang="fr-FR" dirty="0"/>
          </a:p>
          <a:p>
            <a:r>
              <a:rPr lang="en-US" dirty="0"/>
              <a:t> </a:t>
            </a:r>
            <a:endParaRPr lang="fr-FR" dirty="0"/>
          </a:p>
          <a:p>
            <a:pPr lvl="0"/>
            <a:r>
              <a:rPr lang="en-US" b="1" u="sng" dirty="0"/>
              <a:t>Web technologies used</a:t>
            </a:r>
            <a:endParaRPr lang="fr-FR" b="1" u="sng" dirty="0"/>
          </a:p>
          <a:p>
            <a:endParaRPr lang="fr-FR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94248738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" grpId="0" animBg="1"/>
      <p:bldP spid="75" grpId="0" animBg="1"/>
      <p:bldP spid="76" grpId="0" animBg="1"/>
      <p:bldP spid="77" grpId="0" animBg="1"/>
      <p:bldP spid="78" grpId="0" animBg="1"/>
      <p:bldP spid="79" grpId="0" animBg="1"/>
      <p:bldP spid="80" grpId="0" animBg="1"/>
      <p:bldP spid="81" grpId="0" animBg="1"/>
      <p:bldP spid="82" grpId="0" animBg="1"/>
      <p:bldP spid="83" grpId="0" animBg="1"/>
      <p:bldP spid="84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0B0F0"/>
            </a:gs>
            <a:gs pos="46000">
              <a:schemeClr val="bg1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à coins arrondis 5">
            <a:extLst>
              <a:ext uri="{FF2B5EF4-FFF2-40B4-BE49-F238E27FC236}">
                <a16:creationId xmlns:a16="http://schemas.microsoft.com/office/drawing/2014/main" id="{20AB6750-46F0-D5FC-491D-EF376E85B347}"/>
              </a:ext>
            </a:extLst>
          </p:cNvPr>
          <p:cNvSpPr/>
          <p:nvPr/>
        </p:nvSpPr>
        <p:spPr>
          <a:xfrm>
            <a:off x="11458575" y="6254458"/>
            <a:ext cx="733425" cy="603541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b="1" dirty="0">
                <a:latin typeface="Cambria" panose="02040503050406030204" pitchFamily="18" charset="0"/>
                <a:ea typeface="Cambria" panose="02040503050406030204" pitchFamily="18" charset="0"/>
              </a:rPr>
              <a:t>10</a:t>
            </a:r>
          </a:p>
        </p:txBody>
      </p:sp>
      <p:sp>
        <p:nvSpPr>
          <p:cNvPr id="74" name="Freeform: Shape 3">
            <a:extLst>
              <a:ext uri="{FF2B5EF4-FFF2-40B4-BE49-F238E27FC236}">
                <a16:creationId xmlns:a16="http://schemas.microsoft.com/office/drawing/2014/main" id="{443E86A6-1C34-4C7A-A24E-DF3058EA68A1}"/>
              </a:ext>
            </a:extLst>
          </p:cNvPr>
          <p:cNvSpPr/>
          <p:nvPr/>
        </p:nvSpPr>
        <p:spPr>
          <a:xfrm>
            <a:off x="11803094" y="881539"/>
            <a:ext cx="228600" cy="228600"/>
          </a:xfrm>
          <a:custGeom>
            <a:avLst/>
            <a:gdLst>
              <a:gd name="connsiteX0" fmla="*/ 222218 w 228600"/>
              <a:gd name="connsiteY0" fmla="*/ 114681 h 228600"/>
              <a:gd name="connsiteX1" fmla="*/ 114681 w 228600"/>
              <a:gd name="connsiteY1" fmla="*/ 222218 h 228600"/>
              <a:gd name="connsiteX2" fmla="*/ 7143 w 228600"/>
              <a:gd name="connsiteY2" fmla="*/ 114681 h 228600"/>
              <a:gd name="connsiteX3" fmla="*/ 114681 w 228600"/>
              <a:gd name="connsiteY3" fmla="*/ 7144 h 228600"/>
              <a:gd name="connsiteX4" fmla="*/ 222218 w 228600"/>
              <a:gd name="connsiteY4" fmla="*/ 114681 h 228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8600" h="228600">
                <a:moveTo>
                  <a:pt x="222218" y="114681"/>
                </a:moveTo>
                <a:cubicBezTo>
                  <a:pt x="222218" y="174072"/>
                  <a:pt x="174072" y="222218"/>
                  <a:pt x="114681" y="222218"/>
                </a:cubicBezTo>
                <a:cubicBezTo>
                  <a:pt x="55289" y="222218"/>
                  <a:pt x="7143" y="174072"/>
                  <a:pt x="7143" y="114681"/>
                </a:cubicBezTo>
                <a:cubicBezTo>
                  <a:pt x="7143" y="55290"/>
                  <a:pt x="55289" y="7144"/>
                  <a:pt x="114681" y="7144"/>
                </a:cubicBezTo>
                <a:cubicBezTo>
                  <a:pt x="174072" y="7144"/>
                  <a:pt x="222218" y="55290"/>
                  <a:pt x="222218" y="114681"/>
                </a:cubicBezTo>
                <a:close/>
              </a:path>
            </a:pathLst>
          </a:custGeom>
          <a:solidFill>
            <a:srgbClr val="FFC947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5" name="Freeform: Shape 4">
            <a:extLst>
              <a:ext uri="{FF2B5EF4-FFF2-40B4-BE49-F238E27FC236}">
                <a16:creationId xmlns:a16="http://schemas.microsoft.com/office/drawing/2014/main" id="{6A6C6217-2D0B-4BD3-8A13-B70D2F4D3FC4}"/>
              </a:ext>
            </a:extLst>
          </p:cNvPr>
          <p:cNvSpPr/>
          <p:nvPr/>
        </p:nvSpPr>
        <p:spPr>
          <a:xfrm>
            <a:off x="11143107" y="259556"/>
            <a:ext cx="228600" cy="228600"/>
          </a:xfrm>
          <a:custGeom>
            <a:avLst/>
            <a:gdLst>
              <a:gd name="connsiteX0" fmla="*/ 222218 w 228600"/>
              <a:gd name="connsiteY0" fmla="*/ 114681 h 228600"/>
              <a:gd name="connsiteX1" fmla="*/ 114680 w 228600"/>
              <a:gd name="connsiteY1" fmla="*/ 222218 h 228600"/>
              <a:gd name="connsiteX2" fmla="*/ 7143 w 228600"/>
              <a:gd name="connsiteY2" fmla="*/ 114681 h 228600"/>
              <a:gd name="connsiteX3" fmla="*/ 114680 w 228600"/>
              <a:gd name="connsiteY3" fmla="*/ 7144 h 228600"/>
              <a:gd name="connsiteX4" fmla="*/ 222218 w 228600"/>
              <a:gd name="connsiteY4" fmla="*/ 114681 h 228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8600" h="228600">
                <a:moveTo>
                  <a:pt x="222218" y="114681"/>
                </a:moveTo>
                <a:cubicBezTo>
                  <a:pt x="222218" y="174072"/>
                  <a:pt x="174072" y="222218"/>
                  <a:pt x="114680" y="222218"/>
                </a:cubicBezTo>
                <a:cubicBezTo>
                  <a:pt x="55289" y="222218"/>
                  <a:pt x="7143" y="174072"/>
                  <a:pt x="7143" y="114681"/>
                </a:cubicBezTo>
                <a:cubicBezTo>
                  <a:pt x="7143" y="55290"/>
                  <a:pt x="55289" y="7144"/>
                  <a:pt x="114680" y="7144"/>
                </a:cubicBezTo>
                <a:cubicBezTo>
                  <a:pt x="174072" y="7144"/>
                  <a:pt x="222218" y="55290"/>
                  <a:pt x="222218" y="114681"/>
                </a:cubicBezTo>
                <a:close/>
              </a:path>
            </a:pathLst>
          </a:custGeom>
          <a:solidFill>
            <a:srgbClr val="FFC947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6" name="Freeform: Shape 5">
            <a:extLst>
              <a:ext uri="{FF2B5EF4-FFF2-40B4-BE49-F238E27FC236}">
                <a16:creationId xmlns:a16="http://schemas.microsoft.com/office/drawing/2014/main" id="{5B47422A-AF1D-48FD-B236-6AD25F2C095D}"/>
              </a:ext>
            </a:extLst>
          </p:cNvPr>
          <p:cNvSpPr/>
          <p:nvPr/>
        </p:nvSpPr>
        <p:spPr>
          <a:xfrm>
            <a:off x="11803094" y="5203698"/>
            <a:ext cx="228600" cy="228600"/>
          </a:xfrm>
          <a:custGeom>
            <a:avLst/>
            <a:gdLst>
              <a:gd name="connsiteX0" fmla="*/ 222218 w 228600"/>
              <a:gd name="connsiteY0" fmla="*/ 114681 h 228600"/>
              <a:gd name="connsiteX1" fmla="*/ 114681 w 228600"/>
              <a:gd name="connsiteY1" fmla="*/ 222218 h 228600"/>
              <a:gd name="connsiteX2" fmla="*/ 7143 w 228600"/>
              <a:gd name="connsiteY2" fmla="*/ 114681 h 228600"/>
              <a:gd name="connsiteX3" fmla="*/ 114681 w 228600"/>
              <a:gd name="connsiteY3" fmla="*/ 7144 h 228600"/>
              <a:gd name="connsiteX4" fmla="*/ 222218 w 228600"/>
              <a:gd name="connsiteY4" fmla="*/ 114681 h 228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8600" h="228600">
                <a:moveTo>
                  <a:pt x="222218" y="114681"/>
                </a:moveTo>
                <a:cubicBezTo>
                  <a:pt x="222218" y="174072"/>
                  <a:pt x="174072" y="222218"/>
                  <a:pt x="114681" y="222218"/>
                </a:cubicBezTo>
                <a:cubicBezTo>
                  <a:pt x="55289" y="222218"/>
                  <a:pt x="7143" y="174072"/>
                  <a:pt x="7143" y="114681"/>
                </a:cubicBezTo>
                <a:cubicBezTo>
                  <a:pt x="7143" y="55290"/>
                  <a:pt x="55289" y="7144"/>
                  <a:pt x="114681" y="7144"/>
                </a:cubicBezTo>
                <a:cubicBezTo>
                  <a:pt x="174072" y="7144"/>
                  <a:pt x="222218" y="55290"/>
                  <a:pt x="222218" y="114681"/>
                </a:cubicBezTo>
                <a:close/>
              </a:path>
            </a:pathLst>
          </a:custGeom>
          <a:solidFill>
            <a:srgbClr val="FFC947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7" name="Freeform: Shape 6">
            <a:extLst>
              <a:ext uri="{FF2B5EF4-FFF2-40B4-BE49-F238E27FC236}">
                <a16:creationId xmlns:a16="http://schemas.microsoft.com/office/drawing/2014/main" id="{63E43D3A-D858-48EC-A3B5-DA67C4FDB697}"/>
              </a:ext>
            </a:extLst>
          </p:cNvPr>
          <p:cNvSpPr/>
          <p:nvPr/>
        </p:nvSpPr>
        <p:spPr>
          <a:xfrm>
            <a:off x="1868424" y="1096709"/>
            <a:ext cx="228600" cy="228600"/>
          </a:xfrm>
          <a:custGeom>
            <a:avLst/>
            <a:gdLst>
              <a:gd name="connsiteX0" fmla="*/ 222218 w 228600"/>
              <a:gd name="connsiteY0" fmla="*/ 114681 h 228600"/>
              <a:gd name="connsiteX1" fmla="*/ 114681 w 228600"/>
              <a:gd name="connsiteY1" fmla="*/ 222218 h 228600"/>
              <a:gd name="connsiteX2" fmla="*/ 7144 w 228600"/>
              <a:gd name="connsiteY2" fmla="*/ 114681 h 228600"/>
              <a:gd name="connsiteX3" fmla="*/ 114681 w 228600"/>
              <a:gd name="connsiteY3" fmla="*/ 7144 h 228600"/>
              <a:gd name="connsiteX4" fmla="*/ 222218 w 228600"/>
              <a:gd name="connsiteY4" fmla="*/ 114681 h 228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8600" h="228600">
                <a:moveTo>
                  <a:pt x="222218" y="114681"/>
                </a:moveTo>
                <a:cubicBezTo>
                  <a:pt x="222218" y="174072"/>
                  <a:pt x="174072" y="222218"/>
                  <a:pt x="114681" y="222218"/>
                </a:cubicBezTo>
                <a:cubicBezTo>
                  <a:pt x="55290" y="222218"/>
                  <a:pt x="7144" y="174072"/>
                  <a:pt x="7144" y="114681"/>
                </a:cubicBezTo>
                <a:cubicBezTo>
                  <a:pt x="7144" y="55290"/>
                  <a:pt x="55290" y="7144"/>
                  <a:pt x="114681" y="7144"/>
                </a:cubicBezTo>
                <a:cubicBezTo>
                  <a:pt x="174072" y="7144"/>
                  <a:pt x="222218" y="55290"/>
                  <a:pt x="222218" y="114681"/>
                </a:cubicBezTo>
                <a:close/>
              </a:path>
            </a:pathLst>
          </a:custGeom>
          <a:solidFill>
            <a:srgbClr val="FFC947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8" name="Freeform: Shape 7">
            <a:extLst>
              <a:ext uri="{FF2B5EF4-FFF2-40B4-BE49-F238E27FC236}">
                <a16:creationId xmlns:a16="http://schemas.microsoft.com/office/drawing/2014/main" id="{822E4A63-C8A0-482C-8609-11E58E69B5B7}"/>
              </a:ext>
            </a:extLst>
          </p:cNvPr>
          <p:cNvSpPr/>
          <p:nvPr/>
        </p:nvSpPr>
        <p:spPr>
          <a:xfrm>
            <a:off x="3167253" y="259556"/>
            <a:ext cx="228600" cy="228600"/>
          </a:xfrm>
          <a:custGeom>
            <a:avLst/>
            <a:gdLst>
              <a:gd name="connsiteX0" fmla="*/ 222218 w 228600"/>
              <a:gd name="connsiteY0" fmla="*/ 114681 h 228600"/>
              <a:gd name="connsiteX1" fmla="*/ 114681 w 228600"/>
              <a:gd name="connsiteY1" fmla="*/ 222218 h 228600"/>
              <a:gd name="connsiteX2" fmla="*/ 7144 w 228600"/>
              <a:gd name="connsiteY2" fmla="*/ 114681 h 228600"/>
              <a:gd name="connsiteX3" fmla="*/ 114681 w 228600"/>
              <a:gd name="connsiteY3" fmla="*/ 7144 h 228600"/>
              <a:gd name="connsiteX4" fmla="*/ 222218 w 228600"/>
              <a:gd name="connsiteY4" fmla="*/ 114681 h 228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8600" h="228600">
                <a:moveTo>
                  <a:pt x="222218" y="114681"/>
                </a:moveTo>
                <a:cubicBezTo>
                  <a:pt x="222218" y="174072"/>
                  <a:pt x="174072" y="222218"/>
                  <a:pt x="114681" y="222218"/>
                </a:cubicBezTo>
                <a:cubicBezTo>
                  <a:pt x="55290" y="222218"/>
                  <a:pt x="7144" y="174072"/>
                  <a:pt x="7144" y="114681"/>
                </a:cubicBezTo>
                <a:cubicBezTo>
                  <a:pt x="7144" y="55290"/>
                  <a:pt x="55290" y="7144"/>
                  <a:pt x="114681" y="7144"/>
                </a:cubicBezTo>
                <a:cubicBezTo>
                  <a:pt x="174072" y="7144"/>
                  <a:pt x="222218" y="55290"/>
                  <a:pt x="222218" y="114681"/>
                </a:cubicBezTo>
                <a:close/>
              </a:path>
            </a:pathLst>
          </a:custGeom>
          <a:solidFill>
            <a:srgbClr val="FFC947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9" name="Freeform: Shape 8">
            <a:extLst>
              <a:ext uri="{FF2B5EF4-FFF2-40B4-BE49-F238E27FC236}">
                <a16:creationId xmlns:a16="http://schemas.microsoft.com/office/drawing/2014/main" id="{199B7924-7E39-4047-9708-3572AFBB47CC}"/>
              </a:ext>
            </a:extLst>
          </p:cNvPr>
          <p:cNvSpPr/>
          <p:nvPr/>
        </p:nvSpPr>
        <p:spPr>
          <a:xfrm>
            <a:off x="205169" y="474726"/>
            <a:ext cx="228600" cy="228600"/>
          </a:xfrm>
          <a:custGeom>
            <a:avLst/>
            <a:gdLst>
              <a:gd name="connsiteX0" fmla="*/ 222218 w 228600"/>
              <a:gd name="connsiteY0" fmla="*/ 114681 h 228600"/>
              <a:gd name="connsiteX1" fmla="*/ 114681 w 228600"/>
              <a:gd name="connsiteY1" fmla="*/ 222218 h 228600"/>
              <a:gd name="connsiteX2" fmla="*/ 7144 w 228600"/>
              <a:gd name="connsiteY2" fmla="*/ 114681 h 228600"/>
              <a:gd name="connsiteX3" fmla="*/ 114681 w 228600"/>
              <a:gd name="connsiteY3" fmla="*/ 7144 h 228600"/>
              <a:gd name="connsiteX4" fmla="*/ 222218 w 228600"/>
              <a:gd name="connsiteY4" fmla="*/ 114681 h 228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8600" h="228600">
                <a:moveTo>
                  <a:pt x="222218" y="114681"/>
                </a:moveTo>
                <a:cubicBezTo>
                  <a:pt x="222218" y="174072"/>
                  <a:pt x="174072" y="222218"/>
                  <a:pt x="114681" y="222218"/>
                </a:cubicBezTo>
                <a:cubicBezTo>
                  <a:pt x="55290" y="222218"/>
                  <a:pt x="7144" y="174072"/>
                  <a:pt x="7144" y="114681"/>
                </a:cubicBezTo>
                <a:cubicBezTo>
                  <a:pt x="7144" y="55290"/>
                  <a:pt x="55290" y="7144"/>
                  <a:pt x="114681" y="7144"/>
                </a:cubicBezTo>
                <a:cubicBezTo>
                  <a:pt x="174072" y="7144"/>
                  <a:pt x="222218" y="55290"/>
                  <a:pt x="222218" y="114681"/>
                </a:cubicBezTo>
                <a:close/>
              </a:path>
            </a:pathLst>
          </a:custGeom>
          <a:solidFill>
            <a:srgbClr val="FFC947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80" name="Freeform: Shape 9">
            <a:extLst>
              <a:ext uri="{FF2B5EF4-FFF2-40B4-BE49-F238E27FC236}">
                <a16:creationId xmlns:a16="http://schemas.microsoft.com/office/drawing/2014/main" id="{3176445F-C5C7-4F5E-BD32-E4E02623D63E}"/>
              </a:ext>
            </a:extLst>
          </p:cNvPr>
          <p:cNvSpPr/>
          <p:nvPr/>
        </p:nvSpPr>
        <p:spPr>
          <a:xfrm>
            <a:off x="1576769" y="6323552"/>
            <a:ext cx="228600" cy="228600"/>
          </a:xfrm>
          <a:custGeom>
            <a:avLst/>
            <a:gdLst>
              <a:gd name="connsiteX0" fmla="*/ 222218 w 228600"/>
              <a:gd name="connsiteY0" fmla="*/ 114681 h 228600"/>
              <a:gd name="connsiteX1" fmla="*/ 114681 w 228600"/>
              <a:gd name="connsiteY1" fmla="*/ 222218 h 228600"/>
              <a:gd name="connsiteX2" fmla="*/ 7144 w 228600"/>
              <a:gd name="connsiteY2" fmla="*/ 114681 h 228600"/>
              <a:gd name="connsiteX3" fmla="*/ 114681 w 228600"/>
              <a:gd name="connsiteY3" fmla="*/ 7144 h 228600"/>
              <a:gd name="connsiteX4" fmla="*/ 222218 w 228600"/>
              <a:gd name="connsiteY4" fmla="*/ 114681 h 228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8600" h="228600">
                <a:moveTo>
                  <a:pt x="222218" y="114681"/>
                </a:moveTo>
                <a:cubicBezTo>
                  <a:pt x="222218" y="174072"/>
                  <a:pt x="174072" y="222218"/>
                  <a:pt x="114681" y="222218"/>
                </a:cubicBezTo>
                <a:cubicBezTo>
                  <a:pt x="55290" y="222218"/>
                  <a:pt x="7144" y="174072"/>
                  <a:pt x="7144" y="114681"/>
                </a:cubicBezTo>
                <a:cubicBezTo>
                  <a:pt x="7144" y="55290"/>
                  <a:pt x="55290" y="7144"/>
                  <a:pt x="114681" y="7144"/>
                </a:cubicBezTo>
                <a:cubicBezTo>
                  <a:pt x="174072" y="7144"/>
                  <a:pt x="222218" y="55290"/>
                  <a:pt x="222218" y="114681"/>
                </a:cubicBezTo>
                <a:close/>
              </a:path>
            </a:pathLst>
          </a:custGeom>
          <a:solidFill>
            <a:srgbClr val="FFC947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81" name="Freeform: Shape 10">
            <a:extLst>
              <a:ext uri="{FF2B5EF4-FFF2-40B4-BE49-F238E27FC236}">
                <a16:creationId xmlns:a16="http://schemas.microsoft.com/office/drawing/2014/main" id="{6846DFC9-43BE-4A38-9A39-DD293513A94C}"/>
              </a:ext>
            </a:extLst>
          </p:cNvPr>
          <p:cNvSpPr/>
          <p:nvPr/>
        </p:nvSpPr>
        <p:spPr>
          <a:xfrm>
            <a:off x="154781" y="2880646"/>
            <a:ext cx="228600" cy="228600"/>
          </a:xfrm>
          <a:custGeom>
            <a:avLst/>
            <a:gdLst>
              <a:gd name="connsiteX0" fmla="*/ 222218 w 228600"/>
              <a:gd name="connsiteY0" fmla="*/ 114681 h 228600"/>
              <a:gd name="connsiteX1" fmla="*/ 114681 w 228600"/>
              <a:gd name="connsiteY1" fmla="*/ 222218 h 228600"/>
              <a:gd name="connsiteX2" fmla="*/ 7144 w 228600"/>
              <a:gd name="connsiteY2" fmla="*/ 114681 h 228600"/>
              <a:gd name="connsiteX3" fmla="*/ 114681 w 228600"/>
              <a:gd name="connsiteY3" fmla="*/ 7144 h 228600"/>
              <a:gd name="connsiteX4" fmla="*/ 222218 w 228600"/>
              <a:gd name="connsiteY4" fmla="*/ 114681 h 228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8600" h="228600">
                <a:moveTo>
                  <a:pt x="222218" y="114681"/>
                </a:moveTo>
                <a:cubicBezTo>
                  <a:pt x="222218" y="174072"/>
                  <a:pt x="174072" y="222218"/>
                  <a:pt x="114681" y="222218"/>
                </a:cubicBezTo>
                <a:cubicBezTo>
                  <a:pt x="55290" y="222218"/>
                  <a:pt x="7144" y="174072"/>
                  <a:pt x="7144" y="114681"/>
                </a:cubicBezTo>
                <a:cubicBezTo>
                  <a:pt x="7144" y="55290"/>
                  <a:pt x="55290" y="7144"/>
                  <a:pt x="114681" y="7144"/>
                </a:cubicBezTo>
                <a:cubicBezTo>
                  <a:pt x="174072" y="7144"/>
                  <a:pt x="222218" y="55290"/>
                  <a:pt x="222218" y="114681"/>
                </a:cubicBezTo>
                <a:close/>
              </a:path>
            </a:pathLst>
          </a:custGeom>
          <a:solidFill>
            <a:srgbClr val="FFC947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82" name="Freeform: Shape 11">
            <a:extLst>
              <a:ext uri="{FF2B5EF4-FFF2-40B4-BE49-F238E27FC236}">
                <a16:creationId xmlns:a16="http://schemas.microsoft.com/office/drawing/2014/main" id="{56460929-3A65-487B-84D5-7E71FD884D96}"/>
              </a:ext>
            </a:extLst>
          </p:cNvPr>
          <p:cNvSpPr/>
          <p:nvPr/>
        </p:nvSpPr>
        <p:spPr>
          <a:xfrm>
            <a:off x="6631591" y="6217253"/>
            <a:ext cx="228600" cy="228600"/>
          </a:xfrm>
          <a:custGeom>
            <a:avLst/>
            <a:gdLst>
              <a:gd name="connsiteX0" fmla="*/ 222218 w 228600"/>
              <a:gd name="connsiteY0" fmla="*/ 114681 h 228600"/>
              <a:gd name="connsiteX1" fmla="*/ 114681 w 228600"/>
              <a:gd name="connsiteY1" fmla="*/ 222218 h 228600"/>
              <a:gd name="connsiteX2" fmla="*/ 7144 w 228600"/>
              <a:gd name="connsiteY2" fmla="*/ 114681 h 228600"/>
              <a:gd name="connsiteX3" fmla="*/ 114681 w 228600"/>
              <a:gd name="connsiteY3" fmla="*/ 7144 h 228600"/>
              <a:gd name="connsiteX4" fmla="*/ 222218 w 228600"/>
              <a:gd name="connsiteY4" fmla="*/ 114681 h 228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8600" h="228600">
                <a:moveTo>
                  <a:pt x="222218" y="114681"/>
                </a:moveTo>
                <a:cubicBezTo>
                  <a:pt x="222218" y="174072"/>
                  <a:pt x="174072" y="222218"/>
                  <a:pt x="114681" y="222218"/>
                </a:cubicBezTo>
                <a:cubicBezTo>
                  <a:pt x="55290" y="222218"/>
                  <a:pt x="7144" y="174072"/>
                  <a:pt x="7144" y="114681"/>
                </a:cubicBezTo>
                <a:cubicBezTo>
                  <a:pt x="7144" y="55290"/>
                  <a:pt x="55290" y="7144"/>
                  <a:pt x="114681" y="7144"/>
                </a:cubicBezTo>
                <a:cubicBezTo>
                  <a:pt x="174072" y="7144"/>
                  <a:pt x="222218" y="55290"/>
                  <a:pt x="222218" y="114681"/>
                </a:cubicBezTo>
                <a:close/>
              </a:path>
            </a:pathLst>
          </a:custGeom>
          <a:solidFill>
            <a:srgbClr val="FFC947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83" name="Freeform: Shape 12">
            <a:extLst>
              <a:ext uri="{FF2B5EF4-FFF2-40B4-BE49-F238E27FC236}">
                <a16:creationId xmlns:a16="http://schemas.microsoft.com/office/drawing/2014/main" id="{1672EFE3-0E87-45B9-8D56-0F1CA2E22D33}"/>
              </a:ext>
            </a:extLst>
          </p:cNvPr>
          <p:cNvSpPr/>
          <p:nvPr/>
        </p:nvSpPr>
        <p:spPr>
          <a:xfrm>
            <a:off x="11250644" y="6370511"/>
            <a:ext cx="228600" cy="228600"/>
          </a:xfrm>
          <a:custGeom>
            <a:avLst/>
            <a:gdLst>
              <a:gd name="connsiteX0" fmla="*/ 222218 w 228600"/>
              <a:gd name="connsiteY0" fmla="*/ 114681 h 228600"/>
              <a:gd name="connsiteX1" fmla="*/ 114681 w 228600"/>
              <a:gd name="connsiteY1" fmla="*/ 222218 h 228600"/>
              <a:gd name="connsiteX2" fmla="*/ 7143 w 228600"/>
              <a:gd name="connsiteY2" fmla="*/ 114681 h 228600"/>
              <a:gd name="connsiteX3" fmla="*/ 114681 w 228600"/>
              <a:gd name="connsiteY3" fmla="*/ 7144 h 228600"/>
              <a:gd name="connsiteX4" fmla="*/ 222218 w 228600"/>
              <a:gd name="connsiteY4" fmla="*/ 114681 h 228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8600" h="228600">
                <a:moveTo>
                  <a:pt x="222218" y="114681"/>
                </a:moveTo>
                <a:cubicBezTo>
                  <a:pt x="222218" y="174072"/>
                  <a:pt x="174072" y="222218"/>
                  <a:pt x="114681" y="222218"/>
                </a:cubicBezTo>
                <a:cubicBezTo>
                  <a:pt x="55289" y="222218"/>
                  <a:pt x="7143" y="174072"/>
                  <a:pt x="7143" y="114681"/>
                </a:cubicBezTo>
                <a:cubicBezTo>
                  <a:pt x="7143" y="55290"/>
                  <a:pt x="55289" y="7144"/>
                  <a:pt x="114681" y="7144"/>
                </a:cubicBezTo>
                <a:cubicBezTo>
                  <a:pt x="174072" y="7144"/>
                  <a:pt x="222218" y="55290"/>
                  <a:pt x="222218" y="114681"/>
                </a:cubicBezTo>
                <a:close/>
              </a:path>
            </a:pathLst>
          </a:custGeom>
          <a:solidFill>
            <a:srgbClr val="FFC947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84" name="Freeform: Shape 13">
            <a:extLst>
              <a:ext uri="{FF2B5EF4-FFF2-40B4-BE49-F238E27FC236}">
                <a16:creationId xmlns:a16="http://schemas.microsoft.com/office/drawing/2014/main" id="{1C468777-36FA-4346-ACDB-8D23EDF69281}"/>
              </a:ext>
            </a:extLst>
          </p:cNvPr>
          <p:cNvSpPr/>
          <p:nvPr/>
        </p:nvSpPr>
        <p:spPr>
          <a:xfrm>
            <a:off x="9331166" y="1096709"/>
            <a:ext cx="228600" cy="228600"/>
          </a:xfrm>
          <a:custGeom>
            <a:avLst/>
            <a:gdLst>
              <a:gd name="connsiteX0" fmla="*/ 222218 w 228600"/>
              <a:gd name="connsiteY0" fmla="*/ 114681 h 228600"/>
              <a:gd name="connsiteX1" fmla="*/ 114681 w 228600"/>
              <a:gd name="connsiteY1" fmla="*/ 222218 h 228600"/>
              <a:gd name="connsiteX2" fmla="*/ 7144 w 228600"/>
              <a:gd name="connsiteY2" fmla="*/ 114681 h 228600"/>
              <a:gd name="connsiteX3" fmla="*/ 114681 w 228600"/>
              <a:gd name="connsiteY3" fmla="*/ 7144 h 228600"/>
              <a:gd name="connsiteX4" fmla="*/ 222218 w 228600"/>
              <a:gd name="connsiteY4" fmla="*/ 114681 h 228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8600" h="228600">
                <a:moveTo>
                  <a:pt x="222218" y="114681"/>
                </a:moveTo>
                <a:cubicBezTo>
                  <a:pt x="222218" y="174072"/>
                  <a:pt x="174072" y="222218"/>
                  <a:pt x="114681" y="222218"/>
                </a:cubicBezTo>
                <a:cubicBezTo>
                  <a:pt x="55290" y="222218"/>
                  <a:pt x="7144" y="174072"/>
                  <a:pt x="7144" y="114681"/>
                </a:cubicBezTo>
                <a:cubicBezTo>
                  <a:pt x="7144" y="55290"/>
                  <a:pt x="55290" y="7144"/>
                  <a:pt x="114681" y="7144"/>
                </a:cubicBezTo>
                <a:cubicBezTo>
                  <a:pt x="174072" y="7144"/>
                  <a:pt x="222218" y="55290"/>
                  <a:pt x="222218" y="114681"/>
                </a:cubicBezTo>
                <a:close/>
              </a:path>
            </a:pathLst>
          </a:custGeom>
          <a:solidFill>
            <a:srgbClr val="FFC947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2" name="Freeform: Shape 5">
            <a:extLst>
              <a:ext uri="{FF2B5EF4-FFF2-40B4-BE49-F238E27FC236}">
                <a16:creationId xmlns:a16="http://schemas.microsoft.com/office/drawing/2014/main" id="{5B47422A-AF1D-48FD-B236-6AD25F2C095D}"/>
              </a:ext>
            </a:extLst>
          </p:cNvPr>
          <p:cNvSpPr/>
          <p:nvPr/>
        </p:nvSpPr>
        <p:spPr>
          <a:xfrm>
            <a:off x="11803094" y="5203698"/>
            <a:ext cx="228600" cy="228600"/>
          </a:xfrm>
          <a:custGeom>
            <a:avLst/>
            <a:gdLst>
              <a:gd name="connsiteX0" fmla="*/ 222218 w 228600"/>
              <a:gd name="connsiteY0" fmla="*/ 114681 h 228600"/>
              <a:gd name="connsiteX1" fmla="*/ 114681 w 228600"/>
              <a:gd name="connsiteY1" fmla="*/ 222218 h 228600"/>
              <a:gd name="connsiteX2" fmla="*/ 7143 w 228600"/>
              <a:gd name="connsiteY2" fmla="*/ 114681 h 228600"/>
              <a:gd name="connsiteX3" fmla="*/ 114681 w 228600"/>
              <a:gd name="connsiteY3" fmla="*/ 7144 h 228600"/>
              <a:gd name="connsiteX4" fmla="*/ 222218 w 228600"/>
              <a:gd name="connsiteY4" fmla="*/ 114681 h 228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8600" h="228600">
                <a:moveTo>
                  <a:pt x="222218" y="114681"/>
                </a:moveTo>
                <a:cubicBezTo>
                  <a:pt x="222218" y="174072"/>
                  <a:pt x="174072" y="222218"/>
                  <a:pt x="114681" y="222218"/>
                </a:cubicBezTo>
                <a:cubicBezTo>
                  <a:pt x="55289" y="222218"/>
                  <a:pt x="7143" y="174072"/>
                  <a:pt x="7143" y="114681"/>
                </a:cubicBezTo>
                <a:cubicBezTo>
                  <a:pt x="7143" y="55290"/>
                  <a:pt x="55289" y="7144"/>
                  <a:pt x="114681" y="7144"/>
                </a:cubicBezTo>
                <a:cubicBezTo>
                  <a:pt x="174072" y="7144"/>
                  <a:pt x="222218" y="55290"/>
                  <a:pt x="222218" y="114681"/>
                </a:cubicBezTo>
                <a:close/>
              </a:path>
            </a:pathLst>
          </a:custGeom>
          <a:solidFill>
            <a:srgbClr val="FFC947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3" name="Freeform: Shape 9">
            <a:extLst>
              <a:ext uri="{FF2B5EF4-FFF2-40B4-BE49-F238E27FC236}">
                <a16:creationId xmlns:a16="http://schemas.microsoft.com/office/drawing/2014/main" id="{3176445F-C5C7-4F5E-BD32-E4E02623D63E}"/>
              </a:ext>
            </a:extLst>
          </p:cNvPr>
          <p:cNvSpPr/>
          <p:nvPr/>
        </p:nvSpPr>
        <p:spPr>
          <a:xfrm>
            <a:off x="1576769" y="6323552"/>
            <a:ext cx="228600" cy="228600"/>
          </a:xfrm>
          <a:custGeom>
            <a:avLst/>
            <a:gdLst>
              <a:gd name="connsiteX0" fmla="*/ 222218 w 228600"/>
              <a:gd name="connsiteY0" fmla="*/ 114681 h 228600"/>
              <a:gd name="connsiteX1" fmla="*/ 114681 w 228600"/>
              <a:gd name="connsiteY1" fmla="*/ 222218 h 228600"/>
              <a:gd name="connsiteX2" fmla="*/ 7144 w 228600"/>
              <a:gd name="connsiteY2" fmla="*/ 114681 h 228600"/>
              <a:gd name="connsiteX3" fmla="*/ 114681 w 228600"/>
              <a:gd name="connsiteY3" fmla="*/ 7144 h 228600"/>
              <a:gd name="connsiteX4" fmla="*/ 222218 w 228600"/>
              <a:gd name="connsiteY4" fmla="*/ 114681 h 228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8600" h="228600">
                <a:moveTo>
                  <a:pt x="222218" y="114681"/>
                </a:moveTo>
                <a:cubicBezTo>
                  <a:pt x="222218" y="174072"/>
                  <a:pt x="174072" y="222218"/>
                  <a:pt x="114681" y="222218"/>
                </a:cubicBezTo>
                <a:cubicBezTo>
                  <a:pt x="55290" y="222218"/>
                  <a:pt x="7144" y="174072"/>
                  <a:pt x="7144" y="114681"/>
                </a:cubicBezTo>
                <a:cubicBezTo>
                  <a:pt x="7144" y="55290"/>
                  <a:pt x="55290" y="7144"/>
                  <a:pt x="114681" y="7144"/>
                </a:cubicBezTo>
                <a:cubicBezTo>
                  <a:pt x="174072" y="7144"/>
                  <a:pt x="222218" y="55290"/>
                  <a:pt x="222218" y="114681"/>
                </a:cubicBezTo>
                <a:close/>
              </a:path>
            </a:pathLst>
          </a:custGeom>
          <a:solidFill>
            <a:srgbClr val="FFC947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4" name="Freeform: Shape 11">
            <a:extLst>
              <a:ext uri="{FF2B5EF4-FFF2-40B4-BE49-F238E27FC236}">
                <a16:creationId xmlns:a16="http://schemas.microsoft.com/office/drawing/2014/main" id="{56460929-3A65-487B-84D5-7E71FD884D96}"/>
              </a:ext>
            </a:extLst>
          </p:cNvPr>
          <p:cNvSpPr/>
          <p:nvPr/>
        </p:nvSpPr>
        <p:spPr>
          <a:xfrm>
            <a:off x="6631591" y="6217253"/>
            <a:ext cx="228600" cy="228600"/>
          </a:xfrm>
          <a:custGeom>
            <a:avLst/>
            <a:gdLst>
              <a:gd name="connsiteX0" fmla="*/ 222218 w 228600"/>
              <a:gd name="connsiteY0" fmla="*/ 114681 h 228600"/>
              <a:gd name="connsiteX1" fmla="*/ 114681 w 228600"/>
              <a:gd name="connsiteY1" fmla="*/ 222218 h 228600"/>
              <a:gd name="connsiteX2" fmla="*/ 7144 w 228600"/>
              <a:gd name="connsiteY2" fmla="*/ 114681 h 228600"/>
              <a:gd name="connsiteX3" fmla="*/ 114681 w 228600"/>
              <a:gd name="connsiteY3" fmla="*/ 7144 h 228600"/>
              <a:gd name="connsiteX4" fmla="*/ 222218 w 228600"/>
              <a:gd name="connsiteY4" fmla="*/ 114681 h 228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8600" h="228600">
                <a:moveTo>
                  <a:pt x="222218" y="114681"/>
                </a:moveTo>
                <a:cubicBezTo>
                  <a:pt x="222218" y="174072"/>
                  <a:pt x="174072" y="222218"/>
                  <a:pt x="114681" y="222218"/>
                </a:cubicBezTo>
                <a:cubicBezTo>
                  <a:pt x="55290" y="222218"/>
                  <a:pt x="7144" y="174072"/>
                  <a:pt x="7144" y="114681"/>
                </a:cubicBezTo>
                <a:cubicBezTo>
                  <a:pt x="7144" y="55290"/>
                  <a:pt x="55290" y="7144"/>
                  <a:pt x="114681" y="7144"/>
                </a:cubicBezTo>
                <a:cubicBezTo>
                  <a:pt x="174072" y="7144"/>
                  <a:pt x="222218" y="55290"/>
                  <a:pt x="222218" y="114681"/>
                </a:cubicBezTo>
                <a:close/>
              </a:path>
            </a:pathLst>
          </a:custGeom>
          <a:solidFill>
            <a:srgbClr val="FFC947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5" name="Freeform: Shape 12">
            <a:extLst>
              <a:ext uri="{FF2B5EF4-FFF2-40B4-BE49-F238E27FC236}">
                <a16:creationId xmlns:a16="http://schemas.microsoft.com/office/drawing/2014/main" id="{1672EFE3-0E87-45B9-8D56-0F1CA2E22D33}"/>
              </a:ext>
            </a:extLst>
          </p:cNvPr>
          <p:cNvSpPr/>
          <p:nvPr/>
        </p:nvSpPr>
        <p:spPr>
          <a:xfrm>
            <a:off x="11250644" y="6370511"/>
            <a:ext cx="228600" cy="228600"/>
          </a:xfrm>
          <a:custGeom>
            <a:avLst/>
            <a:gdLst>
              <a:gd name="connsiteX0" fmla="*/ 222218 w 228600"/>
              <a:gd name="connsiteY0" fmla="*/ 114681 h 228600"/>
              <a:gd name="connsiteX1" fmla="*/ 114681 w 228600"/>
              <a:gd name="connsiteY1" fmla="*/ 222218 h 228600"/>
              <a:gd name="connsiteX2" fmla="*/ 7143 w 228600"/>
              <a:gd name="connsiteY2" fmla="*/ 114681 h 228600"/>
              <a:gd name="connsiteX3" fmla="*/ 114681 w 228600"/>
              <a:gd name="connsiteY3" fmla="*/ 7144 h 228600"/>
              <a:gd name="connsiteX4" fmla="*/ 222218 w 228600"/>
              <a:gd name="connsiteY4" fmla="*/ 114681 h 228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8600" h="228600">
                <a:moveTo>
                  <a:pt x="222218" y="114681"/>
                </a:moveTo>
                <a:cubicBezTo>
                  <a:pt x="222218" y="174072"/>
                  <a:pt x="174072" y="222218"/>
                  <a:pt x="114681" y="222218"/>
                </a:cubicBezTo>
                <a:cubicBezTo>
                  <a:pt x="55289" y="222218"/>
                  <a:pt x="7143" y="174072"/>
                  <a:pt x="7143" y="114681"/>
                </a:cubicBezTo>
                <a:cubicBezTo>
                  <a:pt x="7143" y="55290"/>
                  <a:pt x="55289" y="7144"/>
                  <a:pt x="114681" y="7144"/>
                </a:cubicBezTo>
                <a:cubicBezTo>
                  <a:pt x="174072" y="7144"/>
                  <a:pt x="222218" y="55290"/>
                  <a:pt x="222218" y="114681"/>
                </a:cubicBezTo>
                <a:close/>
              </a:path>
            </a:pathLst>
          </a:custGeom>
          <a:solidFill>
            <a:srgbClr val="FFC947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6" name="Freeform: Shape 14">
            <a:extLst>
              <a:ext uri="{FF2B5EF4-FFF2-40B4-BE49-F238E27FC236}">
                <a16:creationId xmlns:a16="http://schemas.microsoft.com/office/drawing/2014/main" id="{8E8B03FF-DF8E-49C6-A6EB-9172D8AD0A84}"/>
              </a:ext>
            </a:extLst>
          </p:cNvPr>
          <p:cNvSpPr/>
          <p:nvPr/>
        </p:nvSpPr>
        <p:spPr>
          <a:xfrm>
            <a:off x="1178528" y="2049494"/>
            <a:ext cx="2097558" cy="3657600"/>
          </a:xfrm>
          <a:custGeom>
            <a:avLst/>
            <a:gdLst>
              <a:gd name="connsiteX0" fmla="*/ 1320165 w 1552575"/>
              <a:gd name="connsiteY0" fmla="*/ 3645504 h 3657600"/>
              <a:gd name="connsiteX1" fmla="*/ 241649 w 1552575"/>
              <a:gd name="connsiteY1" fmla="*/ 3645504 h 3657600"/>
              <a:gd name="connsiteX2" fmla="*/ 14288 w 1552575"/>
              <a:gd name="connsiteY2" fmla="*/ 3418142 h 3657600"/>
              <a:gd name="connsiteX3" fmla="*/ 14288 w 1552575"/>
              <a:gd name="connsiteY3" fmla="*/ 241649 h 3657600"/>
              <a:gd name="connsiteX4" fmla="*/ 241649 w 1552575"/>
              <a:gd name="connsiteY4" fmla="*/ 14288 h 3657600"/>
              <a:gd name="connsiteX5" fmla="*/ 1320165 w 1552575"/>
              <a:gd name="connsiteY5" fmla="*/ 14288 h 3657600"/>
              <a:gd name="connsiteX6" fmla="*/ 1547527 w 1552575"/>
              <a:gd name="connsiteY6" fmla="*/ 241649 h 3657600"/>
              <a:gd name="connsiteX7" fmla="*/ 1547527 w 1552575"/>
              <a:gd name="connsiteY7" fmla="*/ 3418047 h 3657600"/>
              <a:gd name="connsiteX8" fmla="*/ 1320165 w 1552575"/>
              <a:gd name="connsiteY8" fmla="*/ 3645504 h 3657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52575" h="3657600">
                <a:moveTo>
                  <a:pt x="1320165" y="3645504"/>
                </a:moveTo>
                <a:lnTo>
                  <a:pt x="241649" y="3645504"/>
                </a:lnTo>
                <a:cubicBezTo>
                  <a:pt x="116110" y="3645504"/>
                  <a:pt x="14288" y="3543681"/>
                  <a:pt x="14288" y="3418142"/>
                </a:cubicBezTo>
                <a:lnTo>
                  <a:pt x="14288" y="241649"/>
                </a:lnTo>
                <a:cubicBezTo>
                  <a:pt x="14288" y="116110"/>
                  <a:pt x="116110" y="14288"/>
                  <a:pt x="241649" y="14288"/>
                </a:cubicBezTo>
                <a:lnTo>
                  <a:pt x="1320165" y="14288"/>
                </a:lnTo>
                <a:cubicBezTo>
                  <a:pt x="1445705" y="14288"/>
                  <a:pt x="1547527" y="116110"/>
                  <a:pt x="1547527" y="241649"/>
                </a:cubicBezTo>
                <a:lnTo>
                  <a:pt x="1547527" y="3418047"/>
                </a:lnTo>
                <a:cubicBezTo>
                  <a:pt x="1547527" y="3543681"/>
                  <a:pt x="1445705" y="3645504"/>
                  <a:pt x="1320165" y="3645504"/>
                </a:cubicBezTo>
                <a:close/>
              </a:path>
            </a:pathLst>
          </a:custGeom>
          <a:noFill/>
          <a:ln w="19050" cap="rnd">
            <a:solidFill>
              <a:srgbClr val="185ADB"/>
            </a:solidFill>
            <a:prstDash val="solid"/>
            <a:round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7" name="Freeform: Shape 15">
            <a:extLst>
              <a:ext uri="{FF2B5EF4-FFF2-40B4-BE49-F238E27FC236}">
                <a16:creationId xmlns:a16="http://schemas.microsoft.com/office/drawing/2014/main" id="{07D5DC7A-7FD1-4211-AD55-A207A4BEC919}"/>
              </a:ext>
            </a:extLst>
          </p:cNvPr>
          <p:cNvSpPr/>
          <p:nvPr/>
        </p:nvSpPr>
        <p:spPr>
          <a:xfrm>
            <a:off x="4037550" y="2049494"/>
            <a:ext cx="1772407" cy="3657600"/>
          </a:xfrm>
          <a:custGeom>
            <a:avLst/>
            <a:gdLst>
              <a:gd name="connsiteX0" fmla="*/ 1320165 w 1552575"/>
              <a:gd name="connsiteY0" fmla="*/ 3645504 h 3657600"/>
              <a:gd name="connsiteX1" fmla="*/ 241649 w 1552575"/>
              <a:gd name="connsiteY1" fmla="*/ 3645504 h 3657600"/>
              <a:gd name="connsiteX2" fmla="*/ 14288 w 1552575"/>
              <a:gd name="connsiteY2" fmla="*/ 3418142 h 3657600"/>
              <a:gd name="connsiteX3" fmla="*/ 14288 w 1552575"/>
              <a:gd name="connsiteY3" fmla="*/ 241649 h 3657600"/>
              <a:gd name="connsiteX4" fmla="*/ 241649 w 1552575"/>
              <a:gd name="connsiteY4" fmla="*/ 14288 h 3657600"/>
              <a:gd name="connsiteX5" fmla="*/ 1320165 w 1552575"/>
              <a:gd name="connsiteY5" fmla="*/ 14288 h 3657600"/>
              <a:gd name="connsiteX6" fmla="*/ 1547527 w 1552575"/>
              <a:gd name="connsiteY6" fmla="*/ 241649 h 3657600"/>
              <a:gd name="connsiteX7" fmla="*/ 1547527 w 1552575"/>
              <a:gd name="connsiteY7" fmla="*/ 3418047 h 3657600"/>
              <a:gd name="connsiteX8" fmla="*/ 1320165 w 1552575"/>
              <a:gd name="connsiteY8" fmla="*/ 3645504 h 3657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52575" h="3657600">
                <a:moveTo>
                  <a:pt x="1320165" y="3645504"/>
                </a:moveTo>
                <a:lnTo>
                  <a:pt x="241649" y="3645504"/>
                </a:lnTo>
                <a:cubicBezTo>
                  <a:pt x="116110" y="3645504"/>
                  <a:pt x="14288" y="3543681"/>
                  <a:pt x="14288" y="3418142"/>
                </a:cubicBezTo>
                <a:lnTo>
                  <a:pt x="14288" y="241649"/>
                </a:lnTo>
                <a:cubicBezTo>
                  <a:pt x="14288" y="116110"/>
                  <a:pt x="116110" y="14288"/>
                  <a:pt x="241649" y="14288"/>
                </a:cubicBezTo>
                <a:lnTo>
                  <a:pt x="1320165" y="14288"/>
                </a:lnTo>
                <a:cubicBezTo>
                  <a:pt x="1445705" y="14288"/>
                  <a:pt x="1547527" y="116110"/>
                  <a:pt x="1547527" y="241649"/>
                </a:cubicBezTo>
                <a:lnTo>
                  <a:pt x="1547527" y="3418047"/>
                </a:lnTo>
                <a:cubicBezTo>
                  <a:pt x="1547527" y="3543681"/>
                  <a:pt x="1445705" y="3645504"/>
                  <a:pt x="1320165" y="3645504"/>
                </a:cubicBezTo>
                <a:close/>
              </a:path>
            </a:pathLst>
          </a:custGeom>
          <a:noFill/>
          <a:ln w="19050" cap="rnd">
            <a:solidFill>
              <a:srgbClr val="0A1931"/>
            </a:solidFill>
            <a:prstDash val="solid"/>
            <a:round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8" name="Freeform: Shape 16">
            <a:extLst>
              <a:ext uri="{FF2B5EF4-FFF2-40B4-BE49-F238E27FC236}">
                <a16:creationId xmlns:a16="http://schemas.microsoft.com/office/drawing/2014/main" id="{76F36684-1F98-4E1E-A8A7-1CFF2D3B1A5E}"/>
              </a:ext>
            </a:extLst>
          </p:cNvPr>
          <p:cNvSpPr/>
          <p:nvPr/>
        </p:nvSpPr>
        <p:spPr>
          <a:xfrm>
            <a:off x="6148192" y="2049494"/>
            <a:ext cx="2306491" cy="3657600"/>
          </a:xfrm>
          <a:custGeom>
            <a:avLst/>
            <a:gdLst>
              <a:gd name="connsiteX0" fmla="*/ 1320165 w 1552575"/>
              <a:gd name="connsiteY0" fmla="*/ 3645504 h 3657600"/>
              <a:gd name="connsiteX1" fmla="*/ 241649 w 1552575"/>
              <a:gd name="connsiteY1" fmla="*/ 3645504 h 3657600"/>
              <a:gd name="connsiteX2" fmla="*/ 14288 w 1552575"/>
              <a:gd name="connsiteY2" fmla="*/ 3418142 h 3657600"/>
              <a:gd name="connsiteX3" fmla="*/ 14288 w 1552575"/>
              <a:gd name="connsiteY3" fmla="*/ 241649 h 3657600"/>
              <a:gd name="connsiteX4" fmla="*/ 241649 w 1552575"/>
              <a:gd name="connsiteY4" fmla="*/ 14288 h 3657600"/>
              <a:gd name="connsiteX5" fmla="*/ 1320165 w 1552575"/>
              <a:gd name="connsiteY5" fmla="*/ 14288 h 3657600"/>
              <a:gd name="connsiteX6" fmla="*/ 1547527 w 1552575"/>
              <a:gd name="connsiteY6" fmla="*/ 241649 h 3657600"/>
              <a:gd name="connsiteX7" fmla="*/ 1547527 w 1552575"/>
              <a:gd name="connsiteY7" fmla="*/ 3418047 h 3657600"/>
              <a:gd name="connsiteX8" fmla="*/ 1320165 w 1552575"/>
              <a:gd name="connsiteY8" fmla="*/ 3645504 h 3657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52575" h="3657600">
                <a:moveTo>
                  <a:pt x="1320165" y="3645504"/>
                </a:moveTo>
                <a:lnTo>
                  <a:pt x="241649" y="3645504"/>
                </a:lnTo>
                <a:cubicBezTo>
                  <a:pt x="116110" y="3645504"/>
                  <a:pt x="14288" y="3543681"/>
                  <a:pt x="14288" y="3418142"/>
                </a:cubicBezTo>
                <a:lnTo>
                  <a:pt x="14288" y="241649"/>
                </a:lnTo>
                <a:cubicBezTo>
                  <a:pt x="14288" y="116110"/>
                  <a:pt x="116110" y="14288"/>
                  <a:pt x="241649" y="14288"/>
                </a:cubicBezTo>
                <a:lnTo>
                  <a:pt x="1320165" y="14288"/>
                </a:lnTo>
                <a:cubicBezTo>
                  <a:pt x="1445704" y="14288"/>
                  <a:pt x="1547527" y="116110"/>
                  <a:pt x="1547527" y="241649"/>
                </a:cubicBezTo>
                <a:lnTo>
                  <a:pt x="1547527" y="3418047"/>
                </a:lnTo>
                <a:cubicBezTo>
                  <a:pt x="1547527" y="3543681"/>
                  <a:pt x="1445704" y="3645504"/>
                  <a:pt x="1320165" y="3645504"/>
                </a:cubicBezTo>
                <a:close/>
              </a:path>
            </a:pathLst>
          </a:custGeom>
          <a:noFill/>
          <a:ln w="19050" cap="rnd">
            <a:solidFill>
              <a:srgbClr val="FFC947"/>
            </a:solidFill>
            <a:prstDash val="solid"/>
            <a:round/>
          </a:ln>
        </p:spPr>
        <p:txBody>
          <a:bodyPr rtlCol="0" anchor="ctr"/>
          <a:lstStyle/>
          <a:p>
            <a:endParaRPr lang="en-US"/>
          </a:p>
        </p:txBody>
      </p:sp>
      <p:grpSp>
        <p:nvGrpSpPr>
          <p:cNvPr id="52" name="Group 44">
            <a:extLst>
              <a:ext uri="{FF2B5EF4-FFF2-40B4-BE49-F238E27FC236}">
                <a16:creationId xmlns:a16="http://schemas.microsoft.com/office/drawing/2014/main" id="{2F345A39-B59D-495F-87A2-C7D10E91BCD0}"/>
              </a:ext>
            </a:extLst>
          </p:cNvPr>
          <p:cNvGrpSpPr/>
          <p:nvPr/>
        </p:nvGrpSpPr>
        <p:grpSpPr>
          <a:xfrm>
            <a:off x="1166891" y="2910630"/>
            <a:ext cx="2075512" cy="2339102"/>
            <a:chOff x="1176913" y="4313981"/>
            <a:chExt cx="1554190" cy="2339102"/>
          </a:xfrm>
        </p:grpSpPr>
        <p:sp>
          <p:nvSpPr>
            <p:cNvPr id="53" name="TextBox 1">
              <a:extLst>
                <a:ext uri="{FF2B5EF4-FFF2-40B4-BE49-F238E27FC236}">
                  <a16:creationId xmlns:a16="http://schemas.microsoft.com/office/drawing/2014/main" id="{9B2A314E-0AA8-49A7-AA7D-45730114BD0C}"/>
                </a:ext>
              </a:extLst>
            </p:cNvPr>
            <p:cNvSpPr txBox="1"/>
            <p:nvPr/>
          </p:nvSpPr>
          <p:spPr>
            <a:xfrm>
              <a:off x="1885647" y="4313981"/>
              <a:ext cx="13833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endParaRPr lang="en-US" sz="1400" dirty="0">
                <a:solidFill>
                  <a:schemeClr val="accent2"/>
                </a:solidFill>
              </a:endParaRPr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5A821B21-E09A-4FA0-99FB-21821B930DC4}"/>
                </a:ext>
              </a:extLst>
            </p:cNvPr>
            <p:cNvSpPr/>
            <p:nvPr/>
          </p:nvSpPr>
          <p:spPr>
            <a:xfrm>
              <a:off x="1176913" y="4621758"/>
              <a:ext cx="1554190" cy="203132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fr-CM" dirty="0" smtClean="0"/>
                <a:t>Framework </a:t>
              </a:r>
              <a:r>
                <a:rPr lang="fr-CM" dirty="0"/>
                <a:t>web Python pour développer des applications web sécurisées et évolutives rapidement.</a:t>
              </a:r>
              <a:endParaRPr lang="en-US" sz="1600" b="1" dirty="0">
                <a:solidFill>
                  <a:schemeClr val="bg2">
                    <a:lumMod val="75000"/>
                  </a:schemeClr>
                </a:solidFill>
              </a:endParaRPr>
            </a:p>
          </p:txBody>
        </p:sp>
      </p:grpSp>
      <p:sp>
        <p:nvSpPr>
          <p:cNvPr id="57" name="Rectangle 56">
            <a:extLst>
              <a:ext uri="{FF2B5EF4-FFF2-40B4-BE49-F238E27FC236}">
                <a16:creationId xmlns:a16="http://schemas.microsoft.com/office/drawing/2014/main" id="{6288F451-AD38-4A6C-9CCA-32EBFA160AE2}"/>
              </a:ext>
            </a:extLst>
          </p:cNvPr>
          <p:cNvSpPr/>
          <p:nvPr/>
        </p:nvSpPr>
        <p:spPr>
          <a:xfrm>
            <a:off x="6192946" y="3103546"/>
            <a:ext cx="2308106" cy="25443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CM" dirty="0"/>
              <a:t>Langage de programmation polyvalent utilisé pour le développement web, l'automatisation, la data science, et l'intelligence artificielle.</a:t>
            </a:r>
            <a:endParaRPr lang="en-US" sz="1600" b="1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95603608-C33E-4EF4-9706-34825DB56DB8}"/>
              </a:ext>
            </a:extLst>
          </p:cNvPr>
          <p:cNvSpPr/>
          <p:nvPr/>
        </p:nvSpPr>
        <p:spPr>
          <a:xfrm>
            <a:off x="4080689" y="3089396"/>
            <a:ext cx="1729268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 </a:t>
            </a:r>
            <a:r>
              <a:rPr lang="fr-CM" dirty="0"/>
              <a:t>logiciel propriétaire qui permet aux utilisateurs de passer des appels téléphoniques ou vidéo via Internet,</a:t>
            </a:r>
            <a:endParaRPr lang="en-US" sz="1600" b="1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70" name="Rectangle à coins arrondis 69"/>
          <p:cNvSpPr/>
          <p:nvPr/>
        </p:nvSpPr>
        <p:spPr>
          <a:xfrm>
            <a:off x="11458575" y="6297561"/>
            <a:ext cx="733425" cy="560438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18</a:t>
            </a:r>
            <a:endParaRPr lang="fr-FR" sz="24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39" name="Image 38"/>
          <p:cNvPicPr/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6190" y="2494222"/>
            <a:ext cx="1217010" cy="329391"/>
          </a:xfrm>
          <a:prstGeom prst="rect">
            <a:avLst/>
          </a:prstGeom>
          <a:noFill/>
          <a:ln>
            <a:noFill/>
          </a:ln>
        </p:spPr>
      </p:pic>
      <p:pic>
        <p:nvPicPr>
          <p:cNvPr id="41" name="Image 40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13989" y="2316154"/>
            <a:ext cx="774896" cy="55446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angle 1"/>
          <p:cNvSpPr/>
          <p:nvPr/>
        </p:nvSpPr>
        <p:spPr>
          <a:xfrm>
            <a:off x="663337" y="1199948"/>
            <a:ext cx="383251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CM" b="1" dirty="0"/>
              <a:t>BACK-END TECHNOLOGIES</a:t>
            </a:r>
            <a:endParaRPr lang="fr-FR" b="1" dirty="0"/>
          </a:p>
          <a:p>
            <a:r>
              <a:rPr lang="fr-FR" dirty="0" smtClean="0"/>
              <a:t> </a:t>
            </a:r>
            <a:endParaRPr lang="fr-FR" dirty="0"/>
          </a:p>
        </p:txBody>
      </p:sp>
      <p:pic>
        <p:nvPicPr>
          <p:cNvPr id="35" name="Image 34"/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78346" y="2364508"/>
            <a:ext cx="1158875" cy="459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150686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" grpId="0" animBg="1"/>
      <p:bldP spid="75" grpId="0" animBg="1"/>
      <p:bldP spid="76" grpId="0" animBg="1"/>
      <p:bldP spid="77" grpId="0" animBg="1"/>
      <p:bldP spid="78" grpId="0" animBg="1"/>
      <p:bldP spid="79" grpId="0" animBg="1"/>
      <p:bldP spid="80" grpId="0" animBg="1"/>
      <p:bldP spid="81" grpId="0" animBg="1"/>
      <p:bldP spid="82" grpId="0" animBg="1"/>
      <p:bldP spid="83" grpId="0" animBg="1"/>
      <p:bldP spid="84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21024">
              <a:schemeClr val="bg1"/>
            </a:gs>
            <a:gs pos="53000">
              <a:schemeClr val="bg1"/>
            </a:gs>
            <a:gs pos="0">
              <a:srgbClr val="368E79">
                <a:tint val="66000"/>
                <a:satMod val="160000"/>
              </a:srgbClr>
            </a:gs>
            <a:gs pos="67000">
              <a:srgbClr val="00B0F0"/>
            </a:gs>
          </a:gsLst>
          <a:path path="circle">
            <a:fillToRect l="100000" t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e 5">
            <a:extLst>
              <a:ext uri="{FF2B5EF4-FFF2-40B4-BE49-F238E27FC236}">
                <a16:creationId xmlns:a16="http://schemas.microsoft.com/office/drawing/2014/main" id="{95504EEF-9FFF-4C9F-9F16-51EAA47DED1B}"/>
              </a:ext>
            </a:extLst>
          </p:cNvPr>
          <p:cNvGrpSpPr/>
          <p:nvPr/>
        </p:nvGrpSpPr>
        <p:grpSpPr>
          <a:xfrm>
            <a:off x="641007" y="187569"/>
            <a:ext cx="11048999" cy="1263479"/>
            <a:chOff x="413054" y="135497"/>
            <a:chExt cx="12894425" cy="1276313"/>
          </a:xfrm>
          <a:solidFill>
            <a:srgbClr val="00B050"/>
          </a:solidFill>
        </p:grpSpPr>
        <p:sp>
          <p:nvSpPr>
            <p:cNvPr id="7" name="Signalisation droite 5">
              <a:extLst>
                <a:ext uri="{FF2B5EF4-FFF2-40B4-BE49-F238E27FC236}">
                  <a16:creationId xmlns:a16="http://schemas.microsoft.com/office/drawing/2014/main" id="{BE092505-8B09-B74D-AB5D-F737400CEEDB}"/>
                </a:ext>
              </a:extLst>
            </p:cNvPr>
            <p:cNvSpPr/>
            <p:nvPr/>
          </p:nvSpPr>
          <p:spPr>
            <a:xfrm>
              <a:off x="1675627" y="135497"/>
              <a:ext cx="11631852" cy="947184"/>
            </a:xfrm>
            <a:prstGeom prst="homePlate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pPr algn="ctr"/>
              <a:r>
                <a:rPr lang="fr-FR" sz="4000" b="1" dirty="0" smtClean="0">
                  <a:solidFill>
                    <a:prstClr val="white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 DEMONSTRATION</a:t>
              </a:r>
              <a:endParaRPr lang="fr-FR" sz="4000" b="1" dirty="0">
                <a:solidFill>
                  <a:prstClr val="white"/>
                </a:solidFill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8" name="Larme 7">
              <a:extLst>
                <a:ext uri="{FF2B5EF4-FFF2-40B4-BE49-F238E27FC236}">
                  <a16:creationId xmlns:a16="http://schemas.microsoft.com/office/drawing/2014/main" id="{D9D66D36-2DC1-4453-91F8-DFC07EE7998C}"/>
                </a:ext>
              </a:extLst>
            </p:cNvPr>
            <p:cNvSpPr/>
            <p:nvPr/>
          </p:nvSpPr>
          <p:spPr>
            <a:xfrm>
              <a:off x="413054" y="184082"/>
              <a:ext cx="1262573" cy="1227728"/>
            </a:xfrm>
            <a:prstGeom prst="teardrop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CM" sz="5400" b="1" dirty="0">
                  <a:solidFill>
                    <a:prstClr val="white"/>
                  </a:solidFill>
                </a:rPr>
                <a:t>6</a:t>
              </a:r>
            </a:p>
          </p:txBody>
        </p:sp>
      </p:grpSp>
      <p:sp>
        <p:nvSpPr>
          <p:cNvPr id="9" name="Rectangle à coins arrondis 8"/>
          <p:cNvSpPr/>
          <p:nvPr/>
        </p:nvSpPr>
        <p:spPr>
          <a:xfrm>
            <a:off x="11458575" y="6297561"/>
            <a:ext cx="733425" cy="560438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19</a:t>
            </a:r>
            <a:endParaRPr lang="fr-FR" sz="24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2" name="Image 1"/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1414" y="3235568"/>
            <a:ext cx="3908660" cy="2159901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0" name="Imag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59658" y="1305242"/>
            <a:ext cx="5152571" cy="5552758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3108744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21024">
              <a:schemeClr val="bg1"/>
            </a:gs>
            <a:gs pos="53000">
              <a:schemeClr val="bg1"/>
            </a:gs>
            <a:gs pos="0">
              <a:srgbClr val="368E79">
                <a:tint val="66000"/>
                <a:satMod val="160000"/>
              </a:srgbClr>
            </a:gs>
            <a:gs pos="67000">
              <a:srgbClr val="00B0F0"/>
            </a:gs>
          </a:gsLst>
          <a:path path="circle">
            <a:fillToRect l="100000" t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2704E14A-E2A4-864D-AA5F-31200300C4DB}"/>
              </a:ext>
            </a:extLst>
          </p:cNvPr>
          <p:cNvSpPr txBox="1"/>
          <p:nvPr/>
        </p:nvSpPr>
        <p:spPr>
          <a:xfrm>
            <a:off x="1839119" y="1372557"/>
            <a:ext cx="98644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Font typeface="+mj-lt"/>
              <a:buAutoNum type="arabicPeriod"/>
            </a:pPr>
            <a:endParaRPr lang="fr-FR" sz="2400" b="1" dirty="0"/>
          </a:p>
        </p:txBody>
      </p:sp>
      <p:grpSp>
        <p:nvGrpSpPr>
          <p:cNvPr id="15" name="Groupe 14">
            <a:extLst>
              <a:ext uri="{FF2B5EF4-FFF2-40B4-BE49-F238E27FC236}">
                <a16:creationId xmlns:a16="http://schemas.microsoft.com/office/drawing/2014/main" id="{95504EEF-9FFF-4C9F-9F16-51EAA47DED1B}"/>
              </a:ext>
            </a:extLst>
          </p:cNvPr>
          <p:cNvGrpSpPr/>
          <p:nvPr/>
        </p:nvGrpSpPr>
        <p:grpSpPr>
          <a:xfrm>
            <a:off x="2174163" y="90637"/>
            <a:ext cx="9068890" cy="1011932"/>
            <a:chOff x="1268656" y="95679"/>
            <a:chExt cx="10014026" cy="1011932"/>
          </a:xfrm>
          <a:gradFill flip="none" rotWithShape="1">
            <a:gsLst>
              <a:gs pos="39000">
                <a:srgbClr val="209890"/>
              </a:gs>
              <a:gs pos="100000">
                <a:srgbClr val="368E79">
                  <a:tint val="23500"/>
                  <a:satMod val="160000"/>
                </a:srgbClr>
              </a:gs>
            </a:gsLst>
            <a:lin ang="5400000" scaled="1"/>
            <a:tileRect/>
          </a:gradFill>
        </p:grpSpPr>
        <p:sp>
          <p:nvSpPr>
            <p:cNvPr id="17" name="Signalisation droite 5">
              <a:extLst>
                <a:ext uri="{FF2B5EF4-FFF2-40B4-BE49-F238E27FC236}">
                  <a16:creationId xmlns:a16="http://schemas.microsoft.com/office/drawing/2014/main" id="{BE092505-8B09-B74D-AB5D-F737400CEEDB}"/>
                </a:ext>
              </a:extLst>
            </p:cNvPr>
            <p:cNvSpPr/>
            <p:nvPr/>
          </p:nvSpPr>
          <p:spPr>
            <a:xfrm>
              <a:off x="2555380" y="184086"/>
              <a:ext cx="8727302" cy="923525"/>
            </a:xfrm>
            <a:prstGeom prst="homePlate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pPr algn="ctr"/>
              <a:r>
                <a:rPr lang="fr-FR" sz="4000" b="1" dirty="0">
                  <a:latin typeface="Cambria" panose="02040503050406030204" pitchFamily="18" charset="0"/>
                  <a:ea typeface="Cambria" panose="02040503050406030204" pitchFamily="18" charset="0"/>
                </a:rPr>
                <a:t>CONCLUSION </a:t>
              </a:r>
              <a:r>
                <a:rPr lang="fr-FR" sz="4000" b="1" dirty="0" smtClean="0">
                  <a:latin typeface="Cambria" panose="02040503050406030204" pitchFamily="18" charset="0"/>
                  <a:ea typeface="Cambria" panose="02040503050406030204" pitchFamily="18" charset="0"/>
                </a:rPr>
                <a:t>ET PERSPECTIVES </a:t>
              </a:r>
              <a:endParaRPr lang="fr-FR" sz="4000" b="1" dirty="0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18" name="Larme 17">
              <a:extLst>
                <a:ext uri="{FF2B5EF4-FFF2-40B4-BE49-F238E27FC236}">
                  <a16:creationId xmlns:a16="http://schemas.microsoft.com/office/drawing/2014/main" id="{D9D66D36-2DC1-4453-91F8-DFC07EE7998C}"/>
                </a:ext>
              </a:extLst>
            </p:cNvPr>
            <p:cNvSpPr/>
            <p:nvPr/>
          </p:nvSpPr>
          <p:spPr>
            <a:xfrm>
              <a:off x="1268656" y="95679"/>
              <a:ext cx="1262573" cy="923527"/>
            </a:xfrm>
            <a:prstGeom prst="teardrop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CM" sz="5400" b="1" dirty="0"/>
                <a:t>7</a:t>
              </a:r>
            </a:p>
          </p:txBody>
        </p:sp>
      </p:grpSp>
      <p:sp>
        <p:nvSpPr>
          <p:cNvPr id="9" name="Rectangle à coins arrondis 8"/>
          <p:cNvSpPr/>
          <p:nvPr/>
        </p:nvSpPr>
        <p:spPr>
          <a:xfrm>
            <a:off x="11451372" y="6297562"/>
            <a:ext cx="733425" cy="560438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20</a:t>
            </a:r>
            <a:endParaRPr lang="fr-FR" sz="24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443" y="1053980"/>
            <a:ext cx="2938684" cy="575552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graphicFrame>
        <p:nvGraphicFramePr>
          <p:cNvPr id="10" name="Diagramme 9"/>
          <p:cNvGraphicFramePr/>
          <p:nvPr>
            <p:extLst>
              <p:ext uri="{D42A27DB-BD31-4B8C-83A1-F6EECF244321}">
                <p14:modId xmlns:p14="http://schemas.microsoft.com/office/powerpoint/2010/main" val="3584868119"/>
              </p:ext>
            </p:extLst>
          </p:nvPr>
        </p:nvGraphicFramePr>
        <p:xfrm>
          <a:off x="3131126" y="1292926"/>
          <a:ext cx="8320245" cy="546809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69559787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10" grpId="0">
        <p:bldAsOne/>
      </p:bldGraphic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21024">
              <a:schemeClr val="bg1"/>
            </a:gs>
            <a:gs pos="68000">
              <a:schemeClr val="bg1"/>
            </a:gs>
            <a:gs pos="0">
              <a:srgbClr val="368E79">
                <a:tint val="66000"/>
                <a:satMod val="160000"/>
              </a:srgbClr>
            </a:gs>
            <a:gs pos="95000">
              <a:srgbClr val="00B0F0"/>
            </a:gs>
          </a:gsLst>
          <a:path path="circle">
            <a:fillToRect l="100000" t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e 18"/>
          <p:cNvGrpSpPr/>
          <p:nvPr/>
        </p:nvGrpSpPr>
        <p:grpSpPr>
          <a:xfrm>
            <a:off x="10658" y="1263509"/>
            <a:ext cx="11814629" cy="5108874"/>
            <a:chOff x="0" y="1166368"/>
            <a:chExt cx="11034310" cy="5108874"/>
          </a:xfrm>
        </p:grpSpPr>
        <p:grpSp>
          <p:nvGrpSpPr>
            <p:cNvPr id="2" name="Groupe 1">
              <a:extLst>
                <a:ext uri="{FF2B5EF4-FFF2-40B4-BE49-F238E27FC236}">
                  <a16:creationId xmlns:a16="http://schemas.microsoft.com/office/drawing/2014/main" id="{210FCF71-D285-4E37-BC21-AFEA53110DA1}"/>
                </a:ext>
              </a:extLst>
            </p:cNvPr>
            <p:cNvGrpSpPr/>
            <p:nvPr/>
          </p:nvGrpSpPr>
          <p:grpSpPr>
            <a:xfrm>
              <a:off x="0" y="1166368"/>
              <a:ext cx="11034310" cy="5108874"/>
              <a:chOff x="1689119" y="1956891"/>
              <a:chExt cx="11034310" cy="5108874"/>
            </a:xfrm>
          </p:grpSpPr>
          <p:sp>
            <p:nvSpPr>
              <p:cNvPr id="3" name="Arc 2">
                <a:extLst>
                  <a:ext uri="{FF2B5EF4-FFF2-40B4-BE49-F238E27FC236}">
                    <a16:creationId xmlns:a16="http://schemas.microsoft.com/office/drawing/2014/main" id="{6058C832-C791-427E-A3A3-8C7AFAEF1C1C}"/>
                  </a:ext>
                </a:extLst>
              </p:cNvPr>
              <p:cNvSpPr/>
              <p:nvPr/>
            </p:nvSpPr>
            <p:spPr>
              <a:xfrm rot="1589589">
                <a:off x="1689119" y="1956891"/>
                <a:ext cx="3805220" cy="5108874"/>
              </a:xfrm>
              <a:prstGeom prst="arc">
                <a:avLst>
                  <a:gd name="adj1" fmla="val 16200000"/>
                  <a:gd name="adj2" fmla="val 1268457"/>
                </a:avLst>
              </a:prstGeom>
              <a:ln>
                <a:solidFill>
                  <a:srgbClr val="289C94"/>
                </a:solidFill>
              </a:ln>
            </p:spPr>
            <p:style>
              <a:lnRef idx="3">
                <a:schemeClr val="accent5"/>
              </a:lnRef>
              <a:fillRef idx="0">
                <a:schemeClr val="accent5"/>
              </a:fillRef>
              <a:effectRef idx="2">
                <a:schemeClr val="accent5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grpSp>
            <p:nvGrpSpPr>
              <p:cNvPr id="4" name="Groupe 3">
                <a:extLst>
                  <a:ext uri="{FF2B5EF4-FFF2-40B4-BE49-F238E27FC236}">
                    <a16:creationId xmlns:a16="http://schemas.microsoft.com/office/drawing/2014/main" id="{D38B505D-B7B7-4681-AF0F-195B6AA09FAF}"/>
                  </a:ext>
                </a:extLst>
              </p:cNvPr>
              <p:cNvGrpSpPr/>
              <p:nvPr/>
            </p:nvGrpSpPr>
            <p:grpSpPr>
              <a:xfrm>
                <a:off x="4631319" y="2019892"/>
                <a:ext cx="387414" cy="386085"/>
                <a:chOff x="1646244" y="1665396"/>
                <a:chExt cx="387414" cy="386085"/>
              </a:xfrm>
            </p:grpSpPr>
            <p:sp>
              <p:nvSpPr>
                <p:cNvPr id="13" name="Organigramme : Connecteur 12">
                  <a:extLst>
                    <a:ext uri="{FF2B5EF4-FFF2-40B4-BE49-F238E27FC236}">
                      <a16:creationId xmlns:a16="http://schemas.microsoft.com/office/drawing/2014/main" id="{E83133CC-0E8A-40E9-B522-9618EF811678}"/>
                    </a:ext>
                  </a:extLst>
                </p:cNvPr>
                <p:cNvSpPr/>
                <p:nvPr/>
              </p:nvSpPr>
              <p:spPr>
                <a:xfrm>
                  <a:off x="1646244" y="1665396"/>
                  <a:ext cx="387414" cy="386085"/>
                </a:xfrm>
                <a:prstGeom prst="flowChartConnector">
                  <a:avLst/>
                </a:prstGeom>
                <a:solidFill>
                  <a:srgbClr val="00B0F0"/>
                </a:solidFill>
                <a:ln>
                  <a:solidFill>
                    <a:srgbClr val="0070C0"/>
                  </a:solidFill>
                </a:ln>
                <a:effectLst>
                  <a:reflection blurRad="6350" stA="52000" endA="300" endPos="35000" dir="5400000" sy="-100000" algn="bl" rotWithShape="0"/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 sz="2800" b="1" dirty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4" name="Organigramme : Connecteur 13">
                  <a:extLst>
                    <a:ext uri="{FF2B5EF4-FFF2-40B4-BE49-F238E27FC236}">
                      <a16:creationId xmlns:a16="http://schemas.microsoft.com/office/drawing/2014/main" id="{0FAB87E5-82BE-42D1-9DC3-5A2971184848}"/>
                    </a:ext>
                  </a:extLst>
                </p:cNvPr>
                <p:cNvSpPr/>
                <p:nvPr/>
              </p:nvSpPr>
              <p:spPr>
                <a:xfrm>
                  <a:off x="1810100" y="1814884"/>
                  <a:ext cx="130629" cy="150572"/>
                </a:xfrm>
                <a:prstGeom prst="flowChartConnector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5" name="Groupe 4">
                <a:extLst>
                  <a:ext uri="{FF2B5EF4-FFF2-40B4-BE49-F238E27FC236}">
                    <a16:creationId xmlns:a16="http://schemas.microsoft.com/office/drawing/2014/main" id="{CC3B80B4-8E80-4F7A-BA8C-1EC89C696395}"/>
                  </a:ext>
                </a:extLst>
              </p:cNvPr>
              <p:cNvGrpSpPr/>
              <p:nvPr/>
            </p:nvGrpSpPr>
            <p:grpSpPr>
              <a:xfrm>
                <a:off x="5283048" y="3627566"/>
                <a:ext cx="7440381" cy="1420181"/>
                <a:chOff x="1376617" y="3693925"/>
                <a:chExt cx="7440381" cy="1420181"/>
              </a:xfrm>
            </p:grpSpPr>
            <p:sp>
              <p:nvSpPr>
                <p:cNvPr id="9" name="Rectangle 8">
                  <a:extLst>
                    <a:ext uri="{FF2B5EF4-FFF2-40B4-BE49-F238E27FC236}">
                      <a16:creationId xmlns:a16="http://schemas.microsoft.com/office/drawing/2014/main" id="{52BEAED6-62CE-4008-AE5E-0CAD42051DFF}"/>
                    </a:ext>
                  </a:extLst>
                </p:cNvPr>
                <p:cNvSpPr/>
                <p:nvPr/>
              </p:nvSpPr>
              <p:spPr>
                <a:xfrm>
                  <a:off x="2068418" y="3693925"/>
                  <a:ext cx="6748580" cy="884323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lvl="0"/>
                  <a:endParaRPr lang="fr-FR" sz="2400" dirty="0"/>
                </a:p>
              </p:txBody>
            </p:sp>
            <p:grpSp>
              <p:nvGrpSpPr>
                <p:cNvPr id="10" name="Groupe 9">
                  <a:extLst>
                    <a:ext uri="{FF2B5EF4-FFF2-40B4-BE49-F238E27FC236}">
                      <a16:creationId xmlns:a16="http://schemas.microsoft.com/office/drawing/2014/main" id="{91B46995-7791-43D4-A3E3-2905F94791D6}"/>
                    </a:ext>
                  </a:extLst>
                </p:cNvPr>
                <p:cNvGrpSpPr/>
                <p:nvPr/>
              </p:nvGrpSpPr>
              <p:grpSpPr>
                <a:xfrm>
                  <a:off x="1376617" y="4750530"/>
                  <a:ext cx="387414" cy="363576"/>
                  <a:chOff x="1573876" y="3108882"/>
                  <a:chExt cx="387414" cy="363576"/>
                </a:xfrm>
              </p:grpSpPr>
              <p:sp>
                <p:nvSpPr>
                  <p:cNvPr id="11" name="Organigramme : Connecteur 10">
                    <a:extLst>
                      <a:ext uri="{FF2B5EF4-FFF2-40B4-BE49-F238E27FC236}">
                        <a16:creationId xmlns:a16="http://schemas.microsoft.com/office/drawing/2014/main" id="{EF69D5D4-EC75-46C8-AD7C-5D7BD69E4681}"/>
                      </a:ext>
                    </a:extLst>
                  </p:cNvPr>
                  <p:cNvSpPr/>
                  <p:nvPr/>
                </p:nvSpPr>
                <p:spPr>
                  <a:xfrm>
                    <a:off x="1573876" y="3108882"/>
                    <a:ext cx="387414" cy="363576"/>
                  </a:xfrm>
                  <a:prstGeom prst="flowChartConnector">
                    <a:avLst/>
                  </a:prstGeom>
                  <a:solidFill>
                    <a:srgbClr val="00B0F0"/>
                  </a:solidFill>
                  <a:ln>
                    <a:solidFill>
                      <a:srgbClr val="0070C0"/>
                    </a:solidFill>
                  </a:ln>
                  <a:effectLst>
                    <a:reflection blurRad="6350" stA="52000" endA="300" endPos="35000" dir="5400000" sy="-100000" algn="bl" rotWithShape="0"/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 sz="2800" b="1" dirty="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2" name="Organigramme : Connecteur 11">
                    <a:extLst>
                      <a:ext uri="{FF2B5EF4-FFF2-40B4-BE49-F238E27FC236}">
                        <a16:creationId xmlns:a16="http://schemas.microsoft.com/office/drawing/2014/main" id="{BFC445D6-6D1B-4B09-AAE0-415AD92B45FE}"/>
                      </a:ext>
                    </a:extLst>
                  </p:cNvPr>
                  <p:cNvSpPr/>
                  <p:nvPr/>
                </p:nvSpPr>
                <p:spPr>
                  <a:xfrm>
                    <a:off x="1683330" y="3192521"/>
                    <a:ext cx="200177" cy="196298"/>
                  </a:xfrm>
                  <a:prstGeom prst="flowChartConnector">
                    <a:avLst/>
                  </a:prstGeom>
                  <a:solidFill>
                    <a:schemeClr val="tx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 dirty="0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grpSp>
            <p:nvGrpSpPr>
              <p:cNvPr id="6" name="Groupe 5">
                <a:extLst>
                  <a:ext uri="{FF2B5EF4-FFF2-40B4-BE49-F238E27FC236}">
                    <a16:creationId xmlns:a16="http://schemas.microsoft.com/office/drawing/2014/main" id="{B3D2721D-B241-4181-89E0-5F9CFCAED2FF}"/>
                  </a:ext>
                </a:extLst>
              </p:cNvPr>
              <p:cNvGrpSpPr/>
              <p:nvPr/>
            </p:nvGrpSpPr>
            <p:grpSpPr>
              <a:xfrm>
                <a:off x="4890683" y="5680879"/>
                <a:ext cx="387414" cy="386085"/>
                <a:chOff x="1233687" y="2708668"/>
                <a:chExt cx="387414" cy="386085"/>
              </a:xfrm>
            </p:grpSpPr>
            <p:sp>
              <p:nvSpPr>
                <p:cNvPr id="7" name="Organigramme : Connecteur 6">
                  <a:extLst>
                    <a:ext uri="{FF2B5EF4-FFF2-40B4-BE49-F238E27FC236}">
                      <a16:creationId xmlns:a16="http://schemas.microsoft.com/office/drawing/2014/main" id="{9487FF60-E95B-4965-8850-7C6EDA8E6056}"/>
                    </a:ext>
                  </a:extLst>
                </p:cNvPr>
                <p:cNvSpPr/>
                <p:nvPr/>
              </p:nvSpPr>
              <p:spPr>
                <a:xfrm>
                  <a:off x="1233687" y="2708668"/>
                  <a:ext cx="387414" cy="386085"/>
                </a:xfrm>
                <a:prstGeom prst="flowChartConnector">
                  <a:avLst/>
                </a:prstGeom>
                <a:solidFill>
                  <a:srgbClr val="00B0F0"/>
                </a:solidFill>
                <a:ln>
                  <a:solidFill>
                    <a:srgbClr val="0070C0"/>
                  </a:solidFill>
                </a:ln>
                <a:effectLst>
                  <a:reflection blurRad="6350" stA="52000" endA="300" endPos="35000" dir="5400000" sy="-100000" algn="bl" rotWithShape="0"/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 sz="2800" b="1" dirty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8" name="Organigramme : Connecteur 7">
                  <a:extLst>
                    <a:ext uri="{FF2B5EF4-FFF2-40B4-BE49-F238E27FC236}">
                      <a16:creationId xmlns:a16="http://schemas.microsoft.com/office/drawing/2014/main" id="{49BFF628-750D-4BF7-BE9E-409ACB29CF34}"/>
                    </a:ext>
                  </a:extLst>
                </p:cNvPr>
                <p:cNvSpPr/>
                <p:nvPr/>
              </p:nvSpPr>
              <p:spPr>
                <a:xfrm>
                  <a:off x="1340951" y="2869811"/>
                  <a:ext cx="193839" cy="145283"/>
                </a:xfrm>
                <a:prstGeom prst="flowChartConnector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>
                    <a:solidFill>
                      <a:schemeClr val="tx1"/>
                    </a:solidFill>
                  </a:endParaRPr>
                </a:p>
              </p:txBody>
            </p:sp>
          </p:grpSp>
        </p:grpSp>
        <p:pic>
          <p:nvPicPr>
            <p:cNvPr id="15" name="Image 14">
              <a:extLst>
                <a:ext uri="{FF2B5EF4-FFF2-40B4-BE49-F238E27FC236}">
                  <a16:creationId xmlns:a16="http://schemas.microsoft.com/office/drawing/2014/main" id="{75C230DD-4953-421B-BF21-C885FCD0457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4129" y="1333132"/>
              <a:ext cx="1956117" cy="4471008"/>
            </a:xfrm>
            <a:prstGeom prst="rect">
              <a:avLst/>
            </a:prstGeom>
          </p:spPr>
        </p:pic>
      </p:grpSp>
      <p:sp>
        <p:nvSpPr>
          <p:cNvPr id="16" name="Flèche droite à entaille 15"/>
          <p:cNvSpPr/>
          <p:nvPr/>
        </p:nvSpPr>
        <p:spPr>
          <a:xfrm>
            <a:off x="4752728" y="0"/>
            <a:ext cx="6395505" cy="1893085"/>
          </a:xfrm>
          <a:prstGeom prst="notchedRightArrow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fr-FR" dirty="0"/>
              <a:t>Automatisation de la feuille de suivi et de la feuille d'identification afin qu'elles puissent être générées et utilisées au format Word et consultées par le médecin </a:t>
            </a:r>
          </a:p>
        </p:txBody>
      </p:sp>
      <p:sp>
        <p:nvSpPr>
          <p:cNvPr id="18" name="ZoneTexte 17"/>
          <p:cNvSpPr txBox="1"/>
          <p:nvPr/>
        </p:nvSpPr>
        <p:spPr>
          <a:xfrm>
            <a:off x="88094" y="217069"/>
            <a:ext cx="4432540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fr-FR" sz="4400" b="1" i="1" dirty="0" smtClean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PERSPECTIVES</a:t>
            </a:r>
            <a:endParaRPr lang="fr-FR" sz="4400" b="1" i="1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fr-FR" dirty="0">
              <a:solidFill>
                <a:srgbClr val="00B0F0"/>
              </a:solidFill>
            </a:endParaRPr>
          </a:p>
        </p:txBody>
      </p:sp>
      <p:sp>
        <p:nvSpPr>
          <p:cNvPr id="20" name="Flèche droite à entaille 19"/>
          <p:cNvSpPr/>
          <p:nvPr/>
        </p:nvSpPr>
        <p:spPr>
          <a:xfrm>
            <a:off x="4676096" y="1850450"/>
            <a:ext cx="6395505" cy="1764466"/>
          </a:xfrm>
          <a:prstGeom prst="notchedRightArrow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L’intégration de l'API d'appel pour permettre la communication vocale directe entre les membres du personnel médical  </a:t>
            </a:r>
            <a:endParaRPr lang="fr-FR" sz="2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1" name="Flèche droite à entaille 20"/>
          <p:cNvSpPr/>
          <p:nvPr/>
        </p:nvSpPr>
        <p:spPr>
          <a:xfrm>
            <a:off x="4752728" y="3614916"/>
            <a:ext cx="6587311" cy="1533724"/>
          </a:xfrm>
          <a:prstGeom prst="notchedRightArrow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Amélioration du module de chat pour le rendre pleinement opérationnel et offrir une meilleure expérience utilisateur  </a:t>
            </a:r>
            <a:endParaRPr lang="fr-FR" sz="2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5" name="Rectangle à coins arrondis 24"/>
          <p:cNvSpPr/>
          <p:nvPr/>
        </p:nvSpPr>
        <p:spPr>
          <a:xfrm>
            <a:off x="11458575" y="6297561"/>
            <a:ext cx="733425" cy="560438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21</a:t>
            </a:r>
            <a:endParaRPr lang="fr-FR" sz="24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17" name="Image 16"/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5882" y="4938960"/>
            <a:ext cx="2967135" cy="1980765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23" name="Flèche droite à entaille 22"/>
          <p:cNvSpPr/>
          <p:nvPr/>
        </p:nvSpPr>
        <p:spPr>
          <a:xfrm>
            <a:off x="4398987" y="5062420"/>
            <a:ext cx="6395505" cy="1663419"/>
          </a:xfrm>
          <a:prstGeom prst="notchedRightArrow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fr-FR" dirty="0"/>
              <a:t>Rendre la solution plus évolutive, permettant une adaptation facile pour de nouvelles fonctionnalités ou des ajustements futurs.</a:t>
            </a:r>
          </a:p>
        </p:txBody>
      </p:sp>
      <p:sp>
        <p:nvSpPr>
          <p:cNvPr id="24" name="Organigramme : Connecteur 23">
            <a:extLst>
              <a:ext uri="{FF2B5EF4-FFF2-40B4-BE49-F238E27FC236}">
                <a16:creationId xmlns:a16="http://schemas.microsoft.com/office/drawing/2014/main" id="{EF69D5D4-EC75-46C8-AD7C-5D7BD69E4681}"/>
              </a:ext>
            </a:extLst>
          </p:cNvPr>
          <p:cNvSpPr/>
          <p:nvPr/>
        </p:nvSpPr>
        <p:spPr>
          <a:xfrm>
            <a:off x="3875695" y="2656076"/>
            <a:ext cx="414811" cy="386085"/>
          </a:xfrm>
          <a:prstGeom prst="flowChartConnector">
            <a:avLst/>
          </a:prstGeom>
          <a:solidFill>
            <a:srgbClr val="00B0F0"/>
          </a:solidFill>
          <a:ln>
            <a:solidFill>
              <a:srgbClr val="0070C0"/>
            </a:solidFill>
          </a:ln>
          <a:effectLst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8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Organigramme : Connecteur 25">
            <a:extLst>
              <a:ext uri="{FF2B5EF4-FFF2-40B4-BE49-F238E27FC236}">
                <a16:creationId xmlns:a16="http://schemas.microsoft.com/office/drawing/2014/main" id="{BFC445D6-6D1B-4B09-AAE0-415AD92B45FE}"/>
              </a:ext>
            </a:extLst>
          </p:cNvPr>
          <p:cNvSpPr/>
          <p:nvPr/>
        </p:nvSpPr>
        <p:spPr>
          <a:xfrm>
            <a:off x="3996469" y="2772896"/>
            <a:ext cx="214333" cy="196298"/>
          </a:xfrm>
          <a:prstGeom prst="flowChartConnector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7947554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20" grpId="0" animBg="1"/>
      <p:bldP spid="21" grpId="0" animBg="1"/>
      <p:bldP spid="23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21024">
              <a:schemeClr val="bg1"/>
            </a:gs>
            <a:gs pos="72000">
              <a:schemeClr val="bg1"/>
            </a:gs>
            <a:gs pos="0">
              <a:srgbClr val="368E79">
                <a:tint val="66000"/>
                <a:satMod val="160000"/>
              </a:srgbClr>
            </a:gs>
            <a:gs pos="100000">
              <a:srgbClr val="00B0F0"/>
            </a:gs>
          </a:gsLst>
          <a:path path="circle">
            <a:fillToRect l="100000" t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2108708" y="118987"/>
            <a:ext cx="7758546" cy="3231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5400" b="1" dirty="0" smtClean="0">
                <a:latin typeface="Algerian" panose="04020705040A02060702" pitchFamily="82" charset="0"/>
                <a:ea typeface="Cambria" panose="02040503050406030204" pitchFamily="18" charset="0"/>
              </a:rPr>
              <a:t>MERCI POUR VOTRE AIMABLE ATTENTION</a:t>
            </a:r>
          </a:p>
          <a:p>
            <a:pPr algn="ctr"/>
            <a:endParaRPr lang="fr-FR" sz="4800" b="1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ctr"/>
            <a:endParaRPr lang="fr-FR" sz="48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1997F1F4-77D7-4486-BDE8-FCD1D8E3F5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0717" y="118987"/>
            <a:ext cx="1637595" cy="1239359"/>
          </a:xfrm>
          <a:prstGeom prst="rect">
            <a:avLst/>
          </a:prstGeom>
        </p:spPr>
      </p:pic>
      <p:sp>
        <p:nvSpPr>
          <p:cNvPr id="8" name="Rectangle à coins arrondis 7"/>
          <p:cNvSpPr/>
          <p:nvPr/>
        </p:nvSpPr>
        <p:spPr>
          <a:xfrm>
            <a:off x="11458575" y="6297561"/>
            <a:ext cx="733425" cy="560438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22</a:t>
            </a:r>
            <a:endParaRPr lang="fr-FR" sz="24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7" name="Image 6"/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99888" y="2091027"/>
            <a:ext cx="3304162" cy="1793196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4" name="Imag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41674" y="1756229"/>
            <a:ext cx="5758214" cy="521062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9" name="Image 8"/>
          <p:cNvPicPr/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67254" y="118987"/>
            <a:ext cx="2324746" cy="1833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160592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103763</TotalTime>
  <Words>892</Words>
  <Application>Microsoft Office PowerPoint</Application>
  <PresentationFormat>Grand écran</PresentationFormat>
  <Paragraphs>186</Paragraphs>
  <Slides>23</Slides>
  <Notes>2</Notes>
  <HiddenSlides>0</HiddenSlides>
  <MMClips>0</MMClips>
  <ScaleCrop>false</ScaleCrop>
  <HeadingPairs>
    <vt:vector size="6" baseType="variant">
      <vt:variant>
        <vt:lpstr>Polices utilisées</vt:lpstr>
      </vt:variant>
      <vt:variant>
        <vt:i4>12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23</vt:i4>
      </vt:variant>
    </vt:vector>
  </HeadingPairs>
  <TitlesOfParts>
    <vt:vector size="36" baseType="lpstr">
      <vt:lpstr>游ゴシック</vt:lpstr>
      <vt:lpstr>Algerian</vt:lpstr>
      <vt:lpstr>Arial</vt:lpstr>
      <vt:lpstr>Bahnschrift SemiLight Condensed</vt:lpstr>
      <vt:lpstr>Calibri</vt:lpstr>
      <vt:lpstr>Calibri Light</vt:lpstr>
      <vt:lpstr>Cambria</vt:lpstr>
      <vt:lpstr>Corbel</vt:lpstr>
      <vt:lpstr>Symbol</vt:lpstr>
      <vt:lpstr>Times New Roman</vt:lpstr>
      <vt:lpstr>Verdana</vt:lpstr>
      <vt:lpstr>Wingdings</vt:lpstr>
      <vt:lpstr>Thème Office</vt:lpstr>
      <vt:lpstr>BIENVENUE A NOTRE PRESENTATION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Regency</dc:creator>
  <cp:lastModifiedBy>USER</cp:lastModifiedBy>
  <cp:revision>1472</cp:revision>
  <dcterms:created xsi:type="dcterms:W3CDTF">2018-06-15T12:42:51Z</dcterms:created>
  <dcterms:modified xsi:type="dcterms:W3CDTF">2024-10-11T17:00:22Z</dcterms:modified>
</cp:coreProperties>
</file>