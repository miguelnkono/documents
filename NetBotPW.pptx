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2" r:id="rId1"/>
  </p:sldMasterIdLst>
  <p:notesMasterIdLst>
    <p:notesMasterId r:id="rId26"/>
  </p:notesMasterIdLst>
  <p:handoutMasterIdLst>
    <p:handoutMasterId r:id="rId27"/>
  </p:handoutMasterIdLst>
  <p:sldIdLst>
    <p:sldId id="923" r:id="rId2"/>
    <p:sldId id="924" r:id="rId3"/>
    <p:sldId id="912" r:id="rId4"/>
    <p:sldId id="867" r:id="rId5"/>
    <p:sldId id="944" r:id="rId6"/>
    <p:sldId id="925" r:id="rId7"/>
    <p:sldId id="952" r:id="rId8"/>
    <p:sldId id="954" r:id="rId9"/>
    <p:sldId id="926" r:id="rId10"/>
    <p:sldId id="927" r:id="rId11"/>
    <p:sldId id="928" r:id="rId12"/>
    <p:sldId id="929" r:id="rId13"/>
    <p:sldId id="946" r:id="rId14"/>
    <p:sldId id="947" r:id="rId15"/>
    <p:sldId id="948" r:id="rId16"/>
    <p:sldId id="943" r:id="rId17"/>
    <p:sldId id="950" r:id="rId18"/>
    <p:sldId id="949" r:id="rId19"/>
    <p:sldId id="951" r:id="rId20"/>
    <p:sldId id="953" r:id="rId21"/>
    <p:sldId id="935" r:id="rId22"/>
    <p:sldId id="933" r:id="rId23"/>
    <p:sldId id="955" r:id="rId24"/>
    <p:sldId id="934"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432FF"/>
    <a:srgbClr val="209991"/>
    <a:srgbClr val="9EC9BC"/>
    <a:srgbClr val="289C94"/>
    <a:srgbClr val="6600FF"/>
    <a:srgbClr val="209890"/>
    <a:srgbClr val="368E79"/>
    <a:srgbClr val="2F828D"/>
    <a:srgbClr val="DCC5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66" autoAdjust="0"/>
    <p:restoredTop sz="92153" autoAdjust="0"/>
  </p:normalViewPr>
  <p:slideViewPr>
    <p:cSldViewPr snapToGrid="0">
      <p:cViewPr varScale="1">
        <p:scale>
          <a:sx n="77" d="100"/>
          <a:sy n="77" d="100"/>
        </p:scale>
        <p:origin x="802" y="43"/>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BB63E5-0765-4360-B843-E3226D2F2DF2}" type="datetimeFigureOut">
              <a:rPr lang="fr-FR" smtClean="0"/>
              <a:t>02/10/2025</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3ABB04-7FC2-4470-9A2D-BFCB4BEBA87C}" type="slidenum">
              <a:rPr lang="fr-FR" smtClean="0"/>
              <a:t>‹#›</a:t>
            </a:fld>
            <a:endParaRPr lang="fr-FR"/>
          </a:p>
        </p:txBody>
      </p:sp>
    </p:spTree>
    <p:extLst>
      <p:ext uri="{BB962C8B-B14F-4D97-AF65-F5344CB8AC3E}">
        <p14:creationId xmlns:p14="http://schemas.microsoft.com/office/powerpoint/2010/main" val="66535904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92BD1-1260-A047-8DC4-386B58D08C46}" type="datetimeFigureOut">
              <a:rPr lang="fr-FR" smtClean="0"/>
              <a:pPr/>
              <a:t>02/10/2025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F505D2-3376-5C4C-9C4F-A45ABFD15B74}" type="slidenum">
              <a:rPr lang="fr-FR" smtClean="0"/>
              <a:pPr/>
              <a:t>‹#›</a:t>
            </a:fld>
            <a:endParaRPr lang="fr-FR"/>
          </a:p>
        </p:txBody>
      </p:sp>
    </p:spTree>
    <p:extLst>
      <p:ext uri="{BB962C8B-B14F-4D97-AF65-F5344CB8AC3E}">
        <p14:creationId xmlns:p14="http://schemas.microsoft.com/office/powerpoint/2010/main" val="8835608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0F505D2-3376-5C4C-9C4F-A45ABFD15B74}" type="slidenum">
              <a:rPr lang="fr-FR" smtClean="0"/>
              <a:pPr/>
              <a:t>2</a:t>
            </a:fld>
            <a:endParaRPr lang="fr-FR"/>
          </a:p>
        </p:txBody>
      </p:sp>
    </p:spTree>
    <p:extLst>
      <p:ext uri="{BB962C8B-B14F-4D97-AF65-F5344CB8AC3E}">
        <p14:creationId xmlns:p14="http://schemas.microsoft.com/office/powerpoint/2010/main" val="212644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0F505D2-3376-5C4C-9C4F-A45ABFD15B74}" type="slidenum">
              <a:rPr lang="fr-FR" smtClean="0"/>
              <a:pPr/>
              <a:t>3</a:t>
            </a:fld>
            <a:endParaRPr lang="fr-FR"/>
          </a:p>
        </p:txBody>
      </p:sp>
    </p:spTree>
    <p:extLst>
      <p:ext uri="{BB962C8B-B14F-4D97-AF65-F5344CB8AC3E}">
        <p14:creationId xmlns:p14="http://schemas.microsoft.com/office/powerpoint/2010/main" val="1103872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générale : Face aux différentes limites rencontrées, il sera question pour de mettre sur pieds une plateforme d’accompagnement pour les techniciens réseaux novices dans l’apprentissage et la configuration de leurs architectures réseaux en leur offrant un espace de montage de topologie physique, un espace de micro-e-learning et enfin un espace de déploiement sur site.</a:t>
            </a:r>
          </a:p>
          <a:p>
            <a:endParaRPr lang="fr-CM" dirty="0"/>
          </a:p>
        </p:txBody>
      </p:sp>
      <p:sp>
        <p:nvSpPr>
          <p:cNvPr id="4" name="Slide Number Placeholder 3"/>
          <p:cNvSpPr>
            <a:spLocks noGrp="1"/>
          </p:cNvSpPr>
          <p:nvPr>
            <p:ph type="sldNum" sz="quarter" idx="5"/>
          </p:nvPr>
        </p:nvSpPr>
        <p:spPr/>
        <p:txBody>
          <a:bodyPr/>
          <a:lstStyle/>
          <a:p>
            <a:fld id="{00F505D2-3376-5C4C-9C4F-A45ABFD15B74}" type="slidenum">
              <a:rPr lang="fr-FR" smtClean="0"/>
              <a:pPr/>
              <a:t>9</a:t>
            </a:fld>
            <a:endParaRPr lang="fr-FR"/>
          </a:p>
        </p:txBody>
      </p:sp>
    </p:spTree>
    <p:extLst>
      <p:ext uri="{BB962C8B-B14F-4D97-AF65-F5344CB8AC3E}">
        <p14:creationId xmlns:p14="http://schemas.microsoft.com/office/powerpoint/2010/main" val="32286497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M" dirty="0"/>
          </a:p>
        </p:txBody>
      </p:sp>
      <p:sp>
        <p:nvSpPr>
          <p:cNvPr id="4" name="Slide Number Placeholder 3"/>
          <p:cNvSpPr>
            <a:spLocks noGrp="1"/>
          </p:cNvSpPr>
          <p:nvPr>
            <p:ph type="sldNum" sz="quarter" idx="5"/>
          </p:nvPr>
        </p:nvSpPr>
        <p:spPr/>
        <p:txBody>
          <a:bodyPr/>
          <a:lstStyle/>
          <a:p>
            <a:fld id="{00F505D2-3376-5C4C-9C4F-A45ABFD15B74}" type="slidenum">
              <a:rPr lang="fr-FR" smtClean="0"/>
              <a:pPr/>
              <a:t>24</a:t>
            </a:fld>
            <a:endParaRPr lang="fr-FR"/>
          </a:p>
        </p:txBody>
      </p:sp>
    </p:spTree>
    <p:extLst>
      <p:ext uri="{BB962C8B-B14F-4D97-AF65-F5344CB8AC3E}">
        <p14:creationId xmlns:p14="http://schemas.microsoft.com/office/powerpoint/2010/main" val="38433520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pPr>
              <a:defRPr/>
            </a:pPr>
            <a:fld id="{0DA2EEAF-0FBC-407A-9316-94940158678F}" type="datetime1">
              <a:rPr lang="fr-FR" smtClean="0"/>
              <a:t>02/10/2025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46C3E98C-9F58-754F-94F8-08CCC5651AC2}" type="slidenum">
              <a:rPr lang="fr-FR" smtClean="0"/>
              <a:pPr>
                <a:defRPr/>
              </a:pPr>
              <a:t>‹#›</a:t>
            </a:fld>
            <a:endParaRPr lang="fr-FR"/>
          </a:p>
        </p:txBody>
      </p:sp>
    </p:spTree>
    <p:extLst>
      <p:ext uri="{BB962C8B-B14F-4D97-AF65-F5344CB8AC3E}">
        <p14:creationId xmlns:p14="http://schemas.microsoft.com/office/powerpoint/2010/main" val="47017008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pPr>
              <a:defRPr/>
            </a:pPr>
            <a:fld id="{E1D69D20-55A7-43BD-AAC2-FB3C252D1912}" type="datetime1">
              <a:rPr lang="fr-FR" smtClean="0"/>
              <a:t>02/10/2025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0781903A-58DF-6D41-AA0F-B39FBAFEBD29}" type="slidenum">
              <a:rPr lang="fr-FR" smtClean="0"/>
              <a:pPr>
                <a:defRPr/>
              </a:pPr>
              <a:t>‹#›</a:t>
            </a:fld>
            <a:endParaRPr lang="fr-FR"/>
          </a:p>
        </p:txBody>
      </p:sp>
    </p:spTree>
    <p:extLst>
      <p:ext uri="{BB962C8B-B14F-4D97-AF65-F5344CB8AC3E}">
        <p14:creationId xmlns:p14="http://schemas.microsoft.com/office/powerpoint/2010/main" val="366853973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pPr>
              <a:defRPr/>
            </a:pPr>
            <a:fld id="{7CBB7B77-D626-4422-980D-B2F5048BCEB0}" type="datetime1">
              <a:rPr lang="fr-FR" smtClean="0"/>
              <a:t>02/10/2025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806162D8-21B9-4E41-ACBC-BCF1ECED2C14}" type="slidenum">
              <a:rPr lang="fr-FR" smtClean="0"/>
              <a:pPr>
                <a:defRPr/>
              </a:pPr>
              <a:t>‹#›</a:t>
            </a:fld>
            <a:endParaRPr lang="fr-FR"/>
          </a:p>
        </p:txBody>
      </p:sp>
    </p:spTree>
    <p:extLst>
      <p:ext uri="{BB962C8B-B14F-4D97-AF65-F5344CB8AC3E}">
        <p14:creationId xmlns:p14="http://schemas.microsoft.com/office/powerpoint/2010/main" val="364620542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pPr>
              <a:defRPr/>
            </a:pPr>
            <a:fld id="{7DEA6461-DF1F-4377-915F-0FB45E88D0F1}" type="datetime1">
              <a:rPr lang="fr-FR" smtClean="0"/>
              <a:t>02/10/2025</a:t>
            </a:fld>
            <a:endParaRPr lang="fr-FR"/>
          </a:p>
        </p:txBody>
      </p:sp>
      <p:sp>
        <p:nvSpPr>
          <p:cNvPr id="6" name="Espace réservé du pied de page 5"/>
          <p:cNvSpPr>
            <a:spLocks noGrp="1"/>
          </p:cNvSpPr>
          <p:nvPr>
            <p:ph type="ftr" sz="quarter" idx="11"/>
          </p:nvPr>
        </p:nvSpPr>
        <p:spPr/>
        <p:txBody>
          <a:bodyPr/>
          <a:lstStyle/>
          <a:p>
            <a:pPr>
              <a:defRPr/>
            </a:pPr>
            <a:endParaRPr lang="fr-FR"/>
          </a:p>
        </p:txBody>
      </p:sp>
      <p:sp>
        <p:nvSpPr>
          <p:cNvPr id="7" name="Espace réservé du numéro de diapositive 6"/>
          <p:cNvSpPr>
            <a:spLocks noGrp="1"/>
          </p:cNvSpPr>
          <p:nvPr>
            <p:ph type="sldNum" sz="quarter" idx="12"/>
          </p:nvPr>
        </p:nvSpPr>
        <p:spPr/>
        <p:txBody>
          <a:bodyPr/>
          <a:lstStyle/>
          <a:p>
            <a:pPr>
              <a:defRPr/>
            </a:pPr>
            <a:fld id="{8CEF2CB5-2B1E-C84B-9289-DA4929559AEE}" type="slidenum">
              <a:rPr lang="fr-FR" smtClean="0"/>
              <a:pPr>
                <a:defRPr/>
              </a:pPr>
              <a:t>‹#›</a:t>
            </a:fld>
            <a:endParaRPr lang="fr-FR"/>
          </a:p>
        </p:txBody>
      </p:sp>
    </p:spTree>
    <p:extLst>
      <p:ext uri="{BB962C8B-B14F-4D97-AF65-F5344CB8AC3E}">
        <p14:creationId xmlns:p14="http://schemas.microsoft.com/office/powerpoint/2010/main" val="322212717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pPr>
              <a:defRPr/>
            </a:pPr>
            <a:fld id="{21964800-D5D1-4283-B8AF-66B9A674D220}" type="datetime1">
              <a:rPr lang="fr-FR" smtClean="0"/>
              <a:t>02/10/2025</a:t>
            </a:fld>
            <a:endParaRPr lang="fr-FR"/>
          </a:p>
        </p:txBody>
      </p:sp>
      <p:sp>
        <p:nvSpPr>
          <p:cNvPr id="8" name="Espace réservé du pied de page 7"/>
          <p:cNvSpPr>
            <a:spLocks noGrp="1"/>
          </p:cNvSpPr>
          <p:nvPr>
            <p:ph type="ftr" sz="quarter" idx="11"/>
          </p:nvPr>
        </p:nvSpPr>
        <p:spPr/>
        <p:txBody>
          <a:bodyPr/>
          <a:lstStyle/>
          <a:p>
            <a:pPr>
              <a:defRPr/>
            </a:pPr>
            <a:endParaRPr lang="fr-FR"/>
          </a:p>
        </p:txBody>
      </p:sp>
      <p:sp>
        <p:nvSpPr>
          <p:cNvPr id="9" name="Espace réservé du numéro de diapositive 8"/>
          <p:cNvSpPr>
            <a:spLocks noGrp="1"/>
          </p:cNvSpPr>
          <p:nvPr>
            <p:ph type="sldNum" sz="quarter" idx="12"/>
          </p:nvPr>
        </p:nvSpPr>
        <p:spPr/>
        <p:txBody>
          <a:bodyPr/>
          <a:lstStyle/>
          <a:p>
            <a:pPr>
              <a:defRPr/>
            </a:pPr>
            <a:fld id="{44551566-8545-CB46-ADE7-B880A41B0DA7}" type="slidenum">
              <a:rPr lang="fr-FR" smtClean="0"/>
              <a:pPr>
                <a:defRPr/>
              </a:pPr>
              <a:t>‹#›</a:t>
            </a:fld>
            <a:endParaRPr lang="fr-FR"/>
          </a:p>
        </p:txBody>
      </p:sp>
    </p:spTree>
    <p:extLst>
      <p:ext uri="{BB962C8B-B14F-4D97-AF65-F5344CB8AC3E}">
        <p14:creationId xmlns:p14="http://schemas.microsoft.com/office/powerpoint/2010/main" val="421051018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pPr>
              <a:defRPr/>
            </a:pPr>
            <a:fld id="{9F297948-A2E7-47D9-A523-919D37155437}" type="datetime1">
              <a:rPr lang="fr-FR" smtClean="0"/>
              <a:t>02/10/2025</a:t>
            </a:fld>
            <a:endParaRPr lang="fr-FR"/>
          </a:p>
        </p:txBody>
      </p:sp>
      <p:sp>
        <p:nvSpPr>
          <p:cNvPr id="4" name="Espace réservé du pied de page 3"/>
          <p:cNvSpPr>
            <a:spLocks noGrp="1"/>
          </p:cNvSpPr>
          <p:nvPr>
            <p:ph type="ftr" sz="quarter" idx="11"/>
          </p:nvPr>
        </p:nvSpPr>
        <p:spPr/>
        <p:txBody>
          <a:bodyPr/>
          <a:lstStyle/>
          <a:p>
            <a:pPr>
              <a:defRPr/>
            </a:pPr>
            <a:endParaRPr lang="fr-FR"/>
          </a:p>
        </p:txBody>
      </p:sp>
      <p:sp>
        <p:nvSpPr>
          <p:cNvPr id="5" name="Espace réservé du numéro de diapositive 4"/>
          <p:cNvSpPr>
            <a:spLocks noGrp="1"/>
          </p:cNvSpPr>
          <p:nvPr>
            <p:ph type="sldNum" sz="quarter" idx="12"/>
          </p:nvPr>
        </p:nvSpPr>
        <p:spPr/>
        <p:txBody>
          <a:bodyPr/>
          <a:lstStyle/>
          <a:p>
            <a:pPr>
              <a:defRPr/>
            </a:pPr>
            <a:fld id="{6051F895-C8DB-2743-A71F-A178E2BF7715}" type="slidenum">
              <a:rPr lang="fr-FR" smtClean="0"/>
              <a:pPr>
                <a:defRPr/>
              </a:pPr>
              <a:t>‹#›</a:t>
            </a:fld>
            <a:endParaRPr lang="fr-FR"/>
          </a:p>
        </p:txBody>
      </p:sp>
    </p:spTree>
    <p:extLst>
      <p:ext uri="{BB962C8B-B14F-4D97-AF65-F5344CB8AC3E}">
        <p14:creationId xmlns:p14="http://schemas.microsoft.com/office/powerpoint/2010/main" val="225639579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pPr>
              <a:defRPr/>
            </a:pPr>
            <a:fld id="{9DD2B57E-D51F-4453-8285-197D57640D4C}" type="datetime1">
              <a:rPr lang="fr-FR" smtClean="0"/>
              <a:t>02/10/2025</a:t>
            </a:fld>
            <a:endParaRPr lang="fr-FR"/>
          </a:p>
        </p:txBody>
      </p:sp>
      <p:sp>
        <p:nvSpPr>
          <p:cNvPr id="3" name="Espace réservé du pied de page 2"/>
          <p:cNvSpPr>
            <a:spLocks noGrp="1"/>
          </p:cNvSpPr>
          <p:nvPr>
            <p:ph type="ftr" sz="quarter" idx="11"/>
          </p:nvPr>
        </p:nvSpPr>
        <p:spPr/>
        <p:txBody>
          <a:bodyPr/>
          <a:lstStyle/>
          <a:p>
            <a:pPr>
              <a:defRPr/>
            </a:pPr>
            <a:endParaRPr lang="fr-FR"/>
          </a:p>
        </p:txBody>
      </p:sp>
      <p:sp>
        <p:nvSpPr>
          <p:cNvPr id="4" name="Espace réservé du numéro de diapositive 3"/>
          <p:cNvSpPr>
            <a:spLocks noGrp="1"/>
          </p:cNvSpPr>
          <p:nvPr>
            <p:ph type="sldNum" sz="quarter" idx="12"/>
          </p:nvPr>
        </p:nvSpPr>
        <p:spPr/>
        <p:txBody>
          <a:bodyPr/>
          <a:lstStyle/>
          <a:p>
            <a:pPr>
              <a:defRPr/>
            </a:pPr>
            <a:fld id="{4979F25E-32BB-404F-86F6-FEFB1E8E8492}" type="slidenum">
              <a:rPr lang="fr-FR" smtClean="0"/>
              <a:pPr>
                <a:defRPr/>
              </a:pPr>
              <a:t>‹#›</a:t>
            </a:fld>
            <a:endParaRPr lang="fr-FR"/>
          </a:p>
        </p:txBody>
      </p:sp>
    </p:spTree>
    <p:extLst>
      <p:ext uri="{BB962C8B-B14F-4D97-AF65-F5344CB8AC3E}">
        <p14:creationId xmlns:p14="http://schemas.microsoft.com/office/powerpoint/2010/main" val="129976106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pPr>
              <a:defRPr/>
            </a:pPr>
            <a:fld id="{97C68953-C436-4C89-A269-BA1625AC2297}" type="datetime1">
              <a:rPr lang="fr-FR" smtClean="0"/>
              <a:t>02/10/2025</a:t>
            </a:fld>
            <a:endParaRPr lang="fr-FR"/>
          </a:p>
        </p:txBody>
      </p:sp>
      <p:sp>
        <p:nvSpPr>
          <p:cNvPr id="6" name="Espace réservé du pied de page 5"/>
          <p:cNvSpPr>
            <a:spLocks noGrp="1"/>
          </p:cNvSpPr>
          <p:nvPr>
            <p:ph type="ftr" sz="quarter" idx="11"/>
          </p:nvPr>
        </p:nvSpPr>
        <p:spPr/>
        <p:txBody>
          <a:bodyPr/>
          <a:lstStyle/>
          <a:p>
            <a:pPr>
              <a:defRPr/>
            </a:pPr>
            <a:endParaRPr lang="fr-FR"/>
          </a:p>
        </p:txBody>
      </p:sp>
      <p:sp>
        <p:nvSpPr>
          <p:cNvPr id="7" name="Espace réservé du numéro de diapositive 6"/>
          <p:cNvSpPr>
            <a:spLocks noGrp="1"/>
          </p:cNvSpPr>
          <p:nvPr>
            <p:ph type="sldNum" sz="quarter" idx="12"/>
          </p:nvPr>
        </p:nvSpPr>
        <p:spPr/>
        <p:txBody>
          <a:bodyPr/>
          <a:lstStyle/>
          <a:p>
            <a:pPr>
              <a:defRPr/>
            </a:pPr>
            <a:fld id="{181FF51B-AF0C-944B-BD46-99611870A16B}" type="slidenum">
              <a:rPr lang="fr-FR" smtClean="0"/>
              <a:pPr>
                <a:defRPr/>
              </a:pPr>
              <a:t>‹#›</a:t>
            </a:fld>
            <a:endParaRPr lang="fr-FR"/>
          </a:p>
        </p:txBody>
      </p:sp>
    </p:spTree>
    <p:extLst>
      <p:ext uri="{BB962C8B-B14F-4D97-AF65-F5344CB8AC3E}">
        <p14:creationId xmlns:p14="http://schemas.microsoft.com/office/powerpoint/2010/main" val="27689573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pPr>
              <a:defRPr/>
            </a:pPr>
            <a:fld id="{C151C6BC-F767-44FF-B696-FD0EE63E2063}" type="datetime1">
              <a:rPr lang="fr-FR" smtClean="0"/>
              <a:t>02/10/2025</a:t>
            </a:fld>
            <a:endParaRPr lang="fr-FR"/>
          </a:p>
        </p:txBody>
      </p:sp>
      <p:sp>
        <p:nvSpPr>
          <p:cNvPr id="6" name="Espace réservé du pied de page 5"/>
          <p:cNvSpPr>
            <a:spLocks noGrp="1"/>
          </p:cNvSpPr>
          <p:nvPr>
            <p:ph type="ftr" sz="quarter" idx="11"/>
          </p:nvPr>
        </p:nvSpPr>
        <p:spPr/>
        <p:txBody>
          <a:bodyPr/>
          <a:lstStyle/>
          <a:p>
            <a:pPr>
              <a:defRPr/>
            </a:pPr>
            <a:endParaRPr lang="fr-FR"/>
          </a:p>
        </p:txBody>
      </p:sp>
      <p:sp>
        <p:nvSpPr>
          <p:cNvPr id="7" name="Espace réservé du numéro de diapositive 6"/>
          <p:cNvSpPr>
            <a:spLocks noGrp="1"/>
          </p:cNvSpPr>
          <p:nvPr>
            <p:ph type="sldNum" sz="quarter" idx="12"/>
          </p:nvPr>
        </p:nvSpPr>
        <p:spPr/>
        <p:txBody>
          <a:bodyPr/>
          <a:lstStyle/>
          <a:p>
            <a:pPr>
              <a:defRPr/>
            </a:pPr>
            <a:fld id="{3EDA0AE6-E0B4-8244-A59E-35AC1E894FD7}" type="slidenum">
              <a:rPr lang="fr-FR" smtClean="0"/>
              <a:pPr>
                <a:defRPr/>
              </a:pPr>
              <a:t>‹#›</a:t>
            </a:fld>
            <a:endParaRPr lang="fr-FR"/>
          </a:p>
        </p:txBody>
      </p:sp>
    </p:spTree>
    <p:extLst>
      <p:ext uri="{BB962C8B-B14F-4D97-AF65-F5344CB8AC3E}">
        <p14:creationId xmlns:p14="http://schemas.microsoft.com/office/powerpoint/2010/main" val="235178090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pPr>
              <a:defRPr/>
            </a:pPr>
            <a:fld id="{2B572075-460F-4A0B-AA1F-FA55607E264A}" type="datetime1">
              <a:rPr lang="fr-FR" smtClean="0"/>
              <a:t>02/10/2025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EEAC6C1E-4FDD-2449-A3DB-18D3B4CC728D}" type="slidenum">
              <a:rPr lang="fr-FR" smtClean="0"/>
              <a:pPr>
                <a:defRPr/>
              </a:pPr>
              <a:t>‹#›</a:t>
            </a:fld>
            <a:endParaRPr lang="fr-FR"/>
          </a:p>
        </p:txBody>
      </p:sp>
    </p:spTree>
    <p:extLst>
      <p:ext uri="{BB962C8B-B14F-4D97-AF65-F5344CB8AC3E}">
        <p14:creationId xmlns:p14="http://schemas.microsoft.com/office/powerpoint/2010/main" val="149893475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pPr>
              <a:defRPr/>
            </a:pPr>
            <a:fld id="{278F873B-0F36-460F-B328-3146F2974C81}" type="datetime1">
              <a:rPr lang="fr-FR" smtClean="0"/>
              <a:t>02/10/2025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5AAA2375-495B-1A4A-B9D4-E7D556509375}" type="slidenum">
              <a:rPr lang="fr-FR" smtClean="0"/>
              <a:pPr>
                <a:defRPr/>
              </a:pPr>
              <a:t>‹#›</a:t>
            </a:fld>
            <a:endParaRPr lang="fr-FR"/>
          </a:p>
        </p:txBody>
      </p:sp>
    </p:spTree>
    <p:extLst>
      <p:ext uri="{BB962C8B-B14F-4D97-AF65-F5344CB8AC3E}">
        <p14:creationId xmlns:p14="http://schemas.microsoft.com/office/powerpoint/2010/main" val="88638127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27000">
              <a:schemeClr val="accent4"/>
            </a:gs>
            <a:gs pos="15000">
              <a:schemeClr val="accent4"/>
            </a:gs>
            <a:gs pos="35000">
              <a:srgbClr val="FFFFFF"/>
            </a:gs>
            <a:gs pos="84000">
              <a:schemeClr val="bg1"/>
            </a:gs>
            <a:gs pos="7000">
              <a:schemeClr val="accent4"/>
            </a:gs>
            <a:gs pos="98000">
              <a:schemeClr val="accent4"/>
            </a:gs>
          </a:gsLst>
          <a:path path="circle">
            <a:fillToRect t="100000" r="100000"/>
          </a:path>
          <a:tileRect/>
        </a:gradFill>
        <a:effectLst/>
      </p:bgPr>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218DD398-979B-416E-9BDA-F422452BB71D}" type="datetime1">
              <a:rPr lang="fr-FR" smtClean="0"/>
              <a:t>02/10/2025</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2F33AEAF-C40A-B448-88B5-BD4E004C15EC}" type="slidenum">
              <a:rPr lang="fr-FR" smtClean="0"/>
              <a:pPr>
                <a:defRPr/>
              </a:pPr>
              <a:t>‹#›</a:t>
            </a:fld>
            <a:endParaRPr lang="fr-FR"/>
          </a:p>
        </p:txBody>
      </p:sp>
    </p:spTree>
    <p:extLst>
      <p:ext uri="{BB962C8B-B14F-4D97-AF65-F5344CB8AC3E}">
        <p14:creationId xmlns:p14="http://schemas.microsoft.com/office/powerpoint/2010/main" val="2308488085"/>
      </p:ext>
    </p:extLst>
  </p:cSld>
  <p:clrMap bg1="lt1" tx1="dk1" bg2="lt2" tx2="dk2" accent1="accent1" accent2="accent2" accent3="accent3" accent4="accent4" accent5="accent5" accent6="accent6" hlink="hlink" folHlink="fol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Lst>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hyperlink" Target="https://clipart-library.com/planning-cliparts.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3U59ziSRZZQ" TargetMode="External"/><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www.123.net/blog/networking-solution-navigating-the-evolving-landscape/" TargetMode="Externa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 Id="rId6" Type="http://schemas.openxmlformats.org/officeDocument/2006/relationships/image" Target="../media/image24.jpeg"/><Relationship Id="rId5" Type="http://schemas.openxmlformats.org/officeDocument/2006/relationships/image" Target="../media/image23.png"/><Relationship Id="rId4" Type="http://schemas.openxmlformats.org/officeDocument/2006/relationships/image" Target="../media/image22.jpe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gif"/><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image" Target="../media/image3.jpg"/><Relationship Id="rId1" Type="http://schemas.openxmlformats.org/officeDocument/2006/relationships/slideLayout" Target="../slideLayouts/slideLayout7.xml"/><Relationship Id="rId4" Type="http://schemas.openxmlformats.org/officeDocument/2006/relationships/hyperlink" Target="https://www.freepik.com/premium-vector/presentation-template-with-connect-dots-lines-digital-science-technology-concept-business-template-social-media-network-concept_135124831.htm"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6.jpeg"/><Relationship Id="rId4"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567836" y="1085674"/>
            <a:ext cx="9752930" cy="3956152"/>
          </a:xfrm>
        </p:spPr>
        <p:txBody>
          <a:bodyPr>
            <a:noAutofit/>
          </a:bodyPr>
          <a:lstStyle/>
          <a:p>
            <a:pPr algn="ctr">
              <a:lnSpc>
                <a:spcPct val="100000"/>
              </a:lnSpc>
            </a:pPr>
            <a:r>
              <a:rPr lang="en-US" sz="11500" b="1" i="1" dirty="0">
                <a:latin typeface="Bahnschrift SemiLight Condensed" panose="020B0502040204020203" pitchFamily="34" charset="0"/>
                <a:ea typeface="Cambria" panose="02040503050406030204" pitchFamily="18" charset="0"/>
              </a:rPr>
              <a:t>BIENVENUE A NOTRE PRESENTATION</a:t>
            </a:r>
            <a:endParaRPr lang="fr-FR" sz="13800" b="1" i="1" dirty="0">
              <a:latin typeface="Bahnschrift SemiLight Condensed" panose="020B0502040204020203" pitchFamily="34" charset="0"/>
              <a:ea typeface="Cambria" panose="02040503050406030204" pitchFamily="18" charset="0"/>
            </a:endParaRPr>
          </a:p>
        </p:txBody>
      </p:sp>
      <p:pic>
        <p:nvPicPr>
          <p:cNvPr id="5" name="Image 4">
            <a:extLst>
              <a:ext uri="{FF2B5EF4-FFF2-40B4-BE49-F238E27FC236}">
                <a16:creationId xmlns:a16="http://schemas.microsoft.com/office/drawing/2014/main" id="{822EE983-FD19-426D-942D-5E38BFA8DC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650" y="2953509"/>
            <a:ext cx="2908372" cy="4176634"/>
          </a:xfrm>
          <a:prstGeom prst="rect">
            <a:avLst/>
          </a:prstGeom>
        </p:spPr>
      </p:pic>
      <p:sp>
        <p:nvSpPr>
          <p:cNvPr id="6" name="Rectangle à coins arrondis 5"/>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a:t>
            </a:r>
          </a:p>
        </p:txBody>
      </p:sp>
      <p:sp>
        <p:nvSpPr>
          <p:cNvPr id="7" name="Titre 1"/>
          <p:cNvSpPr txBox="1">
            <a:spLocks/>
          </p:cNvSpPr>
          <p:nvPr/>
        </p:nvSpPr>
        <p:spPr>
          <a:xfrm>
            <a:off x="1275044" y="2600076"/>
            <a:ext cx="9752930" cy="3956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endParaRPr lang="fr-FR" sz="6000" b="1" i="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208062884"/>
      </p:ext>
    </p:extLst>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1" presetClass="entr" presetSubtype="0" fill="hold" grpId="0" nodeType="click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2"/>
                                        </p:tgtEl>
                                        <p:attrNameLst>
                                          <p:attrName>ppt_y</p:attrName>
                                        </p:attrNameLst>
                                      </p:cBhvr>
                                      <p:tavLst>
                                        <p:tav tm="0">
                                          <p:val>
                                            <p:strVal val="#ppt_y"/>
                                          </p:val>
                                        </p:tav>
                                        <p:tav tm="100000">
                                          <p:val>
                                            <p:strVal val="#ppt_y"/>
                                          </p:val>
                                        </p:tav>
                                      </p:tavLst>
                                    </p:anim>
                                    <p:anim calcmode="lin" valueType="num">
                                      <p:cBhvr>
                                        <p:cTn id="9" dur="500" fill="hold"/>
                                        <p:tgtEl>
                                          <p:spTgt spid="2"/>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2"/>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41" presetClass="entr" presetSubtype="0" fill="hold" grpId="0" nodeType="clickEffect" nodePh="1">
                                  <p:stCondLst>
                                    <p:cond delay="0"/>
                                  </p:stCondLst>
                                  <p:endCondLst>
                                    <p:cond evt="begin" delay="0">
                                      <p:tn val="14"/>
                                    </p:cond>
                                  </p:endCondLst>
                                  <p:iterate type="lt">
                                    <p:tmPct val="10000"/>
                                  </p:iterate>
                                  <p:childTnLst>
                                    <p:set>
                                      <p:cBhvr>
                                        <p:cTn id="15" dur="1" fill="hold">
                                          <p:stCondLst>
                                            <p:cond delay="0"/>
                                          </p:stCondLst>
                                        </p:cTn>
                                        <p:tgtEl>
                                          <p:spTgt spid="7"/>
                                        </p:tgtEl>
                                        <p:attrNameLst>
                                          <p:attrName>style.visibility</p:attrName>
                                        </p:attrNameLst>
                                      </p:cBhvr>
                                      <p:to>
                                        <p:strVal val="visible"/>
                                      </p:to>
                                    </p:set>
                                    <p:anim calcmode="lin" valueType="num">
                                      <p:cBhvr>
                                        <p:cTn id="16" dur="500" fill="hold"/>
                                        <p:tgtEl>
                                          <p:spTgt spid="7"/>
                                        </p:tgtEl>
                                        <p:attrNameLst>
                                          <p:attrName>ppt_x</p:attrName>
                                        </p:attrNameLst>
                                      </p:cBhvr>
                                      <p:tavLst>
                                        <p:tav tm="0">
                                          <p:val>
                                            <p:strVal val="#ppt_x"/>
                                          </p:val>
                                        </p:tav>
                                        <p:tav tm="50000">
                                          <p:val>
                                            <p:strVal val="#ppt_x+.1"/>
                                          </p:val>
                                        </p:tav>
                                        <p:tav tm="100000">
                                          <p:val>
                                            <p:strVal val="#ppt_x"/>
                                          </p:val>
                                        </p:tav>
                                      </p:tavLst>
                                    </p:anim>
                                    <p:anim calcmode="lin" valueType="num">
                                      <p:cBhvr>
                                        <p:cTn id="17" dur="500" fill="hold"/>
                                        <p:tgtEl>
                                          <p:spTgt spid="7"/>
                                        </p:tgtEl>
                                        <p:attrNameLst>
                                          <p:attrName>ppt_y</p:attrName>
                                        </p:attrNameLst>
                                      </p:cBhvr>
                                      <p:tavLst>
                                        <p:tav tm="0">
                                          <p:val>
                                            <p:strVal val="#ppt_y"/>
                                          </p:val>
                                        </p:tav>
                                        <p:tav tm="100000">
                                          <p:val>
                                            <p:strVal val="#ppt_y"/>
                                          </p:val>
                                        </p:tav>
                                      </p:tavLst>
                                    </p:anim>
                                    <p:anim calcmode="lin" valueType="num">
                                      <p:cBhvr>
                                        <p:cTn id="18" dur="500" fill="hold"/>
                                        <p:tgtEl>
                                          <p:spTgt spid="7"/>
                                        </p:tgtEl>
                                        <p:attrNameLst>
                                          <p:attrName>ppt_h</p:attrName>
                                        </p:attrNameLst>
                                      </p:cBhvr>
                                      <p:tavLst>
                                        <p:tav tm="0">
                                          <p:val>
                                            <p:strVal val="#ppt_h/10"/>
                                          </p:val>
                                        </p:tav>
                                        <p:tav tm="50000">
                                          <p:val>
                                            <p:strVal val="#ppt_h+.01"/>
                                          </p:val>
                                        </p:tav>
                                        <p:tav tm="100000">
                                          <p:val>
                                            <p:strVal val="#ppt_h"/>
                                          </p:val>
                                        </p:tav>
                                      </p:tavLst>
                                    </p:anim>
                                    <p:anim calcmode="lin" valueType="num">
                                      <p:cBhvr>
                                        <p:cTn id="19" dur="500" fill="hold"/>
                                        <p:tgtEl>
                                          <p:spTgt spid="7"/>
                                        </p:tgtEl>
                                        <p:attrNameLst>
                                          <p:attrName>ppt_w</p:attrName>
                                        </p:attrNameLst>
                                      </p:cBhvr>
                                      <p:tavLst>
                                        <p:tav tm="0">
                                          <p:val>
                                            <p:strVal val="#ppt_w/10"/>
                                          </p:val>
                                        </p:tav>
                                        <p:tav tm="50000">
                                          <p:val>
                                            <p:strVal val="#ppt_w+.01"/>
                                          </p:val>
                                        </p:tav>
                                        <p:tav tm="100000">
                                          <p:val>
                                            <p:strVal val="#ppt_w"/>
                                          </p:val>
                                        </p:tav>
                                      </p:tavLst>
                                    </p:anim>
                                    <p:animEffect transition="in" filter="fade">
                                      <p:cBhvr>
                                        <p:cTn id="20" dur="500" tmFilter="0,0; .5, 1; 1, 1"/>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7"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e 6"/>
          <p:cNvGrpSpPr/>
          <p:nvPr/>
        </p:nvGrpSpPr>
        <p:grpSpPr>
          <a:xfrm>
            <a:off x="9219891" y="292390"/>
            <a:ext cx="2964923" cy="890500"/>
            <a:chOff x="8813009" y="-18512"/>
            <a:chExt cx="2964923" cy="738664"/>
          </a:xfrm>
        </p:grpSpPr>
        <p:sp>
          <p:nvSpPr>
            <p:cNvPr id="4" name="ZoneTexte 3"/>
            <p:cNvSpPr txBox="1"/>
            <p:nvPr/>
          </p:nvSpPr>
          <p:spPr>
            <a:xfrm>
              <a:off x="9167609" y="-18512"/>
              <a:ext cx="2009104" cy="738664"/>
            </a:xfrm>
            <a:prstGeom prst="rect">
              <a:avLst/>
            </a:prstGeom>
            <a:noFill/>
          </p:spPr>
          <p:txBody>
            <a:bodyPr wrap="square" rtlCol="0">
              <a:spAutoFit/>
            </a:bodyPr>
            <a:lstStyle/>
            <a:p>
              <a:pPr algn="ctr"/>
              <a:r>
                <a:rPr lang="en-US" sz="1200" b="1" dirty="0">
                  <a:latin typeface="Times New Roman" panose="02020603050405020304" pitchFamily="18" charset="0"/>
                  <a:cs typeface="Times New Roman" panose="02020603050405020304" pitchFamily="18" charset="0"/>
                </a:rPr>
                <a:t>Republic of Cameroon</a:t>
              </a:r>
              <a:endParaRPr lang="fr-FR" sz="1200" b="1"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Peace – Work – Fatherland</a:t>
              </a:r>
              <a:endParaRPr lang="fr-FR" sz="1200" b="1" dirty="0">
                <a:latin typeface="Times New Roman" panose="02020603050405020304" pitchFamily="18" charset="0"/>
                <a:cs typeface="Times New Roman" panose="02020603050405020304" pitchFamily="18" charset="0"/>
              </a:endParaRPr>
            </a:p>
            <a:p>
              <a:pPr algn="ctr"/>
              <a:endParaRPr lang="fr-FR" dirty="0"/>
            </a:p>
          </p:txBody>
        </p:sp>
        <p:sp>
          <p:nvSpPr>
            <p:cNvPr id="5" name="ZoneTexte 4"/>
            <p:cNvSpPr txBox="1"/>
            <p:nvPr/>
          </p:nvSpPr>
          <p:spPr>
            <a:xfrm>
              <a:off x="8813009" y="432278"/>
              <a:ext cx="2964923" cy="255299"/>
            </a:xfrm>
            <a:prstGeom prst="rect">
              <a:avLst/>
            </a:prstGeom>
            <a:noFill/>
          </p:spPr>
          <p:txBody>
            <a:bodyPr wrap="square" rtlCol="0">
              <a:spAutoFit/>
            </a:bodyPr>
            <a:lstStyle/>
            <a:p>
              <a:pPr algn="ctr"/>
              <a:r>
                <a:rPr lang="fr-FR" sz="1400" b="1" kern="1200" dirty="0">
                  <a:solidFill>
                    <a:srgbClr val="000000"/>
                  </a:solidFill>
                  <a:effectLst/>
                  <a:latin typeface="Times New Roman" panose="02020603050405020304" pitchFamily="18" charset="0"/>
                  <a:ea typeface="Calibri" panose="020F0502020204030204" pitchFamily="34" charset="0"/>
                </a:rPr>
                <a:t>INFOTECH SARL</a:t>
              </a:r>
              <a:endParaRPr lang="fr-FR" sz="1200" b="1" dirty="0">
                <a:latin typeface="Times New Roman" panose="02020603050405020304" pitchFamily="18" charset="0"/>
                <a:cs typeface="Times New Roman" panose="02020603050405020304" pitchFamily="18" charset="0"/>
              </a:endParaRPr>
            </a:p>
          </p:txBody>
        </p:sp>
      </p:grpSp>
      <p:pic>
        <p:nvPicPr>
          <p:cNvPr id="8" name="Image 7">
            <a:extLst>
              <a:ext uri="{FF2B5EF4-FFF2-40B4-BE49-F238E27FC236}">
                <a16:creationId xmlns:a16="http://schemas.microsoft.com/office/drawing/2014/main" id="{1997F1F4-77D7-4486-BDE8-FCD1D8E3F5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2096" y="416914"/>
            <a:ext cx="1548034" cy="1171578"/>
          </a:xfrm>
          <a:prstGeom prst="rect">
            <a:avLst/>
          </a:prstGeom>
        </p:spPr>
      </p:pic>
      <p:sp>
        <p:nvSpPr>
          <p:cNvPr id="11" name="Rectangle : coins arrondis 9">
            <a:extLst>
              <a:ext uri="{FF2B5EF4-FFF2-40B4-BE49-F238E27FC236}">
                <a16:creationId xmlns:a16="http://schemas.microsoft.com/office/drawing/2014/main" id="{2C85C700-E992-4C86-BD63-6606DA92D3A1}"/>
              </a:ext>
            </a:extLst>
          </p:cNvPr>
          <p:cNvSpPr/>
          <p:nvPr/>
        </p:nvSpPr>
        <p:spPr>
          <a:xfrm>
            <a:off x="769222" y="2895480"/>
            <a:ext cx="10776718" cy="1201290"/>
          </a:xfrm>
          <a:prstGeom prst="roundRect">
            <a:avLst/>
          </a:prstGeom>
          <a:solidFill>
            <a:srgbClr val="00B0F0"/>
          </a:solidFill>
          <a:ln w="285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5000"/>
              </a:lnSpc>
              <a:spcAft>
                <a:spcPts val="800"/>
              </a:spcAft>
              <a:buNone/>
            </a:pPr>
            <a:r>
              <a:rPr lang="fr-CM" sz="1600" b="1" kern="100" dirty="0">
                <a:solidFill>
                  <a:srgbClr val="FFFFFF"/>
                </a:solidFill>
                <a:effectLst/>
                <a:latin typeface="Times New Roman" panose="02020603050405020304" pitchFamily="18" charset="0"/>
                <a:ea typeface="Tw Cen MT" panose="020B0602020104020603" pitchFamily="34" charset="0"/>
                <a:cs typeface="Times New Roman" panose="02020603050405020304" pitchFamily="18" charset="0"/>
              </a:rPr>
              <a:t>PLATEFORME DE CONCEPTION, CONFIGURATION AUTOMATIQUE ET DEPLOIEMENT DES RESEAUX INFORMATIQUES : </a:t>
            </a:r>
            <a:r>
              <a:rPr lang="fr-CM" sz="1600" b="1" kern="100" dirty="0">
                <a:solidFill>
                  <a:srgbClr val="FFFFFF"/>
                </a:solidFill>
                <a:latin typeface="Times New Roman" panose="02020603050405020304" pitchFamily="18" charset="0"/>
                <a:ea typeface="Tw Cen MT" panose="020B0602020104020603" pitchFamily="34" charset="0"/>
                <a:cs typeface="Times New Roman" panose="02020603050405020304" pitchFamily="18" charset="0"/>
              </a:rPr>
              <a:t>Cas de NetBot</a:t>
            </a:r>
            <a:endParaRPr lang="fr-CM" sz="2800" kern="100" dirty="0">
              <a:effectLst/>
              <a:latin typeface="Times New Roman" panose="02020603050405020304" pitchFamily="18" charset="0"/>
              <a:ea typeface="Tw Cen MT" panose="020B0602020104020603" pitchFamily="34" charset="0"/>
              <a:cs typeface="Times New Roman" panose="02020603050405020304" pitchFamily="18" charset="0"/>
            </a:endParaRPr>
          </a:p>
        </p:txBody>
      </p:sp>
      <p:sp>
        <p:nvSpPr>
          <p:cNvPr id="13" name="ZoneTexte 12"/>
          <p:cNvSpPr txBox="1"/>
          <p:nvPr/>
        </p:nvSpPr>
        <p:spPr>
          <a:xfrm>
            <a:off x="4563748" y="2320772"/>
            <a:ext cx="2779691" cy="584775"/>
          </a:xfrm>
          <a:prstGeom prst="rect">
            <a:avLst/>
          </a:prstGeom>
          <a:noFill/>
        </p:spPr>
        <p:txBody>
          <a:bodyPr wrap="square" rtlCol="0">
            <a:spAutoFit/>
          </a:bodyPr>
          <a:lstStyle/>
          <a:p>
            <a:pPr algn="ctr" defTabSz="457200" eaLnBrk="1" fontAlgn="auto" hangingPunct="1">
              <a:spcBef>
                <a:spcPts val="0"/>
              </a:spcBef>
              <a:spcAft>
                <a:spcPts val="0"/>
              </a:spcAft>
            </a:pPr>
            <a:r>
              <a:rPr lang="fr-FR" sz="3200" b="1" dirty="0">
                <a:solidFill>
                  <a:prstClr val="black"/>
                </a:solidFill>
                <a:latin typeface="Cambria" panose="02040503050406030204" pitchFamily="18" charset="0"/>
                <a:ea typeface="Cambria" panose="02040503050406030204" pitchFamily="18" charset="0"/>
              </a:rPr>
              <a:t>THEME</a:t>
            </a:r>
            <a:endParaRPr lang="fr-FR" sz="2000" dirty="0">
              <a:solidFill>
                <a:prstClr val="black"/>
              </a:solidFill>
              <a:latin typeface="Cambria" panose="02040503050406030204" pitchFamily="18" charset="0"/>
              <a:ea typeface="Cambria" panose="02040503050406030204" pitchFamily="18" charset="0"/>
              <a:cs typeface="Times New Roman" panose="02020603050405020304" pitchFamily="18" charset="0"/>
            </a:endParaRPr>
          </a:p>
        </p:txBody>
      </p:sp>
      <p:sp>
        <p:nvSpPr>
          <p:cNvPr id="16" name="Rectangle à coins arrondis 15"/>
          <p:cNvSpPr/>
          <p:nvPr/>
        </p:nvSpPr>
        <p:spPr>
          <a:xfrm>
            <a:off x="11711263" y="6254459"/>
            <a:ext cx="450669"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2</a:t>
            </a:r>
          </a:p>
        </p:txBody>
      </p:sp>
      <p:sp>
        <p:nvSpPr>
          <p:cNvPr id="23" name="ZoneTexte 22">
            <a:extLst>
              <a:ext uri="{FF2B5EF4-FFF2-40B4-BE49-F238E27FC236}">
                <a16:creationId xmlns:a16="http://schemas.microsoft.com/office/drawing/2014/main" id="{93982912-1F21-4976-9389-2F0C9340BA30}"/>
              </a:ext>
            </a:extLst>
          </p:cNvPr>
          <p:cNvSpPr txBox="1"/>
          <p:nvPr/>
        </p:nvSpPr>
        <p:spPr>
          <a:xfrm>
            <a:off x="3645542" y="1901701"/>
            <a:ext cx="4616105" cy="377506"/>
          </a:xfrm>
          <a:prstGeom prst="rect">
            <a:avLst/>
          </a:prstGeom>
          <a:noFill/>
        </p:spPr>
        <p:txBody>
          <a:bodyPr wrap="square" rtlCol="0">
            <a:prstTxWarp prst="textStop">
              <a:avLst/>
            </a:prstTxWarp>
            <a:spAutoFit/>
          </a:bodyPr>
          <a:lstStyle/>
          <a:p>
            <a:pPr algn="ctr"/>
            <a:r>
              <a:rPr lang="fr-CM" sz="3200" dirty="0">
                <a:solidFill>
                  <a:schemeClr val="accent1"/>
                </a:solidFill>
                <a:effectLst>
                  <a:outerShdw blurRad="38100" dist="38100" dir="2700000" algn="tl">
                    <a:srgbClr val="000000">
                      <a:alpha val="43137"/>
                    </a:srgbClr>
                  </a:outerShdw>
                </a:effectLst>
                <a:latin typeface="Cambria" panose="02040503050406030204" pitchFamily="18" charset="0"/>
                <a:ea typeface="Cambria" panose="02040503050406030204" pitchFamily="18" charset="0"/>
              </a:rPr>
              <a:t>RAPPORT DE STAGE</a:t>
            </a:r>
          </a:p>
        </p:txBody>
      </p:sp>
      <p:sp>
        <p:nvSpPr>
          <p:cNvPr id="2" name="Rectangle 1"/>
          <p:cNvSpPr/>
          <p:nvPr/>
        </p:nvSpPr>
        <p:spPr>
          <a:xfrm>
            <a:off x="8568657" y="1241476"/>
            <a:ext cx="3975008" cy="646331"/>
          </a:xfrm>
          <a:prstGeom prst="rect">
            <a:avLst/>
          </a:prstGeom>
        </p:spPr>
        <p:txBody>
          <a:bodyPr wrap="square">
            <a:spAutoFit/>
          </a:bodyPr>
          <a:lstStyle/>
          <a:p>
            <a:pPr algn="ctr"/>
            <a:r>
              <a:rPr lang="fr-CM" sz="1200" b="1" dirty="0">
                <a:latin typeface="Times New Roman" panose="02020603050405020304" pitchFamily="18" charset="0"/>
                <a:cs typeface="Times New Roman" panose="02020603050405020304" pitchFamily="18" charset="0"/>
              </a:rPr>
              <a:t>BP :</a:t>
            </a:r>
            <a:r>
              <a:rPr lang="fr-FR" sz="1200" b="1" dirty="0" err="1">
                <a:latin typeface="Times New Roman" panose="02020603050405020304" pitchFamily="18" charset="0"/>
                <a:cs typeface="Times New Roman" panose="02020603050405020304" pitchFamily="18" charset="0"/>
              </a:rPr>
              <a:t>Nkolafamba</a:t>
            </a:r>
            <a:r>
              <a:rPr lang="fr-FR" sz="1200" b="1" dirty="0">
                <a:latin typeface="Times New Roman" panose="02020603050405020304" pitchFamily="18" charset="0"/>
                <a:cs typeface="Times New Roman" panose="02020603050405020304" pitchFamily="18" charset="0"/>
              </a:rPr>
              <a:t> </a:t>
            </a:r>
            <a:r>
              <a:rPr lang="fr-FR" sz="1200" b="1" dirty="0" err="1">
                <a:latin typeface="Times New Roman" panose="02020603050405020304" pitchFamily="18" charset="0"/>
                <a:cs typeface="Times New Roman" panose="02020603050405020304" pitchFamily="18" charset="0"/>
              </a:rPr>
              <a:t>cameroun</a:t>
            </a:r>
            <a:endParaRPr lang="fr-FR" sz="1200"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Tel :( 237) </a:t>
            </a:r>
            <a:r>
              <a:rPr lang="fr-FR" sz="1200" b="1" dirty="0">
                <a:latin typeface="Times New Roman" panose="02020603050405020304" pitchFamily="18" charset="0"/>
                <a:cs typeface="Times New Roman" panose="02020603050405020304" pitchFamily="18" charset="0"/>
              </a:rPr>
              <a:t>653 94 06 69</a:t>
            </a:r>
            <a:endParaRPr lang="fr-FR" sz="1200" u="sng" dirty="0">
              <a:solidFill>
                <a:schemeClr val="accent5"/>
              </a:solidFill>
              <a:latin typeface="Times New Roman" panose="02020603050405020304" pitchFamily="18" charset="0"/>
              <a:cs typeface="Times New Roman" panose="02020603050405020304" pitchFamily="18" charset="0"/>
            </a:endParaRPr>
          </a:p>
          <a:p>
            <a:pPr algn="ctr"/>
            <a:r>
              <a:rPr lang="fr-CM" sz="1200" b="1" dirty="0">
                <a:latin typeface="Times New Roman" panose="02020603050405020304" pitchFamily="18" charset="0"/>
                <a:cs typeface="Times New Roman" panose="02020603050405020304" pitchFamily="18" charset="0"/>
              </a:rPr>
              <a:t>E-mail : Admin@bstsarl.com</a:t>
            </a:r>
            <a:endParaRPr lang="fr-FR" sz="1200" dirty="0">
              <a:latin typeface="Times New Roman" panose="02020603050405020304" pitchFamily="18" charset="0"/>
              <a:cs typeface="Times New Roman" panose="02020603050405020304" pitchFamily="18" charset="0"/>
            </a:endParaRPr>
          </a:p>
        </p:txBody>
      </p:sp>
      <p:sp>
        <p:nvSpPr>
          <p:cNvPr id="3" name="Rectangle à coins arrondis 2"/>
          <p:cNvSpPr/>
          <p:nvPr/>
        </p:nvSpPr>
        <p:spPr>
          <a:xfrm>
            <a:off x="4087730" y="6073767"/>
            <a:ext cx="4586068" cy="738949"/>
          </a:xfrm>
          <a:prstGeom prst="round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ZoneTexte 27">
            <a:extLst>
              <a:ext uri="{FF2B5EF4-FFF2-40B4-BE49-F238E27FC236}">
                <a16:creationId xmlns:a16="http://schemas.microsoft.com/office/drawing/2014/main" id="{A6842339-2689-2A6D-67D6-43DE6AFBC6E7}"/>
              </a:ext>
            </a:extLst>
          </p:cNvPr>
          <p:cNvSpPr txBox="1"/>
          <p:nvPr/>
        </p:nvSpPr>
        <p:spPr>
          <a:xfrm>
            <a:off x="4083505" y="6221980"/>
            <a:ext cx="4795928" cy="461665"/>
          </a:xfrm>
          <a:prstGeom prst="rect">
            <a:avLst/>
          </a:prstGeom>
          <a:noFill/>
        </p:spPr>
        <p:txBody>
          <a:bodyPr wrap="square" rtlCol="0">
            <a:spAutoFit/>
          </a:bodyPr>
          <a:lstStyle/>
          <a:p>
            <a:r>
              <a:rPr lang="fr-CM" sz="2400" dirty="0">
                <a:solidFill>
                  <a:schemeClr val="bg1"/>
                </a:solidFill>
                <a:latin typeface="Algerian" panose="04020705040A02060702" pitchFamily="82" charset="0"/>
              </a:rPr>
              <a:t>ANNE ACADEMIQUE 2024/2025</a:t>
            </a:r>
          </a:p>
        </p:txBody>
      </p:sp>
      <p:sp>
        <p:nvSpPr>
          <p:cNvPr id="27" name="ZoneTexte 26">
            <a:extLst>
              <a:ext uri="{FF2B5EF4-FFF2-40B4-BE49-F238E27FC236}">
                <a16:creationId xmlns:a16="http://schemas.microsoft.com/office/drawing/2014/main" id="{59E9DC1D-22D1-4D10-B44A-6E2226CCD2E1}"/>
              </a:ext>
            </a:extLst>
          </p:cNvPr>
          <p:cNvSpPr txBox="1"/>
          <p:nvPr/>
        </p:nvSpPr>
        <p:spPr>
          <a:xfrm>
            <a:off x="394060" y="4225841"/>
            <a:ext cx="11349787" cy="2062103"/>
          </a:xfrm>
          <a:prstGeom prst="rect">
            <a:avLst/>
          </a:prstGeom>
          <a:noFill/>
        </p:spPr>
        <p:txBody>
          <a:bodyPr wrap="square" rtlCol="0">
            <a:spAutoFit/>
          </a:bodyPr>
          <a:lstStyle/>
          <a:p>
            <a:pPr algn="ctr"/>
            <a:r>
              <a:rPr lang="fr-FR" sz="1600" dirty="0">
                <a:solidFill>
                  <a:schemeClr val="tx1"/>
                </a:solidFill>
                <a:latin typeface="Times New Roman" panose="02020603050405020304" pitchFamily="18" charset="0"/>
                <a:cs typeface="Times New Roman" panose="02020603050405020304" pitchFamily="18" charset="0"/>
              </a:rPr>
              <a:t>Stage effectué du 1er Juillet  au 30 Septembre 2025 </a:t>
            </a:r>
            <a:r>
              <a:rPr lang="fr-CM" sz="1600" dirty="0">
                <a:solidFill>
                  <a:schemeClr val="tx1"/>
                </a:solidFill>
                <a:latin typeface="Times New Roman" panose="02020603050405020304" pitchFamily="18" charset="0"/>
                <a:cs typeface="Times New Roman" panose="02020603050405020304" pitchFamily="18" charset="0"/>
              </a:rPr>
              <a:t>en vue d’obtention </a:t>
            </a:r>
            <a:r>
              <a:rPr lang="fr-FR" sz="1600" dirty="0">
                <a:solidFill>
                  <a:schemeClr val="tx1"/>
                </a:solidFill>
                <a:latin typeface="Times New Roman" panose="02020603050405020304" pitchFamily="18" charset="0"/>
                <a:cs typeface="Times New Roman" panose="02020603050405020304" pitchFamily="18" charset="0"/>
              </a:rPr>
              <a:t>du diplôme d’Ingénieur des Travaux Informatiques</a:t>
            </a:r>
            <a:endParaRPr lang="fr-CA" sz="1600" dirty="0">
              <a:solidFill>
                <a:schemeClr val="tx1"/>
              </a:solidFill>
              <a:latin typeface="Times New Roman" panose="02020603050405020304" pitchFamily="18" charset="0"/>
              <a:cs typeface="Times New Roman" panose="02020603050405020304" pitchFamily="18" charset="0"/>
            </a:endParaRPr>
          </a:p>
          <a:p>
            <a:pPr algn="ctr"/>
            <a:endParaRPr lang="fr-CM" sz="2000" dirty="0">
              <a:solidFill>
                <a:schemeClr val="tx1"/>
              </a:solidFill>
              <a:latin typeface="Times New Roman" panose="02020603050405020304" pitchFamily="18" charset="0"/>
              <a:cs typeface="Times New Roman" panose="02020603050405020304" pitchFamily="18" charset="0"/>
            </a:endParaRPr>
          </a:p>
          <a:p>
            <a:pPr algn="ctr"/>
            <a:r>
              <a:rPr lang="fr-CM" sz="2000" dirty="0">
                <a:solidFill>
                  <a:schemeClr val="tx1"/>
                </a:solidFill>
                <a:latin typeface="Times New Roman" panose="02020603050405020304" pitchFamily="18" charset="0"/>
                <a:cs typeface="Times New Roman" panose="02020603050405020304" pitchFamily="18" charset="0"/>
              </a:rPr>
              <a:t>Option : </a:t>
            </a:r>
            <a:r>
              <a:rPr lang="fr-FR" sz="2000" b="1">
                <a:solidFill>
                  <a:schemeClr val="tx1"/>
                </a:solidFill>
                <a:latin typeface="Times New Roman" panose="02020603050405020304" pitchFamily="18" charset="0"/>
                <a:cs typeface="Times New Roman" panose="02020603050405020304" pitchFamily="18" charset="0"/>
              </a:rPr>
              <a:t>SYSTÈME ET RESEAU</a:t>
            </a:r>
            <a:endParaRPr kumimoji="1" lang="en-US" altLang="ja-JP" sz="2000" dirty="0">
              <a:solidFill>
                <a:schemeClr val="tx1"/>
              </a:solidFill>
              <a:latin typeface="Times New Roman" panose="02020603050405020304" pitchFamily="18" charset="0"/>
              <a:cs typeface="Times New Roman" panose="02020603050405020304" pitchFamily="18" charset="0"/>
            </a:endParaRPr>
          </a:p>
          <a:p>
            <a:pPr algn="ctr"/>
            <a:r>
              <a:rPr lang="fr-CA" sz="2000" b="1" dirty="0">
                <a:solidFill>
                  <a:schemeClr val="tx1"/>
                </a:solidFill>
                <a:latin typeface="Times New Roman" panose="02020603050405020304" pitchFamily="18" charset="0"/>
                <a:cs typeface="Times New Roman" panose="02020603050405020304" pitchFamily="18" charset="0"/>
              </a:rPr>
              <a:t> </a:t>
            </a:r>
          </a:p>
          <a:p>
            <a:pPr algn="ctr"/>
            <a:r>
              <a:rPr lang="fr-CA" sz="2000" b="1" dirty="0">
                <a:solidFill>
                  <a:schemeClr val="tx1"/>
                </a:solidFill>
                <a:latin typeface="Times New Roman" panose="02020603050405020304" pitchFamily="18" charset="0"/>
                <a:cs typeface="Times New Roman" panose="02020603050405020304" pitchFamily="18" charset="0"/>
              </a:rPr>
              <a:t> Rédigé et présenté par:</a:t>
            </a:r>
            <a:endParaRPr lang="fr-CA" sz="2000" dirty="0">
              <a:solidFill>
                <a:schemeClr val="tx1"/>
              </a:solidFill>
              <a:latin typeface="Times New Roman" panose="02020603050405020304" pitchFamily="18" charset="0"/>
              <a:cs typeface="Times New Roman" panose="02020603050405020304" pitchFamily="18" charset="0"/>
            </a:endParaRPr>
          </a:p>
          <a:p>
            <a:pPr algn="ctr"/>
            <a:r>
              <a:rPr lang="fr-CA" sz="1600" dirty="0">
                <a:solidFill>
                  <a:schemeClr val="tx1"/>
                </a:solidFill>
                <a:latin typeface="Times New Roman" panose="02020603050405020304" pitchFamily="18" charset="0"/>
                <a:cs typeface="Times New Roman" panose="02020603050405020304" pitchFamily="18" charset="0"/>
              </a:rPr>
              <a:t>NKONO NDEME Miguel</a:t>
            </a:r>
          </a:p>
          <a:p>
            <a:pPr algn="ctr"/>
            <a:endParaRPr lang="fr-CA" sz="1600" dirty="0">
              <a:solidFill>
                <a:schemeClr val="tx1"/>
              </a:solidFill>
              <a:latin typeface="Times New Roman" panose="02020603050405020304" pitchFamily="18" charset="0"/>
              <a:cs typeface="Times New Roman" panose="02020603050405020304" pitchFamily="18" charset="0"/>
            </a:endParaRPr>
          </a:p>
        </p:txBody>
      </p:sp>
      <p:sp>
        <p:nvSpPr>
          <p:cNvPr id="29" name="Zone de texte 97"/>
          <p:cNvSpPr txBox="1"/>
          <p:nvPr/>
        </p:nvSpPr>
        <p:spPr>
          <a:xfrm>
            <a:off x="254759" y="5084907"/>
            <a:ext cx="3627336" cy="1539828"/>
          </a:xfrm>
          <a:prstGeom prst="rect">
            <a:avLst/>
          </a:prstGeom>
          <a:noFill/>
          <a:ln w="6350">
            <a:noFill/>
          </a:ln>
          <a:effectLst/>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50000"/>
              </a:lnSpc>
              <a:spcAft>
                <a:spcPts val="600"/>
              </a:spcAft>
            </a:pPr>
            <a:r>
              <a:rPr lang="fr-FR" sz="1400" u="sng" dirty="0">
                <a:latin typeface="Cambria" panose="02040503050406030204" pitchFamily="18" charset="0"/>
                <a:ea typeface="Times New Roman" panose="02020603050405020304" pitchFamily="18" charset="0"/>
                <a:cs typeface="Times New Roman" panose="02020603050405020304" pitchFamily="18" charset="0"/>
              </a:rPr>
              <a:t>Encadreur a</a:t>
            </a:r>
            <a:r>
              <a:rPr lang="fr-FR" sz="1400" u="sng" dirty="0">
                <a:effectLst/>
                <a:latin typeface="Cambria" panose="02040503050406030204" pitchFamily="18" charset="0"/>
                <a:ea typeface="Times New Roman" panose="02020603050405020304" pitchFamily="18" charset="0"/>
                <a:cs typeface="Times New Roman" panose="02020603050405020304" pitchFamily="18" charset="0"/>
              </a:rPr>
              <a:t>cadémique</a:t>
            </a:r>
            <a:r>
              <a:rPr lang="fr-FR" sz="1400" dirty="0">
                <a:effectLst/>
                <a:latin typeface="Cambria" panose="02040503050406030204" pitchFamily="18" charset="0"/>
                <a:ea typeface="Times New Roman" panose="02020603050405020304" pitchFamily="18" charset="0"/>
                <a:cs typeface="Times New Roman" panose="02020603050405020304" pitchFamily="18" charset="0"/>
              </a:rPr>
              <a:t> :</a:t>
            </a:r>
            <a:endParaRPr lang="fr-FR" sz="12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algn="ctr">
              <a:lnSpc>
                <a:spcPct val="150000"/>
              </a:lnSpc>
              <a:spcAft>
                <a:spcPts val="600"/>
              </a:spcAft>
            </a:pPr>
            <a:r>
              <a:rPr lang="fr-CM" sz="1800" dirty="0">
                <a:effectLst/>
                <a:latin typeface="Times New Roman" panose="02020603050405020304" pitchFamily="18" charset="0"/>
                <a:ea typeface="Tw Cen MT" panose="020B0602020104020603" pitchFamily="34" charset="0"/>
              </a:rPr>
              <a:t>M. </a:t>
            </a:r>
            <a:r>
              <a:rPr lang="fr-CM" sz="1800" b="1" dirty="0">
                <a:effectLst/>
                <a:latin typeface="Times New Roman" panose="02020603050405020304" pitchFamily="18" charset="0"/>
                <a:ea typeface="Tw Cen MT" panose="020B0602020104020603" pitchFamily="34" charset="0"/>
              </a:rPr>
              <a:t>ABOGO Jeannot</a:t>
            </a:r>
          </a:p>
          <a:p>
            <a:pPr algn="ctr">
              <a:lnSpc>
                <a:spcPct val="150000"/>
              </a:lnSpc>
              <a:spcAft>
                <a:spcPts val="600"/>
              </a:spcAft>
            </a:pPr>
            <a:r>
              <a:rPr lang="fr-FR" sz="1400" i="1" dirty="0">
                <a:effectLst/>
                <a:latin typeface="Times New Roman" panose="02020603050405020304" pitchFamily="18" charset="0"/>
                <a:ea typeface="Times New Roman" panose="02020603050405020304" pitchFamily="18" charset="0"/>
                <a:cs typeface="Times New Roman" panose="02020603050405020304" pitchFamily="18" charset="0"/>
              </a:rPr>
              <a:t>Enseignante à l’IAI-Cameroun, centre d’excellence technologique Paul Biya</a:t>
            </a:r>
            <a:endParaRPr lang="fr-CM" sz="14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31" name="Zone de texte 98"/>
          <p:cNvSpPr txBox="1"/>
          <p:nvPr/>
        </p:nvSpPr>
        <p:spPr>
          <a:xfrm>
            <a:off x="8255811" y="5366166"/>
            <a:ext cx="3452777" cy="1333254"/>
          </a:xfrm>
          <a:prstGeom prst="rect">
            <a:avLst/>
          </a:prstGeom>
          <a:noFill/>
          <a:ln w="6350">
            <a:noFill/>
          </a:ln>
          <a:effectLst/>
        </p:spPr>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600"/>
              </a:spcAft>
            </a:pPr>
            <a:r>
              <a:rPr lang="fr-FR" sz="1400" u="sng" dirty="0">
                <a:effectLst/>
                <a:latin typeface="Cambria" panose="02040503050406030204" pitchFamily="18" charset="0"/>
                <a:ea typeface="Times New Roman" panose="02020603050405020304" pitchFamily="18" charset="0"/>
                <a:cs typeface="Times New Roman" panose="02020603050405020304" pitchFamily="18" charset="0"/>
              </a:rPr>
              <a:t>Encadreur professionnel</a:t>
            </a:r>
            <a:r>
              <a:rPr lang="fr-FR" sz="1400" dirty="0">
                <a:effectLst/>
                <a:latin typeface="Cambria" panose="02040503050406030204" pitchFamily="18" charset="0"/>
                <a:ea typeface="Times New Roman" panose="02020603050405020304" pitchFamily="18" charset="0"/>
                <a:cs typeface="Times New Roman" panose="02020603050405020304" pitchFamily="18" charset="0"/>
              </a:rPr>
              <a:t> :</a:t>
            </a:r>
            <a:endParaRPr lang="fr-FR" sz="12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algn="ctr">
              <a:lnSpc>
                <a:spcPct val="150000"/>
              </a:lnSpc>
              <a:spcAft>
                <a:spcPts val="600"/>
              </a:spcAft>
            </a:pPr>
            <a:r>
              <a:rPr lang="fr-CM" sz="1800" dirty="0">
                <a:effectLst/>
                <a:latin typeface="Times New Roman" panose="02020603050405020304" pitchFamily="18" charset="0"/>
                <a:ea typeface="Tw Cen MT" panose="020B0602020104020603" pitchFamily="34" charset="0"/>
              </a:rPr>
              <a:t>M. </a:t>
            </a:r>
            <a:r>
              <a:rPr lang="fr-CM" sz="1800" b="1" dirty="0">
                <a:effectLst/>
                <a:latin typeface="Times New Roman" panose="02020603050405020304" pitchFamily="18" charset="0"/>
                <a:ea typeface="Tw Cen MT" panose="020B0602020104020603" pitchFamily="34" charset="0"/>
              </a:rPr>
              <a:t>NGAMO</a:t>
            </a:r>
            <a:r>
              <a:rPr lang="fr-CM" b="1" dirty="0">
                <a:latin typeface="Times New Roman" panose="02020603050405020304" pitchFamily="18" charset="0"/>
                <a:ea typeface="Tw Cen MT" panose="020B0602020104020603" pitchFamily="34" charset="0"/>
              </a:rPr>
              <a:t> </a:t>
            </a:r>
            <a:r>
              <a:rPr lang="fr-CM" b="1" dirty="0" err="1">
                <a:latin typeface="Times New Roman" panose="02020603050405020304" pitchFamily="18" charset="0"/>
                <a:ea typeface="Tw Cen MT" panose="020B0602020104020603" pitchFamily="34" charset="0"/>
              </a:rPr>
              <a:t>NGAMO</a:t>
            </a:r>
            <a:r>
              <a:rPr lang="fr-CM" sz="1800" b="1" dirty="0">
                <a:effectLst/>
                <a:latin typeface="Times New Roman" panose="02020603050405020304" pitchFamily="18" charset="0"/>
                <a:ea typeface="Tw Cen MT" panose="020B0602020104020603" pitchFamily="34" charset="0"/>
              </a:rPr>
              <a:t> Leonel</a:t>
            </a:r>
          </a:p>
          <a:p>
            <a:pPr algn="ctr">
              <a:lnSpc>
                <a:spcPct val="150000"/>
              </a:lnSpc>
              <a:spcAft>
                <a:spcPts val="600"/>
              </a:spcAft>
            </a:pPr>
            <a:r>
              <a:rPr lang="fr-FR" sz="1400" i="1" dirty="0">
                <a:effectLst/>
                <a:latin typeface="Times New Roman" panose="02020603050405020304" pitchFamily="18" charset="0"/>
                <a:ea typeface="Times New Roman" panose="02020603050405020304" pitchFamily="18" charset="0"/>
                <a:cs typeface="Times New Roman" panose="02020603050405020304" pitchFamily="18" charset="0"/>
              </a:rPr>
              <a:t>Ingénieur Génie Logiciel</a:t>
            </a:r>
            <a:endParaRPr lang="fr-CM" sz="14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grpSp>
        <p:nvGrpSpPr>
          <p:cNvPr id="33" name="Groupe 32"/>
          <p:cNvGrpSpPr/>
          <p:nvPr/>
        </p:nvGrpSpPr>
        <p:grpSpPr>
          <a:xfrm>
            <a:off x="220273" y="91260"/>
            <a:ext cx="3406461" cy="1961711"/>
            <a:chOff x="1498791" y="38151"/>
            <a:chExt cx="3406461" cy="1961711"/>
          </a:xfrm>
        </p:grpSpPr>
        <p:sp>
          <p:nvSpPr>
            <p:cNvPr id="34" name="ZoneTexte 33"/>
            <p:cNvSpPr txBox="1"/>
            <p:nvPr/>
          </p:nvSpPr>
          <p:spPr>
            <a:xfrm>
              <a:off x="2047740" y="38151"/>
              <a:ext cx="2009104" cy="461665"/>
            </a:xfrm>
            <a:prstGeom prst="rect">
              <a:avLst/>
            </a:prstGeom>
            <a:noFill/>
          </p:spPr>
          <p:txBody>
            <a:bodyPr wrap="square" rtlCol="0">
              <a:spAutoFit/>
            </a:bodyPr>
            <a:lstStyle/>
            <a:p>
              <a:pPr algn="ctr"/>
              <a:r>
                <a:rPr lang="fr-CM" sz="1200" b="1" dirty="0">
                  <a:latin typeface="Times New Roman" panose="02020603050405020304" pitchFamily="18" charset="0"/>
                  <a:cs typeface="Times New Roman" panose="02020603050405020304" pitchFamily="18" charset="0"/>
                </a:rPr>
                <a:t>République du Cameroun</a:t>
              </a:r>
              <a:endParaRPr lang="fr-FR" sz="1200" b="1" dirty="0">
                <a:latin typeface="Times New Roman" panose="02020603050405020304" pitchFamily="18" charset="0"/>
                <a:cs typeface="Times New Roman" panose="02020603050405020304" pitchFamily="18" charset="0"/>
              </a:endParaRPr>
            </a:p>
            <a:p>
              <a:pPr algn="ctr"/>
              <a:r>
                <a:rPr lang="en-US" sz="1200" b="1" dirty="0" err="1">
                  <a:latin typeface="Times New Roman" panose="02020603050405020304" pitchFamily="18" charset="0"/>
                  <a:cs typeface="Times New Roman" panose="02020603050405020304" pitchFamily="18" charset="0"/>
                </a:rPr>
                <a:t>Paix</a:t>
              </a:r>
              <a:r>
                <a:rPr lang="en-US" sz="1200" b="1" dirty="0">
                  <a:latin typeface="Times New Roman" panose="02020603050405020304" pitchFamily="18" charset="0"/>
                  <a:cs typeface="Times New Roman" panose="02020603050405020304" pitchFamily="18" charset="0"/>
                </a:rPr>
                <a:t>– Travail – </a:t>
              </a:r>
              <a:r>
                <a:rPr lang="en-US" sz="1200" b="1" dirty="0" err="1">
                  <a:latin typeface="Times New Roman" panose="02020603050405020304" pitchFamily="18" charset="0"/>
                  <a:cs typeface="Times New Roman" panose="02020603050405020304" pitchFamily="18" charset="0"/>
                </a:rPr>
                <a:t>Patrie</a:t>
              </a:r>
              <a:endParaRPr lang="fr-FR" sz="1200" b="1" dirty="0">
                <a:latin typeface="Times New Roman" panose="02020603050405020304" pitchFamily="18" charset="0"/>
                <a:cs typeface="Times New Roman" panose="02020603050405020304" pitchFamily="18" charset="0"/>
              </a:endParaRPr>
            </a:p>
          </p:txBody>
        </p:sp>
        <p:sp>
          <p:nvSpPr>
            <p:cNvPr id="35" name="ZoneTexte 34"/>
            <p:cNvSpPr txBox="1"/>
            <p:nvPr/>
          </p:nvSpPr>
          <p:spPr>
            <a:xfrm>
              <a:off x="1498791" y="707200"/>
              <a:ext cx="3406461" cy="1292662"/>
            </a:xfrm>
            <a:prstGeom prst="rect">
              <a:avLst/>
            </a:prstGeom>
            <a:noFill/>
          </p:spPr>
          <p:txBody>
            <a:bodyPr wrap="square" rtlCol="0">
              <a:spAutoFit/>
            </a:bodyPr>
            <a:lstStyle/>
            <a:p>
              <a:pPr algn="ctr"/>
              <a:r>
                <a:rPr lang="fr-CM" sz="1200" b="1" dirty="0">
                  <a:latin typeface="Times New Roman" panose="02020603050405020304" pitchFamily="18" charset="0"/>
                  <a:cs typeface="Times New Roman" panose="02020603050405020304" pitchFamily="18" charset="0"/>
                </a:rPr>
                <a:t>INSTITUT AFRICAIN D’INFORMATIQUE</a:t>
              </a:r>
              <a:endParaRPr lang="fr-FR" sz="1200" dirty="0">
                <a:latin typeface="Times New Roman" panose="02020603050405020304" pitchFamily="18" charset="0"/>
                <a:cs typeface="Times New Roman" panose="02020603050405020304" pitchFamily="18" charset="0"/>
              </a:endParaRPr>
            </a:p>
            <a:p>
              <a:pPr algn="ctr"/>
              <a:r>
                <a:rPr lang="fr-CM" sz="1200" b="1" dirty="0">
                  <a:latin typeface="Times New Roman" panose="02020603050405020304" pitchFamily="18" charset="0"/>
                  <a:cs typeface="Times New Roman" panose="02020603050405020304" pitchFamily="18" charset="0"/>
                </a:rPr>
                <a:t>BP 13719 Yaoundé (Cameroun)</a:t>
              </a:r>
              <a:endParaRPr lang="fr-FR" sz="1200"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Tel :( 237) 242 72 99 57 / 242 72 99 58</a:t>
              </a:r>
              <a:endParaRPr lang="fr-FR" sz="1200"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Site: </a:t>
              </a:r>
              <a:r>
                <a:rPr lang="en-US" sz="1200" b="1" u="sng" dirty="0">
                  <a:solidFill>
                    <a:schemeClr val="accent5"/>
                  </a:solidFill>
                  <a:latin typeface="Times New Roman" panose="02020603050405020304" pitchFamily="18" charset="0"/>
                  <a:cs typeface="Times New Roman" panose="02020603050405020304" pitchFamily="18" charset="0"/>
                </a:rPr>
                <a:t>www.iaicameroun.com</a:t>
              </a:r>
              <a:endParaRPr lang="fr-FR" sz="1200" u="sng" dirty="0">
                <a:solidFill>
                  <a:schemeClr val="accent5"/>
                </a:solidFill>
                <a:latin typeface="Times New Roman" panose="02020603050405020304" pitchFamily="18" charset="0"/>
                <a:cs typeface="Times New Roman" panose="02020603050405020304" pitchFamily="18" charset="0"/>
              </a:endParaRPr>
            </a:p>
            <a:p>
              <a:pPr algn="ctr"/>
              <a:r>
                <a:rPr lang="fr-CM" sz="1200" b="1" dirty="0">
                  <a:latin typeface="Times New Roman" panose="02020603050405020304" pitchFamily="18" charset="0"/>
                  <a:cs typeface="Times New Roman" panose="02020603050405020304" pitchFamily="18" charset="0"/>
                </a:rPr>
                <a:t>E-mail : contact@iaicameroun.com</a:t>
              </a:r>
              <a:endParaRPr lang="fr-FR" sz="1200" dirty="0">
                <a:latin typeface="Times New Roman" panose="02020603050405020304" pitchFamily="18" charset="0"/>
                <a:cs typeface="Times New Roman" panose="02020603050405020304" pitchFamily="18" charset="0"/>
              </a:endParaRPr>
            </a:p>
            <a:p>
              <a:endParaRPr lang="fr-FR" dirty="0"/>
            </a:p>
          </p:txBody>
        </p:sp>
      </p:grpSp>
      <p:pic>
        <p:nvPicPr>
          <p:cNvPr id="6" name="Picture 5">
            <a:extLst>
              <a:ext uri="{FF2B5EF4-FFF2-40B4-BE49-F238E27FC236}">
                <a16:creationId xmlns:a16="http://schemas.microsoft.com/office/drawing/2014/main" id="{6DD865FA-5D1D-3152-EED9-93C22540B0A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59711" y="361364"/>
            <a:ext cx="1853570" cy="1282470"/>
          </a:xfrm>
          <a:prstGeom prst="rect">
            <a:avLst/>
          </a:prstGeom>
        </p:spPr>
      </p:pic>
    </p:spTree>
    <p:extLst>
      <p:ext uri="{BB962C8B-B14F-4D97-AF65-F5344CB8AC3E}">
        <p14:creationId xmlns:p14="http://schemas.microsoft.com/office/powerpoint/2010/main" val="320421993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e 2"/>
          <p:cNvGrpSpPr/>
          <p:nvPr/>
        </p:nvGrpSpPr>
        <p:grpSpPr>
          <a:xfrm>
            <a:off x="928913" y="99043"/>
            <a:ext cx="10685027" cy="1322271"/>
            <a:chOff x="381349" y="99043"/>
            <a:chExt cx="11232592" cy="1322271"/>
          </a:xfrm>
        </p:grpSpPr>
        <p:sp>
          <p:nvSpPr>
            <p:cNvPr id="13" name="Signalisation droite 5">
              <a:extLst>
                <a:ext uri="{FF2B5EF4-FFF2-40B4-BE49-F238E27FC236}">
                  <a16:creationId xmlns:a16="http://schemas.microsoft.com/office/drawing/2014/main" id="{3C3A67F8-D515-42AE-ABBE-C3EA26B2BBAF}"/>
                </a:ext>
              </a:extLst>
            </p:cNvPr>
            <p:cNvSpPr/>
            <p:nvPr/>
          </p:nvSpPr>
          <p:spPr>
            <a:xfrm rot="10800000">
              <a:off x="381349" y="99043"/>
              <a:ext cx="11232592" cy="923525"/>
            </a:xfrm>
            <a:prstGeom prst="homePlate">
              <a:avLst/>
            </a:prstGeom>
            <a:solidFill>
              <a:srgbClr val="00B0F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fr-CM" dirty="0">
                <a:ln w="0"/>
                <a:solidFill>
                  <a:schemeClr val="accent1"/>
                </a:solidFill>
                <a:effectLst>
                  <a:outerShdw blurRad="38100" dist="25400" dir="5400000" algn="ctr" rotWithShape="0">
                    <a:srgbClr val="6E747A">
                      <a:alpha val="43000"/>
                    </a:srgbClr>
                  </a:outerShdw>
                </a:effectLst>
              </a:endParaRPr>
            </a:p>
          </p:txBody>
        </p:sp>
        <p:sp>
          <p:nvSpPr>
            <p:cNvPr id="2" name="ZoneTexte 1"/>
            <p:cNvSpPr txBox="1"/>
            <p:nvPr/>
          </p:nvSpPr>
          <p:spPr>
            <a:xfrm>
              <a:off x="5486397" y="220985"/>
              <a:ext cx="2057403" cy="1200329"/>
            </a:xfrm>
            <a:prstGeom prst="rect">
              <a:avLst/>
            </a:prstGeom>
            <a:noFill/>
          </p:spPr>
          <p:txBody>
            <a:bodyPr wrap="square" rtlCol="0">
              <a:spAutoFit/>
            </a:bodyPr>
            <a:lstStyle/>
            <a:p>
              <a:pPr lvl="0"/>
              <a:r>
                <a:rPr lang="fr-FR" sz="5400" b="1" dirty="0">
                  <a:solidFill>
                    <a:schemeClr val="bg1"/>
                  </a:solidFill>
                  <a:latin typeface="Cambria" panose="02040503050406030204" pitchFamily="18" charset="0"/>
                  <a:ea typeface="Cambria" panose="02040503050406030204" pitchFamily="18" charset="0"/>
                </a:rPr>
                <a:t>PLAN</a:t>
              </a:r>
              <a:endParaRPr lang="fr-FR" altLang="fr-FR" sz="3200" b="1" dirty="0">
                <a:solidFill>
                  <a:schemeClr val="bg1"/>
                </a:solidFill>
                <a:latin typeface="Cambria" panose="02040503050406030204" pitchFamily="18" charset="0"/>
                <a:ea typeface="Cambria" panose="02040503050406030204" pitchFamily="18" charset="0"/>
                <a:cs typeface="Corbel" panose="020B0503020204020204" pitchFamily="34" charset="0"/>
              </a:endParaRPr>
            </a:p>
            <a:p>
              <a:endParaRPr lang="fr-FR" dirty="0"/>
            </a:p>
          </p:txBody>
        </p:sp>
      </p:grpSp>
      <p:grpSp>
        <p:nvGrpSpPr>
          <p:cNvPr id="9" name="Groupe 8"/>
          <p:cNvGrpSpPr/>
          <p:nvPr/>
        </p:nvGrpSpPr>
        <p:grpSpPr>
          <a:xfrm>
            <a:off x="3112828" y="1888526"/>
            <a:ext cx="8816326" cy="676504"/>
            <a:chOff x="2097387" y="2215957"/>
            <a:chExt cx="7317270" cy="698229"/>
          </a:xfrm>
        </p:grpSpPr>
        <p:sp>
          <p:nvSpPr>
            <p:cNvPr id="16" name="Rectangle : carré corné 15">
              <a:extLst>
                <a:ext uri="{FF2B5EF4-FFF2-40B4-BE49-F238E27FC236}">
                  <a16:creationId xmlns:a16="http://schemas.microsoft.com/office/drawing/2014/main" id="{A896F18F-EF80-497D-B568-978681C51064}"/>
                </a:ext>
              </a:extLst>
            </p:cNvPr>
            <p:cNvSpPr/>
            <p:nvPr/>
          </p:nvSpPr>
          <p:spPr>
            <a:xfrm>
              <a:off x="2508935" y="2215957"/>
              <a:ext cx="6905722" cy="698229"/>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CM" sz="2800" b="1" dirty="0">
                  <a:solidFill>
                    <a:schemeClr val="tx1"/>
                  </a:solidFill>
                  <a:latin typeface="Cambria" panose="02040503050406030204" pitchFamily="18" charset="0"/>
                  <a:ea typeface="Cambria" panose="02040503050406030204" pitchFamily="18" charset="0"/>
                </a:rPr>
                <a:t>CONTEXTE ET CRITIQUE DE L’EXISTANT</a:t>
              </a:r>
              <a:endParaRPr lang="fr-CM" b="1" dirty="0">
                <a:solidFill>
                  <a:schemeClr val="tx1"/>
                </a:solidFill>
                <a:latin typeface="Cambria" panose="02040503050406030204" pitchFamily="18" charset="0"/>
                <a:ea typeface="Cambria" panose="02040503050406030204" pitchFamily="18" charset="0"/>
              </a:endParaRPr>
            </a:p>
          </p:txBody>
        </p:sp>
        <p:sp>
          <p:nvSpPr>
            <p:cNvPr id="14" name="Pentagone régulier 13"/>
            <p:cNvSpPr/>
            <p:nvPr/>
          </p:nvSpPr>
          <p:spPr>
            <a:xfrm>
              <a:off x="2097387" y="2259304"/>
              <a:ext cx="402372" cy="589075"/>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2</a:t>
              </a:r>
            </a:p>
          </p:txBody>
        </p:sp>
      </p:grpSp>
      <p:grpSp>
        <p:nvGrpSpPr>
          <p:cNvPr id="5" name="Groupe 4"/>
          <p:cNvGrpSpPr/>
          <p:nvPr/>
        </p:nvGrpSpPr>
        <p:grpSpPr>
          <a:xfrm>
            <a:off x="3401700" y="1214670"/>
            <a:ext cx="7884148" cy="527084"/>
            <a:chOff x="2789984" y="1478016"/>
            <a:chExt cx="7297914" cy="651072"/>
          </a:xfrm>
        </p:grpSpPr>
        <p:sp>
          <p:nvSpPr>
            <p:cNvPr id="15" name="Rectangle : carré corné 14">
              <a:extLst>
                <a:ext uri="{FF2B5EF4-FFF2-40B4-BE49-F238E27FC236}">
                  <a16:creationId xmlns:a16="http://schemas.microsoft.com/office/drawing/2014/main" id="{753FD64B-2E41-42F9-85AB-5C001DCBB501}"/>
                </a:ext>
              </a:extLst>
            </p:cNvPr>
            <p:cNvSpPr/>
            <p:nvPr/>
          </p:nvSpPr>
          <p:spPr>
            <a:xfrm>
              <a:off x="3417570" y="1478016"/>
              <a:ext cx="6670328" cy="651072"/>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FR" sz="2800" b="1" dirty="0">
                  <a:solidFill>
                    <a:schemeClr val="tx1"/>
                  </a:solidFill>
                  <a:latin typeface="Cambria" panose="02040503050406030204" pitchFamily="18" charset="0"/>
                  <a:ea typeface="Cambria" panose="02040503050406030204" pitchFamily="18" charset="0"/>
                </a:rPr>
                <a:t>INTRODUCTION</a:t>
              </a:r>
              <a:endParaRPr lang="fr-CM" b="1" dirty="0">
                <a:solidFill>
                  <a:schemeClr val="tx1"/>
                </a:solidFill>
                <a:latin typeface="Cambria" panose="02040503050406030204" pitchFamily="18" charset="0"/>
                <a:ea typeface="Cambria" panose="02040503050406030204" pitchFamily="18" charset="0"/>
              </a:endParaRPr>
            </a:p>
          </p:txBody>
        </p:sp>
        <p:sp>
          <p:nvSpPr>
            <p:cNvPr id="4" name="Pentagone régulier 3"/>
            <p:cNvSpPr/>
            <p:nvPr/>
          </p:nvSpPr>
          <p:spPr>
            <a:xfrm>
              <a:off x="2789984" y="1563792"/>
              <a:ext cx="592392" cy="531892"/>
            </a:xfrm>
            <a:prstGeom prst="pentagon">
              <a:avLst/>
            </a:prstGeom>
            <a:solidFill>
              <a:srgbClr val="00B0F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3600" b="1" dirty="0">
                  <a:latin typeface="Cambria" panose="02040503050406030204" pitchFamily="18" charset="0"/>
                  <a:ea typeface="Cambria" panose="02040503050406030204" pitchFamily="18" charset="0"/>
                </a:rPr>
                <a:t>1</a:t>
              </a:r>
            </a:p>
          </p:txBody>
        </p:sp>
      </p:grpSp>
      <p:grpSp>
        <p:nvGrpSpPr>
          <p:cNvPr id="8" name="Groupe 7"/>
          <p:cNvGrpSpPr/>
          <p:nvPr/>
        </p:nvGrpSpPr>
        <p:grpSpPr>
          <a:xfrm>
            <a:off x="3123884" y="3591724"/>
            <a:ext cx="9311551" cy="639892"/>
            <a:chOff x="2611383" y="4087190"/>
            <a:chExt cx="7399234" cy="571972"/>
          </a:xfrm>
        </p:grpSpPr>
        <p:sp>
          <p:nvSpPr>
            <p:cNvPr id="20" name="Pentagone régulier 19"/>
            <p:cNvSpPr/>
            <p:nvPr/>
          </p:nvSpPr>
          <p:spPr>
            <a:xfrm>
              <a:off x="2611383" y="4087190"/>
              <a:ext cx="624081" cy="497433"/>
            </a:xfrm>
            <a:prstGeom prst="pentagon">
              <a:avLst/>
            </a:prstGeom>
            <a:solidFill>
              <a:srgbClr val="00B0F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3600" b="1" dirty="0">
                  <a:latin typeface="Cambria" panose="02040503050406030204" pitchFamily="18" charset="0"/>
                  <a:ea typeface="Cambria" panose="02040503050406030204" pitchFamily="18" charset="0"/>
                </a:rPr>
                <a:t>4</a:t>
              </a:r>
            </a:p>
          </p:txBody>
        </p:sp>
        <p:sp>
          <p:nvSpPr>
            <p:cNvPr id="17" name="Rectangle : carré corné 16">
              <a:extLst>
                <a:ext uri="{FF2B5EF4-FFF2-40B4-BE49-F238E27FC236}">
                  <a16:creationId xmlns:a16="http://schemas.microsoft.com/office/drawing/2014/main" id="{DF4528F6-D18A-41A1-92CD-59607F334081}"/>
                </a:ext>
              </a:extLst>
            </p:cNvPr>
            <p:cNvSpPr/>
            <p:nvPr/>
          </p:nvSpPr>
          <p:spPr>
            <a:xfrm>
              <a:off x="3304191" y="4134283"/>
              <a:ext cx="6706426" cy="524879"/>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CM" sz="2800" b="1" dirty="0">
                  <a:solidFill>
                    <a:schemeClr val="tx1"/>
                  </a:solidFill>
                  <a:latin typeface="Cambria" panose="02040503050406030204" pitchFamily="18" charset="0"/>
                  <a:ea typeface="Cambria" panose="02040503050406030204" pitchFamily="18" charset="0"/>
                </a:rPr>
                <a:t>METHODOLOGIE ET ARCHITECTURE UTILISEE</a:t>
              </a:r>
              <a:endParaRPr lang="fr-CM" b="1" dirty="0">
                <a:solidFill>
                  <a:schemeClr val="tx1"/>
                </a:solidFill>
                <a:latin typeface="Cambria" panose="02040503050406030204" pitchFamily="18" charset="0"/>
                <a:ea typeface="Cambria" panose="02040503050406030204" pitchFamily="18" charset="0"/>
              </a:endParaRPr>
            </a:p>
          </p:txBody>
        </p:sp>
      </p:grpSp>
      <p:grpSp>
        <p:nvGrpSpPr>
          <p:cNvPr id="7" name="Groupe 6"/>
          <p:cNvGrpSpPr/>
          <p:nvPr/>
        </p:nvGrpSpPr>
        <p:grpSpPr>
          <a:xfrm>
            <a:off x="3401700" y="4305274"/>
            <a:ext cx="8232543" cy="676821"/>
            <a:chOff x="2924393" y="4522897"/>
            <a:chExt cx="6888959" cy="537622"/>
          </a:xfrm>
        </p:grpSpPr>
        <p:sp>
          <p:nvSpPr>
            <p:cNvPr id="18" name="Rectangle : carré corné 17">
              <a:extLst>
                <a:ext uri="{FF2B5EF4-FFF2-40B4-BE49-F238E27FC236}">
                  <a16:creationId xmlns:a16="http://schemas.microsoft.com/office/drawing/2014/main" id="{B133C669-27D5-45CF-8A7F-7D124D68993E}"/>
                </a:ext>
              </a:extLst>
            </p:cNvPr>
            <p:cNvSpPr/>
            <p:nvPr/>
          </p:nvSpPr>
          <p:spPr>
            <a:xfrm>
              <a:off x="3726357" y="4544731"/>
              <a:ext cx="6086995" cy="462820"/>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150000"/>
                </a:lnSpc>
              </a:pPr>
              <a:r>
                <a:rPr lang="fr-CM" sz="2800" b="1" dirty="0">
                  <a:solidFill>
                    <a:schemeClr val="tx1"/>
                  </a:solidFill>
                  <a:latin typeface="Cambria" panose="02040503050406030204" pitchFamily="18" charset="0"/>
                  <a:ea typeface="Cambria" panose="02040503050406030204" pitchFamily="18" charset="0"/>
                </a:rPr>
                <a:t>TECHNOLOGIES  UTILISEES</a:t>
              </a:r>
              <a:endParaRPr lang="fr-CM" b="1" dirty="0">
                <a:solidFill>
                  <a:schemeClr val="tx1"/>
                </a:solidFill>
                <a:latin typeface="Cambria" panose="02040503050406030204" pitchFamily="18" charset="0"/>
                <a:ea typeface="Cambria" panose="02040503050406030204" pitchFamily="18" charset="0"/>
              </a:endParaRPr>
            </a:p>
          </p:txBody>
        </p:sp>
        <p:sp>
          <p:nvSpPr>
            <p:cNvPr id="21" name="Pentagone régulier 20"/>
            <p:cNvSpPr/>
            <p:nvPr/>
          </p:nvSpPr>
          <p:spPr>
            <a:xfrm>
              <a:off x="2924393" y="4522897"/>
              <a:ext cx="449576" cy="537622"/>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5</a:t>
              </a:r>
            </a:p>
          </p:txBody>
        </p:sp>
      </p:grpSp>
      <p:grpSp>
        <p:nvGrpSpPr>
          <p:cNvPr id="6" name="Groupe 5"/>
          <p:cNvGrpSpPr/>
          <p:nvPr/>
        </p:nvGrpSpPr>
        <p:grpSpPr>
          <a:xfrm>
            <a:off x="3294861" y="5238156"/>
            <a:ext cx="8493631" cy="558921"/>
            <a:chOff x="3000399" y="5319797"/>
            <a:chExt cx="7087499" cy="698847"/>
          </a:xfrm>
        </p:grpSpPr>
        <p:sp>
          <p:nvSpPr>
            <p:cNvPr id="19" name="Rectangle : carré corné 18">
              <a:extLst>
                <a:ext uri="{FF2B5EF4-FFF2-40B4-BE49-F238E27FC236}">
                  <a16:creationId xmlns:a16="http://schemas.microsoft.com/office/drawing/2014/main" id="{EB2F4C12-F230-4202-9F6A-E5D4460F7F8B}"/>
                </a:ext>
              </a:extLst>
            </p:cNvPr>
            <p:cNvSpPr/>
            <p:nvPr/>
          </p:nvSpPr>
          <p:spPr>
            <a:xfrm>
              <a:off x="3969531" y="5355192"/>
              <a:ext cx="6118367" cy="663452"/>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FR" sz="2800" b="1" dirty="0">
                  <a:solidFill>
                    <a:schemeClr val="tx1"/>
                  </a:solidFill>
                  <a:latin typeface="Cambria" panose="02040503050406030204" pitchFamily="18" charset="0"/>
                  <a:ea typeface="Cambria" panose="02040503050406030204" pitchFamily="18" charset="0"/>
                </a:rPr>
                <a:t>DEMONSTRATION</a:t>
              </a:r>
              <a:endParaRPr lang="fr-CM" b="1" dirty="0">
                <a:solidFill>
                  <a:schemeClr val="tx1"/>
                </a:solidFill>
                <a:latin typeface="Cambria" panose="02040503050406030204" pitchFamily="18" charset="0"/>
                <a:ea typeface="Cambria" panose="02040503050406030204" pitchFamily="18" charset="0"/>
              </a:endParaRPr>
            </a:p>
          </p:txBody>
        </p:sp>
        <p:sp>
          <p:nvSpPr>
            <p:cNvPr id="22" name="Pentagone régulier 21"/>
            <p:cNvSpPr/>
            <p:nvPr/>
          </p:nvSpPr>
          <p:spPr>
            <a:xfrm>
              <a:off x="3000399" y="5319797"/>
              <a:ext cx="523745" cy="663452"/>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6</a:t>
              </a:r>
            </a:p>
          </p:txBody>
        </p:sp>
      </p:grpSp>
      <p:sp>
        <p:nvSpPr>
          <p:cNvPr id="23" name="Rectangle à coins arrondis 22"/>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3</a:t>
            </a:r>
          </a:p>
        </p:txBody>
      </p:sp>
      <p:grpSp>
        <p:nvGrpSpPr>
          <p:cNvPr id="24" name="Groupe 23"/>
          <p:cNvGrpSpPr/>
          <p:nvPr/>
        </p:nvGrpSpPr>
        <p:grpSpPr>
          <a:xfrm>
            <a:off x="3112828" y="5976961"/>
            <a:ext cx="8345745" cy="567552"/>
            <a:chOff x="3296232" y="5235486"/>
            <a:chExt cx="6765401" cy="587252"/>
          </a:xfrm>
        </p:grpSpPr>
        <p:sp>
          <p:nvSpPr>
            <p:cNvPr id="25" name="Rectangle : carré corné 18">
              <a:extLst>
                <a:ext uri="{FF2B5EF4-FFF2-40B4-BE49-F238E27FC236}">
                  <a16:creationId xmlns:a16="http://schemas.microsoft.com/office/drawing/2014/main" id="{EB2F4C12-F230-4202-9F6A-E5D4460F7F8B}"/>
                </a:ext>
              </a:extLst>
            </p:cNvPr>
            <p:cNvSpPr/>
            <p:nvPr/>
          </p:nvSpPr>
          <p:spPr>
            <a:xfrm>
              <a:off x="3890802" y="5285011"/>
              <a:ext cx="6170831" cy="522497"/>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FR" sz="2800" b="1" dirty="0">
                  <a:solidFill>
                    <a:schemeClr val="tx1"/>
                  </a:solidFill>
                  <a:latin typeface="Cambria" panose="02040503050406030204" pitchFamily="18" charset="0"/>
                  <a:ea typeface="Cambria" panose="02040503050406030204" pitchFamily="18" charset="0"/>
                </a:rPr>
                <a:t>CONCLUSION ET PERSPECTIVES </a:t>
              </a:r>
              <a:endParaRPr lang="fr-CM" b="1" dirty="0">
                <a:solidFill>
                  <a:schemeClr val="tx1"/>
                </a:solidFill>
                <a:latin typeface="Cambria" panose="02040503050406030204" pitchFamily="18" charset="0"/>
                <a:ea typeface="Cambria" panose="02040503050406030204" pitchFamily="18" charset="0"/>
              </a:endParaRPr>
            </a:p>
          </p:txBody>
        </p:sp>
        <p:sp>
          <p:nvSpPr>
            <p:cNvPr id="27" name="Pentagone régulier 26"/>
            <p:cNvSpPr/>
            <p:nvPr/>
          </p:nvSpPr>
          <p:spPr>
            <a:xfrm>
              <a:off x="3296232" y="5235486"/>
              <a:ext cx="508802" cy="587252"/>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7</a:t>
              </a:r>
            </a:p>
          </p:txBody>
        </p:sp>
      </p:grpSp>
      <p:grpSp>
        <p:nvGrpSpPr>
          <p:cNvPr id="26" name="Groupe 25"/>
          <p:cNvGrpSpPr/>
          <p:nvPr/>
        </p:nvGrpSpPr>
        <p:grpSpPr>
          <a:xfrm>
            <a:off x="3009691" y="2746714"/>
            <a:ext cx="8993623" cy="647410"/>
            <a:chOff x="1999401" y="2284416"/>
            <a:chExt cx="7160490" cy="732650"/>
          </a:xfrm>
        </p:grpSpPr>
        <p:sp>
          <p:nvSpPr>
            <p:cNvPr id="28" name="Rectangle : carré corné 15">
              <a:extLst>
                <a:ext uri="{FF2B5EF4-FFF2-40B4-BE49-F238E27FC236}">
                  <a16:creationId xmlns:a16="http://schemas.microsoft.com/office/drawing/2014/main" id="{A896F18F-EF80-497D-B568-978681C51064}"/>
                </a:ext>
              </a:extLst>
            </p:cNvPr>
            <p:cNvSpPr/>
            <p:nvPr/>
          </p:nvSpPr>
          <p:spPr>
            <a:xfrm>
              <a:off x="2508935" y="2284416"/>
              <a:ext cx="6650956" cy="629770"/>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endParaRPr lang="fr-FR" sz="2800" b="1" dirty="0">
                <a:solidFill>
                  <a:schemeClr val="tx1"/>
                </a:solidFill>
                <a:latin typeface="Cambria" panose="02040503050406030204" pitchFamily="18" charset="0"/>
                <a:ea typeface="Cambria" panose="02040503050406030204" pitchFamily="18" charset="0"/>
              </a:endParaRPr>
            </a:p>
            <a:p>
              <a:pPr algn="ctr"/>
              <a:r>
                <a:rPr lang="fr-FR" sz="2800" b="1" dirty="0">
                  <a:solidFill>
                    <a:schemeClr val="tx1"/>
                  </a:solidFill>
                  <a:latin typeface="Cambria" panose="02040503050406030204" pitchFamily="18" charset="0"/>
                  <a:ea typeface="Cambria" panose="02040503050406030204" pitchFamily="18" charset="0"/>
                </a:rPr>
                <a:t>PROBLEMATIQUE ET  SOLUTIONS PROPOSEES</a:t>
              </a:r>
            </a:p>
          </p:txBody>
        </p:sp>
        <p:sp>
          <p:nvSpPr>
            <p:cNvPr id="29" name="Pentagone régulier 28"/>
            <p:cNvSpPr/>
            <p:nvPr/>
          </p:nvSpPr>
          <p:spPr>
            <a:xfrm>
              <a:off x="1999401" y="2374788"/>
              <a:ext cx="509534" cy="642278"/>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3</a:t>
              </a:r>
            </a:p>
          </p:txBody>
        </p:sp>
      </p:grpSp>
      <p:pic>
        <p:nvPicPr>
          <p:cNvPr id="40" name="Picture 39">
            <a:extLst>
              <a:ext uri="{FF2B5EF4-FFF2-40B4-BE49-F238E27FC236}">
                <a16:creationId xmlns:a16="http://schemas.microsoft.com/office/drawing/2014/main" id="{78F628B8-8E33-901C-E677-AECBBAB0EA23}"/>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129615" y="1398178"/>
            <a:ext cx="2607362" cy="4185467"/>
          </a:xfrm>
          <a:prstGeom prst="rect">
            <a:avLst/>
          </a:prstGeom>
          <a:ln>
            <a:noFill/>
          </a:ln>
          <a:effectLst>
            <a:softEdge rad="112500"/>
          </a:effectLst>
        </p:spPr>
      </p:pic>
    </p:spTree>
    <p:extLst>
      <p:ext uri="{BB962C8B-B14F-4D97-AF65-F5344CB8AC3E}">
        <p14:creationId xmlns:p14="http://schemas.microsoft.com/office/powerpoint/2010/main" val="170153690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airplan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1000"/>
                                        <p:tgtEl>
                                          <p:spTgt spid="40"/>
                                        </p:tgtEl>
                                      </p:cBhvr>
                                    </p:animEffect>
                                    <p:anim calcmode="lin" valueType="num">
                                      <p:cBhvr>
                                        <p:cTn id="8" dur="1000" fill="hold"/>
                                        <p:tgtEl>
                                          <p:spTgt spid="40"/>
                                        </p:tgtEl>
                                        <p:attrNameLst>
                                          <p:attrName>ppt_x</p:attrName>
                                        </p:attrNameLst>
                                      </p:cBhvr>
                                      <p:tavLst>
                                        <p:tav tm="0">
                                          <p:val>
                                            <p:strVal val="#ppt_x"/>
                                          </p:val>
                                        </p:tav>
                                        <p:tav tm="100000">
                                          <p:val>
                                            <p:strVal val="#ppt_x"/>
                                          </p:val>
                                        </p:tav>
                                      </p:tavLst>
                                    </p:anim>
                                    <p:anim calcmode="lin" valueType="num">
                                      <p:cBhvr>
                                        <p:cTn id="9" dur="10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6" presetClass="entr" presetSubtype="0" fill="hold"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wipe(down)">
                                      <p:cBhvr>
                                        <p:cTn id="14" dur="580">
                                          <p:stCondLst>
                                            <p:cond delay="0"/>
                                          </p:stCondLst>
                                        </p:cTn>
                                        <p:tgtEl>
                                          <p:spTgt spid="5"/>
                                        </p:tgtEl>
                                      </p:cBhvr>
                                    </p:animEffect>
                                    <p:anim calcmode="lin" valueType="num">
                                      <p:cBhvr>
                                        <p:cTn id="15" dur="1822" tmFilter="0,0; 0.14,0.36; 0.43,0.73; 0.71,0.91; 1.0,1.0">
                                          <p:stCondLst>
                                            <p:cond delay="0"/>
                                          </p:stCondLst>
                                        </p:cTn>
                                        <p:tgtEl>
                                          <p:spTgt spid="5"/>
                                        </p:tgtEl>
                                        <p:attrNameLst>
                                          <p:attrName>ppt_x</p:attrName>
                                        </p:attrNameLst>
                                      </p:cBhvr>
                                      <p:tavLst>
                                        <p:tav tm="0">
                                          <p:val>
                                            <p:strVal val="#ppt_x-0.25"/>
                                          </p:val>
                                        </p:tav>
                                        <p:tav tm="100000">
                                          <p:val>
                                            <p:strVal val="#ppt_x"/>
                                          </p:val>
                                        </p:tav>
                                      </p:tavLst>
                                    </p:anim>
                                    <p:anim calcmode="lin" valueType="num">
                                      <p:cBhvr>
                                        <p:cTn id="16" dur="664" tmFilter="0.0,0.0; 0.25,0.07; 0.50,0.2; 0.75,0.467; 1.0,1.0">
                                          <p:stCondLst>
                                            <p:cond delay="0"/>
                                          </p:stCondLst>
                                        </p:cTn>
                                        <p:tgtEl>
                                          <p:spTgt spid="5"/>
                                        </p:tgtEl>
                                        <p:attrNameLst>
                                          <p:attrName>ppt_y</p:attrName>
                                        </p:attrNameLst>
                                      </p:cBhvr>
                                      <p:tavLst>
                                        <p:tav tm="0" fmla="#ppt_y-sin(pi*$)/3">
                                          <p:val>
                                            <p:fltVal val="0.5"/>
                                          </p:val>
                                        </p:tav>
                                        <p:tav tm="100000">
                                          <p:val>
                                            <p:fltVal val="1"/>
                                          </p:val>
                                        </p:tav>
                                      </p:tavLst>
                                    </p:anim>
                                    <p:anim calcmode="lin" valueType="num">
                                      <p:cBhvr>
                                        <p:cTn id="17" dur="664" tmFilter="0, 0; 0.125,0.2665; 0.25,0.4; 0.375,0.465; 0.5,0.5;  0.625,0.535; 0.75,0.6; 0.875,0.7335; 1,1">
                                          <p:stCondLst>
                                            <p:cond delay="664"/>
                                          </p:stCondLst>
                                        </p:cTn>
                                        <p:tgtEl>
                                          <p:spTgt spid="5"/>
                                        </p:tgtEl>
                                        <p:attrNameLst>
                                          <p:attrName>ppt_y</p:attrName>
                                        </p:attrNameLst>
                                      </p:cBhvr>
                                      <p:tavLst>
                                        <p:tav tm="0" fmla="#ppt_y-sin(pi*$)/9">
                                          <p:val>
                                            <p:fltVal val="0"/>
                                          </p:val>
                                        </p:tav>
                                        <p:tav tm="100000">
                                          <p:val>
                                            <p:fltVal val="1"/>
                                          </p:val>
                                        </p:tav>
                                      </p:tavLst>
                                    </p:anim>
                                    <p:anim calcmode="lin" valueType="num">
                                      <p:cBhvr>
                                        <p:cTn id="18" dur="332" tmFilter="0, 0; 0.125,0.2665; 0.25,0.4; 0.375,0.465; 0.5,0.5;  0.625,0.535; 0.75,0.6; 0.875,0.7335; 1,1">
                                          <p:stCondLst>
                                            <p:cond delay="1324"/>
                                          </p:stCondLst>
                                        </p:cTn>
                                        <p:tgtEl>
                                          <p:spTgt spid="5"/>
                                        </p:tgtEl>
                                        <p:attrNameLst>
                                          <p:attrName>ppt_y</p:attrName>
                                        </p:attrNameLst>
                                      </p:cBhvr>
                                      <p:tavLst>
                                        <p:tav tm="0" fmla="#ppt_y-sin(pi*$)/27">
                                          <p:val>
                                            <p:fltVal val="0"/>
                                          </p:val>
                                        </p:tav>
                                        <p:tav tm="100000">
                                          <p:val>
                                            <p:fltVal val="1"/>
                                          </p:val>
                                        </p:tav>
                                      </p:tavLst>
                                    </p:anim>
                                    <p:anim calcmode="lin" valueType="num">
                                      <p:cBhvr>
                                        <p:cTn id="19" dur="164" tmFilter="0, 0; 0.125,0.2665; 0.25,0.4; 0.375,0.465; 0.5,0.5;  0.625,0.535; 0.75,0.6; 0.875,0.7335; 1,1">
                                          <p:stCondLst>
                                            <p:cond delay="1656"/>
                                          </p:stCondLst>
                                        </p:cTn>
                                        <p:tgtEl>
                                          <p:spTgt spid="5"/>
                                        </p:tgtEl>
                                        <p:attrNameLst>
                                          <p:attrName>ppt_y</p:attrName>
                                        </p:attrNameLst>
                                      </p:cBhvr>
                                      <p:tavLst>
                                        <p:tav tm="0" fmla="#ppt_y-sin(pi*$)/81">
                                          <p:val>
                                            <p:fltVal val="0"/>
                                          </p:val>
                                        </p:tav>
                                        <p:tav tm="100000">
                                          <p:val>
                                            <p:fltVal val="1"/>
                                          </p:val>
                                        </p:tav>
                                      </p:tavLst>
                                    </p:anim>
                                    <p:animScale>
                                      <p:cBhvr>
                                        <p:cTn id="20" dur="26">
                                          <p:stCondLst>
                                            <p:cond delay="650"/>
                                          </p:stCondLst>
                                        </p:cTn>
                                        <p:tgtEl>
                                          <p:spTgt spid="5"/>
                                        </p:tgtEl>
                                      </p:cBhvr>
                                      <p:to x="100000" y="60000"/>
                                    </p:animScale>
                                    <p:animScale>
                                      <p:cBhvr>
                                        <p:cTn id="21" dur="166" decel="50000">
                                          <p:stCondLst>
                                            <p:cond delay="676"/>
                                          </p:stCondLst>
                                        </p:cTn>
                                        <p:tgtEl>
                                          <p:spTgt spid="5"/>
                                        </p:tgtEl>
                                      </p:cBhvr>
                                      <p:to x="100000" y="100000"/>
                                    </p:animScale>
                                    <p:animScale>
                                      <p:cBhvr>
                                        <p:cTn id="22" dur="26">
                                          <p:stCondLst>
                                            <p:cond delay="1312"/>
                                          </p:stCondLst>
                                        </p:cTn>
                                        <p:tgtEl>
                                          <p:spTgt spid="5"/>
                                        </p:tgtEl>
                                      </p:cBhvr>
                                      <p:to x="100000" y="80000"/>
                                    </p:animScale>
                                    <p:animScale>
                                      <p:cBhvr>
                                        <p:cTn id="23" dur="166" decel="50000">
                                          <p:stCondLst>
                                            <p:cond delay="1338"/>
                                          </p:stCondLst>
                                        </p:cTn>
                                        <p:tgtEl>
                                          <p:spTgt spid="5"/>
                                        </p:tgtEl>
                                      </p:cBhvr>
                                      <p:to x="100000" y="100000"/>
                                    </p:animScale>
                                    <p:animScale>
                                      <p:cBhvr>
                                        <p:cTn id="24" dur="26">
                                          <p:stCondLst>
                                            <p:cond delay="1642"/>
                                          </p:stCondLst>
                                        </p:cTn>
                                        <p:tgtEl>
                                          <p:spTgt spid="5"/>
                                        </p:tgtEl>
                                      </p:cBhvr>
                                      <p:to x="100000" y="90000"/>
                                    </p:animScale>
                                    <p:animScale>
                                      <p:cBhvr>
                                        <p:cTn id="25" dur="166" decel="50000">
                                          <p:stCondLst>
                                            <p:cond delay="1668"/>
                                          </p:stCondLst>
                                        </p:cTn>
                                        <p:tgtEl>
                                          <p:spTgt spid="5"/>
                                        </p:tgtEl>
                                      </p:cBhvr>
                                      <p:to x="100000" y="100000"/>
                                    </p:animScale>
                                    <p:animScale>
                                      <p:cBhvr>
                                        <p:cTn id="26" dur="26">
                                          <p:stCondLst>
                                            <p:cond delay="1808"/>
                                          </p:stCondLst>
                                        </p:cTn>
                                        <p:tgtEl>
                                          <p:spTgt spid="5"/>
                                        </p:tgtEl>
                                      </p:cBhvr>
                                      <p:to x="100000" y="95000"/>
                                    </p:animScale>
                                    <p:animScale>
                                      <p:cBhvr>
                                        <p:cTn id="27" dur="166" decel="50000">
                                          <p:stCondLst>
                                            <p:cond delay="1834"/>
                                          </p:stCondLst>
                                        </p:cTn>
                                        <p:tgtEl>
                                          <p:spTgt spid="5"/>
                                        </p:tgtEl>
                                      </p:cBhvr>
                                      <p:to x="100000" y="100000"/>
                                    </p:animScale>
                                  </p:childTnLst>
                                </p:cTn>
                              </p:par>
                            </p:childTnLst>
                          </p:cTn>
                        </p:par>
                      </p:childTnLst>
                    </p:cTn>
                  </p:par>
                  <p:par>
                    <p:cTn id="28" fill="hold">
                      <p:stCondLst>
                        <p:cond delay="indefinite"/>
                      </p:stCondLst>
                      <p:childTnLst>
                        <p:par>
                          <p:cTn id="29" fill="hold">
                            <p:stCondLst>
                              <p:cond delay="0"/>
                            </p:stCondLst>
                            <p:childTnLst>
                              <p:par>
                                <p:cTn id="30" presetID="26"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down)">
                                      <p:cBhvr>
                                        <p:cTn id="32" dur="580">
                                          <p:stCondLst>
                                            <p:cond delay="0"/>
                                          </p:stCondLst>
                                        </p:cTn>
                                        <p:tgtEl>
                                          <p:spTgt spid="9"/>
                                        </p:tgtEl>
                                      </p:cBhvr>
                                    </p:animEffect>
                                    <p:anim calcmode="lin" valueType="num">
                                      <p:cBhvr>
                                        <p:cTn id="33" dur="1822" tmFilter="0,0; 0.14,0.36; 0.43,0.73; 0.71,0.91; 1.0,1.0">
                                          <p:stCondLst>
                                            <p:cond delay="0"/>
                                          </p:stCondLst>
                                        </p:cTn>
                                        <p:tgtEl>
                                          <p:spTgt spid="9"/>
                                        </p:tgtEl>
                                        <p:attrNameLst>
                                          <p:attrName>ppt_x</p:attrName>
                                        </p:attrNameLst>
                                      </p:cBhvr>
                                      <p:tavLst>
                                        <p:tav tm="0">
                                          <p:val>
                                            <p:strVal val="#ppt_x-0.25"/>
                                          </p:val>
                                        </p:tav>
                                        <p:tav tm="100000">
                                          <p:val>
                                            <p:strVal val="#ppt_x"/>
                                          </p:val>
                                        </p:tav>
                                      </p:tavLst>
                                    </p:anim>
                                    <p:anim calcmode="lin" valueType="num">
                                      <p:cBhvr>
                                        <p:cTn id="34" dur="664" tmFilter="0.0,0.0; 0.25,0.07; 0.50,0.2; 0.75,0.467; 1.0,1.0">
                                          <p:stCondLst>
                                            <p:cond delay="0"/>
                                          </p:stCondLst>
                                        </p:cTn>
                                        <p:tgtEl>
                                          <p:spTgt spid="9"/>
                                        </p:tgtEl>
                                        <p:attrNameLst>
                                          <p:attrName>ppt_y</p:attrName>
                                        </p:attrNameLst>
                                      </p:cBhvr>
                                      <p:tavLst>
                                        <p:tav tm="0" fmla="#ppt_y-sin(pi*$)/3">
                                          <p:val>
                                            <p:fltVal val="0.5"/>
                                          </p:val>
                                        </p:tav>
                                        <p:tav tm="100000">
                                          <p:val>
                                            <p:fltVal val="1"/>
                                          </p:val>
                                        </p:tav>
                                      </p:tavLst>
                                    </p:anim>
                                    <p:anim calcmode="lin" valueType="num">
                                      <p:cBhvr>
                                        <p:cTn id="35" dur="664" tmFilter="0, 0; 0.125,0.2665; 0.25,0.4; 0.375,0.465; 0.5,0.5;  0.625,0.535; 0.75,0.6; 0.875,0.7335; 1,1">
                                          <p:stCondLst>
                                            <p:cond delay="664"/>
                                          </p:stCondLst>
                                        </p:cTn>
                                        <p:tgtEl>
                                          <p:spTgt spid="9"/>
                                        </p:tgtEl>
                                        <p:attrNameLst>
                                          <p:attrName>ppt_y</p:attrName>
                                        </p:attrNameLst>
                                      </p:cBhvr>
                                      <p:tavLst>
                                        <p:tav tm="0" fmla="#ppt_y-sin(pi*$)/9">
                                          <p:val>
                                            <p:fltVal val="0"/>
                                          </p:val>
                                        </p:tav>
                                        <p:tav tm="100000">
                                          <p:val>
                                            <p:fltVal val="1"/>
                                          </p:val>
                                        </p:tav>
                                      </p:tavLst>
                                    </p:anim>
                                    <p:anim calcmode="lin" valueType="num">
                                      <p:cBhvr>
                                        <p:cTn id="36" dur="332" tmFilter="0, 0; 0.125,0.2665; 0.25,0.4; 0.375,0.465; 0.5,0.5;  0.625,0.535; 0.75,0.6; 0.875,0.7335; 1,1">
                                          <p:stCondLst>
                                            <p:cond delay="1324"/>
                                          </p:stCondLst>
                                        </p:cTn>
                                        <p:tgtEl>
                                          <p:spTgt spid="9"/>
                                        </p:tgtEl>
                                        <p:attrNameLst>
                                          <p:attrName>ppt_y</p:attrName>
                                        </p:attrNameLst>
                                      </p:cBhvr>
                                      <p:tavLst>
                                        <p:tav tm="0" fmla="#ppt_y-sin(pi*$)/27">
                                          <p:val>
                                            <p:fltVal val="0"/>
                                          </p:val>
                                        </p:tav>
                                        <p:tav tm="100000">
                                          <p:val>
                                            <p:fltVal val="1"/>
                                          </p:val>
                                        </p:tav>
                                      </p:tavLst>
                                    </p:anim>
                                    <p:anim calcmode="lin" valueType="num">
                                      <p:cBhvr>
                                        <p:cTn id="37" dur="164" tmFilter="0, 0; 0.125,0.2665; 0.25,0.4; 0.375,0.465; 0.5,0.5;  0.625,0.535; 0.75,0.6; 0.875,0.7335; 1,1">
                                          <p:stCondLst>
                                            <p:cond delay="1656"/>
                                          </p:stCondLst>
                                        </p:cTn>
                                        <p:tgtEl>
                                          <p:spTgt spid="9"/>
                                        </p:tgtEl>
                                        <p:attrNameLst>
                                          <p:attrName>ppt_y</p:attrName>
                                        </p:attrNameLst>
                                      </p:cBhvr>
                                      <p:tavLst>
                                        <p:tav tm="0" fmla="#ppt_y-sin(pi*$)/81">
                                          <p:val>
                                            <p:fltVal val="0"/>
                                          </p:val>
                                        </p:tav>
                                        <p:tav tm="100000">
                                          <p:val>
                                            <p:fltVal val="1"/>
                                          </p:val>
                                        </p:tav>
                                      </p:tavLst>
                                    </p:anim>
                                    <p:animScale>
                                      <p:cBhvr>
                                        <p:cTn id="38" dur="26">
                                          <p:stCondLst>
                                            <p:cond delay="650"/>
                                          </p:stCondLst>
                                        </p:cTn>
                                        <p:tgtEl>
                                          <p:spTgt spid="9"/>
                                        </p:tgtEl>
                                      </p:cBhvr>
                                      <p:to x="100000" y="60000"/>
                                    </p:animScale>
                                    <p:animScale>
                                      <p:cBhvr>
                                        <p:cTn id="39" dur="166" decel="50000">
                                          <p:stCondLst>
                                            <p:cond delay="676"/>
                                          </p:stCondLst>
                                        </p:cTn>
                                        <p:tgtEl>
                                          <p:spTgt spid="9"/>
                                        </p:tgtEl>
                                      </p:cBhvr>
                                      <p:to x="100000" y="100000"/>
                                    </p:animScale>
                                    <p:animScale>
                                      <p:cBhvr>
                                        <p:cTn id="40" dur="26">
                                          <p:stCondLst>
                                            <p:cond delay="1312"/>
                                          </p:stCondLst>
                                        </p:cTn>
                                        <p:tgtEl>
                                          <p:spTgt spid="9"/>
                                        </p:tgtEl>
                                      </p:cBhvr>
                                      <p:to x="100000" y="80000"/>
                                    </p:animScale>
                                    <p:animScale>
                                      <p:cBhvr>
                                        <p:cTn id="41" dur="166" decel="50000">
                                          <p:stCondLst>
                                            <p:cond delay="1338"/>
                                          </p:stCondLst>
                                        </p:cTn>
                                        <p:tgtEl>
                                          <p:spTgt spid="9"/>
                                        </p:tgtEl>
                                      </p:cBhvr>
                                      <p:to x="100000" y="100000"/>
                                    </p:animScale>
                                    <p:animScale>
                                      <p:cBhvr>
                                        <p:cTn id="42" dur="26">
                                          <p:stCondLst>
                                            <p:cond delay="1642"/>
                                          </p:stCondLst>
                                        </p:cTn>
                                        <p:tgtEl>
                                          <p:spTgt spid="9"/>
                                        </p:tgtEl>
                                      </p:cBhvr>
                                      <p:to x="100000" y="90000"/>
                                    </p:animScale>
                                    <p:animScale>
                                      <p:cBhvr>
                                        <p:cTn id="43" dur="166" decel="50000">
                                          <p:stCondLst>
                                            <p:cond delay="1668"/>
                                          </p:stCondLst>
                                        </p:cTn>
                                        <p:tgtEl>
                                          <p:spTgt spid="9"/>
                                        </p:tgtEl>
                                      </p:cBhvr>
                                      <p:to x="100000" y="100000"/>
                                    </p:animScale>
                                    <p:animScale>
                                      <p:cBhvr>
                                        <p:cTn id="44" dur="26">
                                          <p:stCondLst>
                                            <p:cond delay="1808"/>
                                          </p:stCondLst>
                                        </p:cTn>
                                        <p:tgtEl>
                                          <p:spTgt spid="9"/>
                                        </p:tgtEl>
                                      </p:cBhvr>
                                      <p:to x="100000" y="95000"/>
                                    </p:animScale>
                                    <p:animScale>
                                      <p:cBhvr>
                                        <p:cTn id="45" dur="166" decel="50000">
                                          <p:stCondLst>
                                            <p:cond delay="1834"/>
                                          </p:stCondLst>
                                        </p:cTn>
                                        <p:tgtEl>
                                          <p:spTgt spid="9"/>
                                        </p:tgtEl>
                                      </p:cBhvr>
                                      <p:to x="100000" y="100000"/>
                                    </p:animScale>
                                  </p:childTnLst>
                                </p:cTn>
                              </p:par>
                            </p:childTnLst>
                          </p:cTn>
                        </p:par>
                      </p:childTnLst>
                    </p:cTn>
                  </p:par>
                  <p:par>
                    <p:cTn id="46" fill="hold">
                      <p:stCondLst>
                        <p:cond delay="indefinite"/>
                      </p:stCondLst>
                      <p:childTnLst>
                        <p:par>
                          <p:cTn id="47" fill="hold">
                            <p:stCondLst>
                              <p:cond delay="0"/>
                            </p:stCondLst>
                            <p:childTnLst>
                              <p:par>
                                <p:cTn id="48" presetID="26" presetClass="entr" presetSubtype="0" fill="hold" nodeType="click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down)">
                                      <p:cBhvr>
                                        <p:cTn id="50" dur="580">
                                          <p:stCondLst>
                                            <p:cond delay="0"/>
                                          </p:stCondLst>
                                        </p:cTn>
                                        <p:tgtEl>
                                          <p:spTgt spid="26"/>
                                        </p:tgtEl>
                                      </p:cBhvr>
                                    </p:animEffect>
                                    <p:anim calcmode="lin" valueType="num">
                                      <p:cBhvr>
                                        <p:cTn id="51" dur="1822" tmFilter="0,0; 0.14,0.36; 0.43,0.73; 0.71,0.91; 1.0,1.0">
                                          <p:stCondLst>
                                            <p:cond delay="0"/>
                                          </p:stCondLst>
                                        </p:cTn>
                                        <p:tgtEl>
                                          <p:spTgt spid="26"/>
                                        </p:tgtEl>
                                        <p:attrNameLst>
                                          <p:attrName>ppt_x</p:attrName>
                                        </p:attrNameLst>
                                      </p:cBhvr>
                                      <p:tavLst>
                                        <p:tav tm="0">
                                          <p:val>
                                            <p:strVal val="#ppt_x-0.25"/>
                                          </p:val>
                                        </p:tav>
                                        <p:tav tm="100000">
                                          <p:val>
                                            <p:strVal val="#ppt_x"/>
                                          </p:val>
                                        </p:tav>
                                      </p:tavLst>
                                    </p:anim>
                                    <p:anim calcmode="lin" valueType="num">
                                      <p:cBhvr>
                                        <p:cTn id="52" dur="664" tmFilter="0.0,0.0; 0.25,0.07; 0.50,0.2; 0.75,0.467; 1.0,1.0">
                                          <p:stCondLst>
                                            <p:cond delay="0"/>
                                          </p:stCondLst>
                                        </p:cTn>
                                        <p:tgtEl>
                                          <p:spTgt spid="26"/>
                                        </p:tgtEl>
                                        <p:attrNameLst>
                                          <p:attrName>ppt_y</p:attrName>
                                        </p:attrNameLst>
                                      </p:cBhvr>
                                      <p:tavLst>
                                        <p:tav tm="0" fmla="#ppt_y-sin(pi*$)/3">
                                          <p:val>
                                            <p:fltVal val="0.5"/>
                                          </p:val>
                                        </p:tav>
                                        <p:tav tm="100000">
                                          <p:val>
                                            <p:fltVal val="1"/>
                                          </p:val>
                                        </p:tav>
                                      </p:tavLst>
                                    </p:anim>
                                    <p:anim calcmode="lin" valueType="num">
                                      <p:cBhvr>
                                        <p:cTn id="53" dur="664" tmFilter="0, 0; 0.125,0.2665; 0.25,0.4; 0.375,0.465; 0.5,0.5;  0.625,0.535; 0.75,0.6; 0.875,0.7335; 1,1">
                                          <p:stCondLst>
                                            <p:cond delay="664"/>
                                          </p:stCondLst>
                                        </p:cTn>
                                        <p:tgtEl>
                                          <p:spTgt spid="26"/>
                                        </p:tgtEl>
                                        <p:attrNameLst>
                                          <p:attrName>ppt_y</p:attrName>
                                        </p:attrNameLst>
                                      </p:cBhvr>
                                      <p:tavLst>
                                        <p:tav tm="0" fmla="#ppt_y-sin(pi*$)/9">
                                          <p:val>
                                            <p:fltVal val="0"/>
                                          </p:val>
                                        </p:tav>
                                        <p:tav tm="100000">
                                          <p:val>
                                            <p:fltVal val="1"/>
                                          </p:val>
                                        </p:tav>
                                      </p:tavLst>
                                    </p:anim>
                                    <p:anim calcmode="lin" valueType="num">
                                      <p:cBhvr>
                                        <p:cTn id="54" dur="332" tmFilter="0, 0; 0.125,0.2665; 0.25,0.4; 0.375,0.465; 0.5,0.5;  0.625,0.535; 0.75,0.6; 0.875,0.7335; 1,1">
                                          <p:stCondLst>
                                            <p:cond delay="1324"/>
                                          </p:stCondLst>
                                        </p:cTn>
                                        <p:tgtEl>
                                          <p:spTgt spid="26"/>
                                        </p:tgtEl>
                                        <p:attrNameLst>
                                          <p:attrName>ppt_y</p:attrName>
                                        </p:attrNameLst>
                                      </p:cBhvr>
                                      <p:tavLst>
                                        <p:tav tm="0" fmla="#ppt_y-sin(pi*$)/27">
                                          <p:val>
                                            <p:fltVal val="0"/>
                                          </p:val>
                                        </p:tav>
                                        <p:tav tm="100000">
                                          <p:val>
                                            <p:fltVal val="1"/>
                                          </p:val>
                                        </p:tav>
                                      </p:tavLst>
                                    </p:anim>
                                    <p:anim calcmode="lin" valueType="num">
                                      <p:cBhvr>
                                        <p:cTn id="55" dur="164" tmFilter="0, 0; 0.125,0.2665; 0.25,0.4; 0.375,0.465; 0.5,0.5;  0.625,0.535; 0.75,0.6; 0.875,0.7335; 1,1">
                                          <p:stCondLst>
                                            <p:cond delay="1656"/>
                                          </p:stCondLst>
                                        </p:cTn>
                                        <p:tgtEl>
                                          <p:spTgt spid="26"/>
                                        </p:tgtEl>
                                        <p:attrNameLst>
                                          <p:attrName>ppt_y</p:attrName>
                                        </p:attrNameLst>
                                      </p:cBhvr>
                                      <p:tavLst>
                                        <p:tav tm="0" fmla="#ppt_y-sin(pi*$)/81">
                                          <p:val>
                                            <p:fltVal val="0"/>
                                          </p:val>
                                        </p:tav>
                                        <p:tav tm="100000">
                                          <p:val>
                                            <p:fltVal val="1"/>
                                          </p:val>
                                        </p:tav>
                                      </p:tavLst>
                                    </p:anim>
                                    <p:animScale>
                                      <p:cBhvr>
                                        <p:cTn id="56" dur="26">
                                          <p:stCondLst>
                                            <p:cond delay="650"/>
                                          </p:stCondLst>
                                        </p:cTn>
                                        <p:tgtEl>
                                          <p:spTgt spid="26"/>
                                        </p:tgtEl>
                                      </p:cBhvr>
                                      <p:to x="100000" y="60000"/>
                                    </p:animScale>
                                    <p:animScale>
                                      <p:cBhvr>
                                        <p:cTn id="57" dur="166" decel="50000">
                                          <p:stCondLst>
                                            <p:cond delay="676"/>
                                          </p:stCondLst>
                                        </p:cTn>
                                        <p:tgtEl>
                                          <p:spTgt spid="26"/>
                                        </p:tgtEl>
                                      </p:cBhvr>
                                      <p:to x="100000" y="100000"/>
                                    </p:animScale>
                                    <p:animScale>
                                      <p:cBhvr>
                                        <p:cTn id="58" dur="26">
                                          <p:stCondLst>
                                            <p:cond delay="1312"/>
                                          </p:stCondLst>
                                        </p:cTn>
                                        <p:tgtEl>
                                          <p:spTgt spid="26"/>
                                        </p:tgtEl>
                                      </p:cBhvr>
                                      <p:to x="100000" y="80000"/>
                                    </p:animScale>
                                    <p:animScale>
                                      <p:cBhvr>
                                        <p:cTn id="59" dur="166" decel="50000">
                                          <p:stCondLst>
                                            <p:cond delay="1338"/>
                                          </p:stCondLst>
                                        </p:cTn>
                                        <p:tgtEl>
                                          <p:spTgt spid="26"/>
                                        </p:tgtEl>
                                      </p:cBhvr>
                                      <p:to x="100000" y="100000"/>
                                    </p:animScale>
                                    <p:animScale>
                                      <p:cBhvr>
                                        <p:cTn id="60" dur="26">
                                          <p:stCondLst>
                                            <p:cond delay="1642"/>
                                          </p:stCondLst>
                                        </p:cTn>
                                        <p:tgtEl>
                                          <p:spTgt spid="26"/>
                                        </p:tgtEl>
                                      </p:cBhvr>
                                      <p:to x="100000" y="90000"/>
                                    </p:animScale>
                                    <p:animScale>
                                      <p:cBhvr>
                                        <p:cTn id="61" dur="166" decel="50000">
                                          <p:stCondLst>
                                            <p:cond delay="1668"/>
                                          </p:stCondLst>
                                        </p:cTn>
                                        <p:tgtEl>
                                          <p:spTgt spid="26"/>
                                        </p:tgtEl>
                                      </p:cBhvr>
                                      <p:to x="100000" y="100000"/>
                                    </p:animScale>
                                    <p:animScale>
                                      <p:cBhvr>
                                        <p:cTn id="62" dur="26">
                                          <p:stCondLst>
                                            <p:cond delay="1808"/>
                                          </p:stCondLst>
                                        </p:cTn>
                                        <p:tgtEl>
                                          <p:spTgt spid="26"/>
                                        </p:tgtEl>
                                      </p:cBhvr>
                                      <p:to x="100000" y="95000"/>
                                    </p:animScale>
                                    <p:animScale>
                                      <p:cBhvr>
                                        <p:cTn id="63" dur="166" decel="50000">
                                          <p:stCondLst>
                                            <p:cond delay="1834"/>
                                          </p:stCondLst>
                                        </p:cTn>
                                        <p:tgtEl>
                                          <p:spTgt spid="26"/>
                                        </p:tgtEl>
                                      </p:cBhvr>
                                      <p:to x="100000" y="100000"/>
                                    </p:animScale>
                                  </p:childTnLst>
                                </p:cTn>
                              </p:par>
                            </p:childTnLst>
                          </p:cTn>
                        </p:par>
                      </p:childTnLst>
                    </p:cTn>
                  </p:par>
                  <p:par>
                    <p:cTn id="64" fill="hold">
                      <p:stCondLst>
                        <p:cond delay="indefinite"/>
                      </p:stCondLst>
                      <p:childTnLst>
                        <p:par>
                          <p:cTn id="65" fill="hold">
                            <p:stCondLst>
                              <p:cond delay="0"/>
                            </p:stCondLst>
                            <p:childTnLst>
                              <p:par>
                                <p:cTn id="66" presetID="26" presetClass="entr" presetSubtype="0" fill="hold" nodeType="clickEffect">
                                  <p:stCondLst>
                                    <p:cond delay="0"/>
                                  </p:stCondLst>
                                  <p:childTnLst>
                                    <p:set>
                                      <p:cBhvr>
                                        <p:cTn id="67" dur="1" fill="hold">
                                          <p:stCondLst>
                                            <p:cond delay="0"/>
                                          </p:stCondLst>
                                        </p:cTn>
                                        <p:tgtEl>
                                          <p:spTgt spid="8"/>
                                        </p:tgtEl>
                                        <p:attrNameLst>
                                          <p:attrName>style.visibility</p:attrName>
                                        </p:attrNameLst>
                                      </p:cBhvr>
                                      <p:to>
                                        <p:strVal val="visible"/>
                                      </p:to>
                                    </p:set>
                                    <p:animEffect transition="in" filter="wipe(down)">
                                      <p:cBhvr>
                                        <p:cTn id="68" dur="580">
                                          <p:stCondLst>
                                            <p:cond delay="0"/>
                                          </p:stCondLst>
                                        </p:cTn>
                                        <p:tgtEl>
                                          <p:spTgt spid="8"/>
                                        </p:tgtEl>
                                      </p:cBhvr>
                                    </p:animEffect>
                                    <p:anim calcmode="lin" valueType="num">
                                      <p:cBhvr>
                                        <p:cTn id="69" dur="1822" tmFilter="0,0; 0.14,0.36; 0.43,0.73; 0.71,0.91; 1.0,1.0">
                                          <p:stCondLst>
                                            <p:cond delay="0"/>
                                          </p:stCondLst>
                                        </p:cTn>
                                        <p:tgtEl>
                                          <p:spTgt spid="8"/>
                                        </p:tgtEl>
                                        <p:attrNameLst>
                                          <p:attrName>ppt_x</p:attrName>
                                        </p:attrNameLst>
                                      </p:cBhvr>
                                      <p:tavLst>
                                        <p:tav tm="0">
                                          <p:val>
                                            <p:strVal val="#ppt_x-0.25"/>
                                          </p:val>
                                        </p:tav>
                                        <p:tav tm="100000">
                                          <p:val>
                                            <p:strVal val="#ppt_x"/>
                                          </p:val>
                                        </p:tav>
                                      </p:tavLst>
                                    </p:anim>
                                    <p:anim calcmode="lin" valueType="num">
                                      <p:cBhvr>
                                        <p:cTn id="70" dur="664" tmFilter="0.0,0.0; 0.25,0.07; 0.50,0.2; 0.75,0.467; 1.0,1.0">
                                          <p:stCondLst>
                                            <p:cond delay="0"/>
                                          </p:stCondLst>
                                        </p:cTn>
                                        <p:tgtEl>
                                          <p:spTgt spid="8"/>
                                        </p:tgtEl>
                                        <p:attrNameLst>
                                          <p:attrName>ppt_y</p:attrName>
                                        </p:attrNameLst>
                                      </p:cBhvr>
                                      <p:tavLst>
                                        <p:tav tm="0" fmla="#ppt_y-sin(pi*$)/3">
                                          <p:val>
                                            <p:fltVal val="0.5"/>
                                          </p:val>
                                        </p:tav>
                                        <p:tav tm="100000">
                                          <p:val>
                                            <p:fltVal val="1"/>
                                          </p:val>
                                        </p:tav>
                                      </p:tavLst>
                                    </p:anim>
                                    <p:anim calcmode="lin" valueType="num">
                                      <p:cBhvr>
                                        <p:cTn id="71" dur="664" tmFilter="0, 0; 0.125,0.2665; 0.25,0.4; 0.375,0.465; 0.5,0.5;  0.625,0.535; 0.75,0.6; 0.875,0.7335; 1,1">
                                          <p:stCondLst>
                                            <p:cond delay="664"/>
                                          </p:stCondLst>
                                        </p:cTn>
                                        <p:tgtEl>
                                          <p:spTgt spid="8"/>
                                        </p:tgtEl>
                                        <p:attrNameLst>
                                          <p:attrName>ppt_y</p:attrName>
                                        </p:attrNameLst>
                                      </p:cBhvr>
                                      <p:tavLst>
                                        <p:tav tm="0" fmla="#ppt_y-sin(pi*$)/9">
                                          <p:val>
                                            <p:fltVal val="0"/>
                                          </p:val>
                                        </p:tav>
                                        <p:tav tm="100000">
                                          <p:val>
                                            <p:fltVal val="1"/>
                                          </p:val>
                                        </p:tav>
                                      </p:tavLst>
                                    </p:anim>
                                    <p:anim calcmode="lin" valueType="num">
                                      <p:cBhvr>
                                        <p:cTn id="72" dur="332" tmFilter="0, 0; 0.125,0.2665; 0.25,0.4; 0.375,0.465; 0.5,0.5;  0.625,0.535; 0.75,0.6; 0.875,0.7335; 1,1">
                                          <p:stCondLst>
                                            <p:cond delay="1324"/>
                                          </p:stCondLst>
                                        </p:cTn>
                                        <p:tgtEl>
                                          <p:spTgt spid="8"/>
                                        </p:tgtEl>
                                        <p:attrNameLst>
                                          <p:attrName>ppt_y</p:attrName>
                                        </p:attrNameLst>
                                      </p:cBhvr>
                                      <p:tavLst>
                                        <p:tav tm="0" fmla="#ppt_y-sin(pi*$)/27">
                                          <p:val>
                                            <p:fltVal val="0"/>
                                          </p:val>
                                        </p:tav>
                                        <p:tav tm="100000">
                                          <p:val>
                                            <p:fltVal val="1"/>
                                          </p:val>
                                        </p:tav>
                                      </p:tavLst>
                                    </p:anim>
                                    <p:anim calcmode="lin" valueType="num">
                                      <p:cBhvr>
                                        <p:cTn id="73" dur="164" tmFilter="0, 0; 0.125,0.2665; 0.25,0.4; 0.375,0.465; 0.5,0.5;  0.625,0.535; 0.75,0.6; 0.875,0.7335; 1,1">
                                          <p:stCondLst>
                                            <p:cond delay="1656"/>
                                          </p:stCondLst>
                                        </p:cTn>
                                        <p:tgtEl>
                                          <p:spTgt spid="8"/>
                                        </p:tgtEl>
                                        <p:attrNameLst>
                                          <p:attrName>ppt_y</p:attrName>
                                        </p:attrNameLst>
                                      </p:cBhvr>
                                      <p:tavLst>
                                        <p:tav tm="0" fmla="#ppt_y-sin(pi*$)/81">
                                          <p:val>
                                            <p:fltVal val="0"/>
                                          </p:val>
                                        </p:tav>
                                        <p:tav tm="100000">
                                          <p:val>
                                            <p:fltVal val="1"/>
                                          </p:val>
                                        </p:tav>
                                      </p:tavLst>
                                    </p:anim>
                                    <p:animScale>
                                      <p:cBhvr>
                                        <p:cTn id="74" dur="26">
                                          <p:stCondLst>
                                            <p:cond delay="650"/>
                                          </p:stCondLst>
                                        </p:cTn>
                                        <p:tgtEl>
                                          <p:spTgt spid="8"/>
                                        </p:tgtEl>
                                      </p:cBhvr>
                                      <p:to x="100000" y="60000"/>
                                    </p:animScale>
                                    <p:animScale>
                                      <p:cBhvr>
                                        <p:cTn id="75" dur="166" decel="50000">
                                          <p:stCondLst>
                                            <p:cond delay="676"/>
                                          </p:stCondLst>
                                        </p:cTn>
                                        <p:tgtEl>
                                          <p:spTgt spid="8"/>
                                        </p:tgtEl>
                                      </p:cBhvr>
                                      <p:to x="100000" y="100000"/>
                                    </p:animScale>
                                    <p:animScale>
                                      <p:cBhvr>
                                        <p:cTn id="76" dur="26">
                                          <p:stCondLst>
                                            <p:cond delay="1312"/>
                                          </p:stCondLst>
                                        </p:cTn>
                                        <p:tgtEl>
                                          <p:spTgt spid="8"/>
                                        </p:tgtEl>
                                      </p:cBhvr>
                                      <p:to x="100000" y="80000"/>
                                    </p:animScale>
                                    <p:animScale>
                                      <p:cBhvr>
                                        <p:cTn id="77" dur="166" decel="50000">
                                          <p:stCondLst>
                                            <p:cond delay="1338"/>
                                          </p:stCondLst>
                                        </p:cTn>
                                        <p:tgtEl>
                                          <p:spTgt spid="8"/>
                                        </p:tgtEl>
                                      </p:cBhvr>
                                      <p:to x="100000" y="100000"/>
                                    </p:animScale>
                                    <p:animScale>
                                      <p:cBhvr>
                                        <p:cTn id="78" dur="26">
                                          <p:stCondLst>
                                            <p:cond delay="1642"/>
                                          </p:stCondLst>
                                        </p:cTn>
                                        <p:tgtEl>
                                          <p:spTgt spid="8"/>
                                        </p:tgtEl>
                                      </p:cBhvr>
                                      <p:to x="100000" y="90000"/>
                                    </p:animScale>
                                    <p:animScale>
                                      <p:cBhvr>
                                        <p:cTn id="79" dur="166" decel="50000">
                                          <p:stCondLst>
                                            <p:cond delay="1668"/>
                                          </p:stCondLst>
                                        </p:cTn>
                                        <p:tgtEl>
                                          <p:spTgt spid="8"/>
                                        </p:tgtEl>
                                      </p:cBhvr>
                                      <p:to x="100000" y="100000"/>
                                    </p:animScale>
                                    <p:animScale>
                                      <p:cBhvr>
                                        <p:cTn id="80" dur="26">
                                          <p:stCondLst>
                                            <p:cond delay="1808"/>
                                          </p:stCondLst>
                                        </p:cTn>
                                        <p:tgtEl>
                                          <p:spTgt spid="8"/>
                                        </p:tgtEl>
                                      </p:cBhvr>
                                      <p:to x="100000" y="95000"/>
                                    </p:animScale>
                                    <p:animScale>
                                      <p:cBhvr>
                                        <p:cTn id="81" dur="166" decel="50000">
                                          <p:stCondLst>
                                            <p:cond delay="1834"/>
                                          </p:stCondLst>
                                        </p:cTn>
                                        <p:tgtEl>
                                          <p:spTgt spid="8"/>
                                        </p:tgtEl>
                                      </p:cBhvr>
                                      <p:to x="100000" y="100000"/>
                                    </p:animScale>
                                  </p:childTnLst>
                                </p:cTn>
                              </p:par>
                            </p:childTnLst>
                          </p:cTn>
                        </p:par>
                      </p:childTnLst>
                    </p:cTn>
                  </p:par>
                  <p:par>
                    <p:cTn id="82" fill="hold">
                      <p:stCondLst>
                        <p:cond delay="indefinite"/>
                      </p:stCondLst>
                      <p:childTnLst>
                        <p:par>
                          <p:cTn id="83" fill="hold">
                            <p:stCondLst>
                              <p:cond delay="0"/>
                            </p:stCondLst>
                            <p:childTnLst>
                              <p:par>
                                <p:cTn id="84" presetID="26" presetClass="entr" presetSubtype="0" fill="hold" nodeType="clickEffect">
                                  <p:stCondLst>
                                    <p:cond delay="0"/>
                                  </p:stCondLst>
                                  <p:childTnLst>
                                    <p:set>
                                      <p:cBhvr>
                                        <p:cTn id="85" dur="1" fill="hold">
                                          <p:stCondLst>
                                            <p:cond delay="0"/>
                                          </p:stCondLst>
                                        </p:cTn>
                                        <p:tgtEl>
                                          <p:spTgt spid="7"/>
                                        </p:tgtEl>
                                        <p:attrNameLst>
                                          <p:attrName>style.visibility</p:attrName>
                                        </p:attrNameLst>
                                      </p:cBhvr>
                                      <p:to>
                                        <p:strVal val="visible"/>
                                      </p:to>
                                    </p:set>
                                    <p:animEffect transition="in" filter="wipe(down)">
                                      <p:cBhvr>
                                        <p:cTn id="86" dur="580">
                                          <p:stCondLst>
                                            <p:cond delay="0"/>
                                          </p:stCondLst>
                                        </p:cTn>
                                        <p:tgtEl>
                                          <p:spTgt spid="7"/>
                                        </p:tgtEl>
                                      </p:cBhvr>
                                    </p:animEffect>
                                    <p:anim calcmode="lin" valueType="num">
                                      <p:cBhvr>
                                        <p:cTn id="87"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88"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89"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90"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91"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92" dur="26">
                                          <p:stCondLst>
                                            <p:cond delay="650"/>
                                          </p:stCondLst>
                                        </p:cTn>
                                        <p:tgtEl>
                                          <p:spTgt spid="7"/>
                                        </p:tgtEl>
                                      </p:cBhvr>
                                      <p:to x="100000" y="60000"/>
                                    </p:animScale>
                                    <p:animScale>
                                      <p:cBhvr>
                                        <p:cTn id="93" dur="166" decel="50000">
                                          <p:stCondLst>
                                            <p:cond delay="676"/>
                                          </p:stCondLst>
                                        </p:cTn>
                                        <p:tgtEl>
                                          <p:spTgt spid="7"/>
                                        </p:tgtEl>
                                      </p:cBhvr>
                                      <p:to x="100000" y="100000"/>
                                    </p:animScale>
                                    <p:animScale>
                                      <p:cBhvr>
                                        <p:cTn id="94" dur="26">
                                          <p:stCondLst>
                                            <p:cond delay="1312"/>
                                          </p:stCondLst>
                                        </p:cTn>
                                        <p:tgtEl>
                                          <p:spTgt spid="7"/>
                                        </p:tgtEl>
                                      </p:cBhvr>
                                      <p:to x="100000" y="80000"/>
                                    </p:animScale>
                                    <p:animScale>
                                      <p:cBhvr>
                                        <p:cTn id="95" dur="166" decel="50000">
                                          <p:stCondLst>
                                            <p:cond delay="1338"/>
                                          </p:stCondLst>
                                        </p:cTn>
                                        <p:tgtEl>
                                          <p:spTgt spid="7"/>
                                        </p:tgtEl>
                                      </p:cBhvr>
                                      <p:to x="100000" y="100000"/>
                                    </p:animScale>
                                    <p:animScale>
                                      <p:cBhvr>
                                        <p:cTn id="96" dur="26">
                                          <p:stCondLst>
                                            <p:cond delay="1642"/>
                                          </p:stCondLst>
                                        </p:cTn>
                                        <p:tgtEl>
                                          <p:spTgt spid="7"/>
                                        </p:tgtEl>
                                      </p:cBhvr>
                                      <p:to x="100000" y="90000"/>
                                    </p:animScale>
                                    <p:animScale>
                                      <p:cBhvr>
                                        <p:cTn id="97" dur="166" decel="50000">
                                          <p:stCondLst>
                                            <p:cond delay="1668"/>
                                          </p:stCondLst>
                                        </p:cTn>
                                        <p:tgtEl>
                                          <p:spTgt spid="7"/>
                                        </p:tgtEl>
                                      </p:cBhvr>
                                      <p:to x="100000" y="100000"/>
                                    </p:animScale>
                                    <p:animScale>
                                      <p:cBhvr>
                                        <p:cTn id="98" dur="26">
                                          <p:stCondLst>
                                            <p:cond delay="1808"/>
                                          </p:stCondLst>
                                        </p:cTn>
                                        <p:tgtEl>
                                          <p:spTgt spid="7"/>
                                        </p:tgtEl>
                                      </p:cBhvr>
                                      <p:to x="100000" y="95000"/>
                                    </p:animScale>
                                    <p:animScale>
                                      <p:cBhvr>
                                        <p:cTn id="99" dur="166" decel="50000">
                                          <p:stCondLst>
                                            <p:cond delay="1834"/>
                                          </p:stCondLst>
                                        </p:cTn>
                                        <p:tgtEl>
                                          <p:spTgt spid="7"/>
                                        </p:tgtEl>
                                      </p:cBhvr>
                                      <p:to x="100000" y="100000"/>
                                    </p:animScale>
                                  </p:childTnLst>
                                </p:cTn>
                              </p:par>
                            </p:childTnLst>
                          </p:cTn>
                        </p:par>
                      </p:childTnLst>
                    </p:cTn>
                  </p:par>
                  <p:par>
                    <p:cTn id="100" fill="hold">
                      <p:stCondLst>
                        <p:cond delay="indefinite"/>
                      </p:stCondLst>
                      <p:childTnLst>
                        <p:par>
                          <p:cTn id="101" fill="hold">
                            <p:stCondLst>
                              <p:cond delay="0"/>
                            </p:stCondLst>
                            <p:childTnLst>
                              <p:par>
                                <p:cTn id="102" presetID="26" presetClass="entr" presetSubtype="0" fill="hold" nodeType="clickEffect">
                                  <p:stCondLst>
                                    <p:cond delay="0"/>
                                  </p:stCondLst>
                                  <p:childTnLst>
                                    <p:set>
                                      <p:cBhvr>
                                        <p:cTn id="103" dur="1" fill="hold">
                                          <p:stCondLst>
                                            <p:cond delay="0"/>
                                          </p:stCondLst>
                                        </p:cTn>
                                        <p:tgtEl>
                                          <p:spTgt spid="6"/>
                                        </p:tgtEl>
                                        <p:attrNameLst>
                                          <p:attrName>style.visibility</p:attrName>
                                        </p:attrNameLst>
                                      </p:cBhvr>
                                      <p:to>
                                        <p:strVal val="visible"/>
                                      </p:to>
                                    </p:set>
                                    <p:animEffect transition="in" filter="wipe(down)">
                                      <p:cBhvr>
                                        <p:cTn id="104" dur="580">
                                          <p:stCondLst>
                                            <p:cond delay="0"/>
                                          </p:stCondLst>
                                        </p:cTn>
                                        <p:tgtEl>
                                          <p:spTgt spid="6"/>
                                        </p:tgtEl>
                                      </p:cBhvr>
                                    </p:animEffect>
                                    <p:anim calcmode="lin" valueType="num">
                                      <p:cBhvr>
                                        <p:cTn id="105"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106"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7"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08"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09"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10" dur="26">
                                          <p:stCondLst>
                                            <p:cond delay="650"/>
                                          </p:stCondLst>
                                        </p:cTn>
                                        <p:tgtEl>
                                          <p:spTgt spid="6"/>
                                        </p:tgtEl>
                                      </p:cBhvr>
                                      <p:to x="100000" y="60000"/>
                                    </p:animScale>
                                    <p:animScale>
                                      <p:cBhvr>
                                        <p:cTn id="111" dur="166" decel="50000">
                                          <p:stCondLst>
                                            <p:cond delay="676"/>
                                          </p:stCondLst>
                                        </p:cTn>
                                        <p:tgtEl>
                                          <p:spTgt spid="6"/>
                                        </p:tgtEl>
                                      </p:cBhvr>
                                      <p:to x="100000" y="100000"/>
                                    </p:animScale>
                                    <p:animScale>
                                      <p:cBhvr>
                                        <p:cTn id="112" dur="26">
                                          <p:stCondLst>
                                            <p:cond delay="1312"/>
                                          </p:stCondLst>
                                        </p:cTn>
                                        <p:tgtEl>
                                          <p:spTgt spid="6"/>
                                        </p:tgtEl>
                                      </p:cBhvr>
                                      <p:to x="100000" y="80000"/>
                                    </p:animScale>
                                    <p:animScale>
                                      <p:cBhvr>
                                        <p:cTn id="113" dur="166" decel="50000">
                                          <p:stCondLst>
                                            <p:cond delay="1338"/>
                                          </p:stCondLst>
                                        </p:cTn>
                                        <p:tgtEl>
                                          <p:spTgt spid="6"/>
                                        </p:tgtEl>
                                      </p:cBhvr>
                                      <p:to x="100000" y="100000"/>
                                    </p:animScale>
                                    <p:animScale>
                                      <p:cBhvr>
                                        <p:cTn id="114" dur="26">
                                          <p:stCondLst>
                                            <p:cond delay="1642"/>
                                          </p:stCondLst>
                                        </p:cTn>
                                        <p:tgtEl>
                                          <p:spTgt spid="6"/>
                                        </p:tgtEl>
                                      </p:cBhvr>
                                      <p:to x="100000" y="90000"/>
                                    </p:animScale>
                                    <p:animScale>
                                      <p:cBhvr>
                                        <p:cTn id="115" dur="166" decel="50000">
                                          <p:stCondLst>
                                            <p:cond delay="1668"/>
                                          </p:stCondLst>
                                        </p:cTn>
                                        <p:tgtEl>
                                          <p:spTgt spid="6"/>
                                        </p:tgtEl>
                                      </p:cBhvr>
                                      <p:to x="100000" y="100000"/>
                                    </p:animScale>
                                    <p:animScale>
                                      <p:cBhvr>
                                        <p:cTn id="116" dur="26">
                                          <p:stCondLst>
                                            <p:cond delay="1808"/>
                                          </p:stCondLst>
                                        </p:cTn>
                                        <p:tgtEl>
                                          <p:spTgt spid="6"/>
                                        </p:tgtEl>
                                      </p:cBhvr>
                                      <p:to x="100000" y="95000"/>
                                    </p:animScale>
                                    <p:animScale>
                                      <p:cBhvr>
                                        <p:cTn id="117" dur="166" decel="50000">
                                          <p:stCondLst>
                                            <p:cond delay="1834"/>
                                          </p:stCondLst>
                                        </p:cTn>
                                        <p:tgtEl>
                                          <p:spTgt spid="6"/>
                                        </p:tgtEl>
                                      </p:cBhvr>
                                      <p:to x="100000" y="100000"/>
                                    </p:animScale>
                                  </p:childTnLst>
                                </p:cTn>
                              </p:par>
                            </p:childTnLst>
                          </p:cTn>
                        </p:par>
                      </p:childTnLst>
                    </p:cTn>
                  </p:par>
                  <p:par>
                    <p:cTn id="118" fill="hold">
                      <p:stCondLst>
                        <p:cond delay="indefinite"/>
                      </p:stCondLst>
                      <p:childTnLst>
                        <p:par>
                          <p:cTn id="119" fill="hold">
                            <p:stCondLst>
                              <p:cond delay="0"/>
                            </p:stCondLst>
                            <p:childTnLst>
                              <p:par>
                                <p:cTn id="120" presetID="26" presetClass="entr" presetSubtype="0" fill="hold" nodeType="clickEffect">
                                  <p:stCondLst>
                                    <p:cond delay="0"/>
                                  </p:stCondLst>
                                  <p:childTnLst>
                                    <p:set>
                                      <p:cBhvr>
                                        <p:cTn id="121" dur="1" fill="hold">
                                          <p:stCondLst>
                                            <p:cond delay="0"/>
                                          </p:stCondLst>
                                        </p:cTn>
                                        <p:tgtEl>
                                          <p:spTgt spid="24"/>
                                        </p:tgtEl>
                                        <p:attrNameLst>
                                          <p:attrName>style.visibility</p:attrName>
                                        </p:attrNameLst>
                                      </p:cBhvr>
                                      <p:to>
                                        <p:strVal val="visible"/>
                                      </p:to>
                                    </p:set>
                                    <p:animEffect transition="in" filter="wipe(down)">
                                      <p:cBhvr>
                                        <p:cTn id="122" dur="580">
                                          <p:stCondLst>
                                            <p:cond delay="0"/>
                                          </p:stCondLst>
                                        </p:cTn>
                                        <p:tgtEl>
                                          <p:spTgt spid="24"/>
                                        </p:tgtEl>
                                      </p:cBhvr>
                                    </p:animEffect>
                                    <p:anim calcmode="lin" valueType="num">
                                      <p:cBhvr>
                                        <p:cTn id="123" dur="1822" tmFilter="0,0; 0.14,0.36; 0.43,0.73; 0.71,0.91; 1.0,1.0">
                                          <p:stCondLst>
                                            <p:cond delay="0"/>
                                          </p:stCondLst>
                                        </p:cTn>
                                        <p:tgtEl>
                                          <p:spTgt spid="24"/>
                                        </p:tgtEl>
                                        <p:attrNameLst>
                                          <p:attrName>ppt_x</p:attrName>
                                        </p:attrNameLst>
                                      </p:cBhvr>
                                      <p:tavLst>
                                        <p:tav tm="0">
                                          <p:val>
                                            <p:strVal val="#ppt_x-0.25"/>
                                          </p:val>
                                        </p:tav>
                                        <p:tav tm="100000">
                                          <p:val>
                                            <p:strVal val="#ppt_x"/>
                                          </p:val>
                                        </p:tav>
                                      </p:tavLst>
                                    </p:anim>
                                    <p:anim calcmode="lin" valueType="num">
                                      <p:cBhvr>
                                        <p:cTn id="124" dur="664" tmFilter="0.0,0.0; 0.25,0.07; 0.50,0.2; 0.75,0.467; 1.0,1.0">
                                          <p:stCondLst>
                                            <p:cond delay="0"/>
                                          </p:stCondLst>
                                        </p:cTn>
                                        <p:tgtEl>
                                          <p:spTgt spid="24"/>
                                        </p:tgtEl>
                                        <p:attrNameLst>
                                          <p:attrName>ppt_y</p:attrName>
                                        </p:attrNameLst>
                                      </p:cBhvr>
                                      <p:tavLst>
                                        <p:tav tm="0" fmla="#ppt_y-sin(pi*$)/3">
                                          <p:val>
                                            <p:fltVal val="0.5"/>
                                          </p:val>
                                        </p:tav>
                                        <p:tav tm="100000">
                                          <p:val>
                                            <p:fltVal val="1"/>
                                          </p:val>
                                        </p:tav>
                                      </p:tavLst>
                                    </p:anim>
                                    <p:anim calcmode="lin" valueType="num">
                                      <p:cBhvr>
                                        <p:cTn id="125" dur="664" tmFilter="0, 0; 0.125,0.2665; 0.25,0.4; 0.375,0.465; 0.5,0.5;  0.625,0.535; 0.75,0.6; 0.875,0.7335; 1,1">
                                          <p:stCondLst>
                                            <p:cond delay="664"/>
                                          </p:stCondLst>
                                        </p:cTn>
                                        <p:tgtEl>
                                          <p:spTgt spid="24"/>
                                        </p:tgtEl>
                                        <p:attrNameLst>
                                          <p:attrName>ppt_y</p:attrName>
                                        </p:attrNameLst>
                                      </p:cBhvr>
                                      <p:tavLst>
                                        <p:tav tm="0" fmla="#ppt_y-sin(pi*$)/9">
                                          <p:val>
                                            <p:fltVal val="0"/>
                                          </p:val>
                                        </p:tav>
                                        <p:tav tm="100000">
                                          <p:val>
                                            <p:fltVal val="1"/>
                                          </p:val>
                                        </p:tav>
                                      </p:tavLst>
                                    </p:anim>
                                    <p:anim calcmode="lin" valueType="num">
                                      <p:cBhvr>
                                        <p:cTn id="126" dur="332" tmFilter="0, 0; 0.125,0.2665; 0.25,0.4; 0.375,0.465; 0.5,0.5;  0.625,0.535; 0.75,0.6; 0.875,0.7335; 1,1">
                                          <p:stCondLst>
                                            <p:cond delay="1324"/>
                                          </p:stCondLst>
                                        </p:cTn>
                                        <p:tgtEl>
                                          <p:spTgt spid="24"/>
                                        </p:tgtEl>
                                        <p:attrNameLst>
                                          <p:attrName>ppt_y</p:attrName>
                                        </p:attrNameLst>
                                      </p:cBhvr>
                                      <p:tavLst>
                                        <p:tav tm="0" fmla="#ppt_y-sin(pi*$)/27">
                                          <p:val>
                                            <p:fltVal val="0"/>
                                          </p:val>
                                        </p:tav>
                                        <p:tav tm="100000">
                                          <p:val>
                                            <p:fltVal val="1"/>
                                          </p:val>
                                        </p:tav>
                                      </p:tavLst>
                                    </p:anim>
                                    <p:anim calcmode="lin" valueType="num">
                                      <p:cBhvr>
                                        <p:cTn id="127" dur="164" tmFilter="0, 0; 0.125,0.2665; 0.25,0.4; 0.375,0.465; 0.5,0.5;  0.625,0.535; 0.75,0.6; 0.875,0.7335; 1,1">
                                          <p:stCondLst>
                                            <p:cond delay="1656"/>
                                          </p:stCondLst>
                                        </p:cTn>
                                        <p:tgtEl>
                                          <p:spTgt spid="24"/>
                                        </p:tgtEl>
                                        <p:attrNameLst>
                                          <p:attrName>ppt_y</p:attrName>
                                        </p:attrNameLst>
                                      </p:cBhvr>
                                      <p:tavLst>
                                        <p:tav tm="0" fmla="#ppt_y-sin(pi*$)/81">
                                          <p:val>
                                            <p:fltVal val="0"/>
                                          </p:val>
                                        </p:tav>
                                        <p:tav tm="100000">
                                          <p:val>
                                            <p:fltVal val="1"/>
                                          </p:val>
                                        </p:tav>
                                      </p:tavLst>
                                    </p:anim>
                                    <p:animScale>
                                      <p:cBhvr>
                                        <p:cTn id="128" dur="26">
                                          <p:stCondLst>
                                            <p:cond delay="650"/>
                                          </p:stCondLst>
                                        </p:cTn>
                                        <p:tgtEl>
                                          <p:spTgt spid="24"/>
                                        </p:tgtEl>
                                      </p:cBhvr>
                                      <p:to x="100000" y="60000"/>
                                    </p:animScale>
                                    <p:animScale>
                                      <p:cBhvr>
                                        <p:cTn id="129" dur="166" decel="50000">
                                          <p:stCondLst>
                                            <p:cond delay="676"/>
                                          </p:stCondLst>
                                        </p:cTn>
                                        <p:tgtEl>
                                          <p:spTgt spid="24"/>
                                        </p:tgtEl>
                                      </p:cBhvr>
                                      <p:to x="100000" y="100000"/>
                                    </p:animScale>
                                    <p:animScale>
                                      <p:cBhvr>
                                        <p:cTn id="130" dur="26">
                                          <p:stCondLst>
                                            <p:cond delay="1312"/>
                                          </p:stCondLst>
                                        </p:cTn>
                                        <p:tgtEl>
                                          <p:spTgt spid="24"/>
                                        </p:tgtEl>
                                      </p:cBhvr>
                                      <p:to x="100000" y="80000"/>
                                    </p:animScale>
                                    <p:animScale>
                                      <p:cBhvr>
                                        <p:cTn id="131" dur="166" decel="50000">
                                          <p:stCondLst>
                                            <p:cond delay="1338"/>
                                          </p:stCondLst>
                                        </p:cTn>
                                        <p:tgtEl>
                                          <p:spTgt spid="24"/>
                                        </p:tgtEl>
                                      </p:cBhvr>
                                      <p:to x="100000" y="100000"/>
                                    </p:animScale>
                                    <p:animScale>
                                      <p:cBhvr>
                                        <p:cTn id="132" dur="26">
                                          <p:stCondLst>
                                            <p:cond delay="1642"/>
                                          </p:stCondLst>
                                        </p:cTn>
                                        <p:tgtEl>
                                          <p:spTgt spid="24"/>
                                        </p:tgtEl>
                                      </p:cBhvr>
                                      <p:to x="100000" y="90000"/>
                                    </p:animScale>
                                    <p:animScale>
                                      <p:cBhvr>
                                        <p:cTn id="133" dur="166" decel="50000">
                                          <p:stCondLst>
                                            <p:cond delay="1668"/>
                                          </p:stCondLst>
                                        </p:cTn>
                                        <p:tgtEl>
                                          <p:spTgt spid="24"/>
                                        </p:tgtEl>
                                      </p:cBhvr>
                                      <p:to x="100000" y="100000"/>
                                    </p:animScale>
                                    <p:animScale>
                                      <p:cBhvr>
                                        <p:cTn id="134" dur="26">
                                          <p:stCondLst>
                                            <p:cond delay="1808"/>
                                          </p:stCondLst>
                                        </p:cTn>
                                        <p:tgtEl>
                                          <p:spTgt spid="24"/>
                                        </p:tgtEl>
                                      </p:cBhvr>
                                      <p:to x="100000" y="95000"/>
                                    </p:animScale>
                                    <p:animScale>
                                      <p:cBhvr>
                                        <p:cTn id="135" dur="166" decel="50000">
                                          <p:stCondLst>
                                            <p:cond delay="1834"/>
                                          </p:stCondLst>
                                        </p:cTn>
                                        <p:tgtEl>
                                          <p:spTgt spid="24"/>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0391" y="3271017"/>
            <a:ext cx="804672" cy="939608"/>
          </a:xfrm>
          <a:prstGeom prst="rect">
            <a:avLst/>
          </a:prstGeom>
          <a:solidFill>
            <a:srgbClr val="00B050"/>
          </a:solidFill>
        </p:spPr>
      </p:pic>
      <p:sp>
        <p:nvSpPr>
          <p:cNvPr id="38" name="Rectangle à coins arrondis 37"/>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4</a:t>
            </a:r>
          </a:p>
        </p:txBody>
      </p:sp>
      <p:sp>
        <p:nvSpPr>
          <p:cNvPr id="7" name="Flèche : pentagone 6">
            <a:extLst>
              <a:ext uri="{FF2B5EF4-FFF2-40B4-BE49-F238E27FC236}">
                <a16:creationId xmlns:a16="http://schemas.microsoft.com/office/drawing/2014/main" id="{A3431737-6DB8-0EA5-8139-D8BD6407ACCE}"/>
              </a:ext>
            </a:extLst>
          </p:cNvPr>
          <p:cNvSpPr/>
          <p:nvPr/>
        </p:nvSpPr>
        <p:spPr>
          <a:xfrm>
            <a:off x="3237191" y="214705"/>
            <a:ext cx="7242038" cy="712597"/>
          </a:xfrm>
          <a:prstGeom prst="homePlate">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4400" b="1" dirty="0">
                <a:latin typeface="Cambria" panose="02040503050406030204" pitchFamily="18" charset="0"/>
                <a:ea typeface="Cambria" panose="02040503050406030204" pitchFamily="18" charset="0"/>
              </a:rPr>
              <a:t>INTRODUCTION</a:t>
            </a:r>
          </a:p>
        </p:txBody>
      </p:sp>
      <p:sp>
        <p:nvSpPr>
          <p:cNvPr id="8" name="Larme 7">
            <a:extLst>
              <a:ext uri="{FF2B5EF4-FFF2-40B4-BE49-F238E27FC236}">
                <a16:creationId xmlns:a16="http://schemas.microsoft.com/office/drawing/2014/main" id="{1B481AF9-CE77-8DB0-82CB-6714ED8C260D}"/>
              </a:ext>
            </a:extLst>
          </p:cNvPr>
          <p:cNvSpPr/>
          <p:nvPr/>
        </p:nvSpPr>
        <p:spPr>
          <a:xfrm>
            <a:off x="2132436" y="214705"/>
            <a:ext cx="1104755" cy="767606"/>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1</a:t>
            </a:r>
          </a:p>
        </p:txBody>
      </p:sp>
      <p:sp>
        <p:nvSpPr>
          <p:cNvPr id="39" name="Freeform: Shape 30">
            <a:extLst>
              <a:ext uri="{FF2B5EF4-FFF2-40B4-BE49-F238E27FC236}">
                <a16:creationId xmlns:a16="http://schemas.microsoft.com/office/drawing/2014/main" id="{E8092428-5E1B-4390-9A0C-3A6A6DA0FE01}"/>
              </a:ext>
            </a:extLst>
          </p:cNvPr>
          <p:cNvSpPr/>
          <p:nvPr/>
        </p:nvSpPr>
        <p:spPr>
          <a:xfrm>
            <a:off x="12951451" y="1375801"/>
            <a:ext cx="228600" cy="228600"/>
          </a:xfrm>
          <a:custGeom>
            <a:avLst/>
            <a:gdLst>
              <a:gd name="connsiteX0" fmla="*/ 222218 w 228600"/>
              <a:gd name="connsiteY0" fmla="*/ 114681 h 228600"/>
              <a:gd name="connsiteX1" fmla="*/ 114680 w 228600"/>
              <a:gd name="connsiteY1" fmla="*/ 222218 h 228600"/>
              <a:gd name="connsiteX2" fmla="*/ 7142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8" y="222218"/>
                  <a:pt x="7142" y="174072"/>
                  <a:pt x="7142" y="114681"/>
                </a:cubicBezTo>
                <a:cubicBezTo>
                  <a:pt x="7142" y="55290"/>
                  <a:pt x="55288"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0" name="Freeform: Shape 31">
            <a:extLst>
              <a:ext uri="{FF2B5EF4-FFF2-40B4-BE49-F238E27FC236}">
                <a16:creationId xmlns:a16="http://schemas.microsoft.com/office/drawing/2014/main" id="{B5A68867-B61B-4CBC-AA46-66D50AE045CB}"/>
              </a:ext>
            </a:extLst>
          </p:cNvPr>
          <p:cNvSpPr/>
          <p:nvPr/>
        </p:nvSpPr>
        <p:spPr>
          <a:xfrm>
            <a:off x="4547067" y="1375801"/>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1" name="Freeform: Shape 32">
            <a:extLst>
              <a:ext uri="{FF2B5EF4-FFF2-40B4-BE49-F238E27FC236}">
                <a16:creationId xmlns:a16="http://schemas.microsoft.com/office/drawing/2014/main" id="{8065FB89-EC4C-4639-A122-53B23CFF236D}"/>
              </a:ext>
            </a:extLst>
          </p:cNvPr>
          <p:cNvSpPr/>
          <p:nvPr/>
        </p:nvSpPr>
        <p:spPr>
          <a:xfrm>
            <a:off x="13162239" y="6250410"/>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8" y="222218"/>
                  <a:pt x="7143" y="174072"/>
                  <a:pt x="7143" y="114681"/>
                </a:cubicBezTo>
                <a:cubicBezTo>
                  <a:pt x="7143" y="55290"/>
                  <a:pt x="55288"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2" name="Freeform: Shape 33">
            <a:extLst>
              <a:ext uri="{FF2B5EF4-FFF2-40B4-BE49-F238E27FC236}">
                <a16:creationId xmlns:a16="http://schemas.microsoft.com/office/drawing/2014/main" id="{EAE9E238-185B-4637-A477-3230B689F034}"/>
              </a:ext>
            </a:extLst>
          </p:cNvPr>
          <p:cNvSpPr/>
          <p:nvPr/>
        </p:nvSpPr>
        <p:spPr>
          <a:xfrm>
            <a:off x="13821179" y="3284706"/>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3" name="Freeform: Shape 34">
            <a:extLst>
              <a:ext uri="{FF2B5EF4-FFF2-40B4-BE49-F238E27FC236}">
                <a16:creationId xmlns:a16="http://schemas.microsoft.com/office/drawing/2014/main" id="{3BC12C49-5C6B-4517-9CCA-C06A5FE88A26}"/>
              </a:ext>
            </a:extLst>
          </p:cNvPr>
          <p:cNvSpPr/>
          <p:nvPr/>
        </p:nvSpPr>
        <p:spPr>
          <a:xfrm>
            <a:off x="4822721" y="503082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4" name="Freeform: Shape 36">
            <a:extLst>
              <a:ext uri="{FF2B5EF4-FFF2-40B4-BE49-F238E27FC236}">
                <a16:creationId xmlns:a16="http://schemas.microsoft.com/office/drawing/2014/main" id="{42AC1C2B-3738-4585-A405-69BBD101F272}"/>
              </a:ext>
            </a:extLst>
          </p:cNvPr>
          <p:cNvSpPr/>
          <p:nvPr/>
        </p:nvSpPr>
        <p:spPr>
          <a:xfrm>
            <a:off x="11825501" y="4898241"/>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grpSp>
        <p:nvGrpSpPr>
          <p:cNvPr id="45" name="Group 1">
            <a:extLst>
              <a:ext uri="{FF2B5EF4-FFF2-40B4-BE49-F238E27FC236}">
                <a16:creationId xmlns:a16="http://schemas.microsoft.com/office/drawing/2014/main" id="{AB5BD4DC-38EB-40F0-985B-34FDF96FD9A6}"/>
              </a:ext>
            </a:extLst>
          </p:cNvPr>
          <p:cNvGrpSpPr/>
          <p:nvPr/>
        </p:nvGrpSpPr>
        <p:grpSpPr>
          <a:xfrm>
            <a:off x="6002868" y="2992669"/>
            <a:ext cx="5508974" cy="2404015"/>
            <a:chOff x="3224022" y="2864929"/>
            <a:chExt cx="5508974" cy="2404015"/>
          </a:xfrm>
        </p:grpSpPr>
        <p:sp>
          <p:nvSpPr>
            <p:cNvPr id="46" name="Freeform: Shape 39">
              <a:extLst>
                <a:ext uri="{FF2B5EF4-FFF2-40B4-BE49-F238E27FC236}">
                  <a16:creationId xmlns:a16="http://schemas.microsoft.com/office/drawing/2014/main" id="{80E478C8-298E-4DB7-9C26-3673F878FAC2}"/>
                </a:ext>
              </a:extLst>
            </p:cNvPr>
            <p:cNvSpPr/>
            <p:nvPr/>
          </p:nvSpPr>
          <p:spPr>
            <a:xfrm>
              <a:off x="4241673" y="3830669"/>
              <a:ext cx="1438275" cy="1438275"/>
            </a:xfrm>
            <a:custGeom>
              <a:avLst/>
              <a:gdLst>
                <a:gd name="connsiteX0" fmla="*/ 1436561 w 1438275"/>
                <a:gd name="connsiteY0" fmla="*/ 458057 h 1438275"/>
                <a:gd name="connsiteX1" fmla="*/ 1404652 w 1438275"/>
                <a:gd name="connsiteY1" fmla="*/ 393192 h 1438275"/>
                <a:gd name="connsiteX2" fmla="*/ 1051465 w 1438275"/>
                <a:gd name="connsiteY2" fmla="*/ 40005 h 1438275"/>
                <a:gd name="connsiteX3" fmla="*/ 1025843 w 1438275"/>
                <a:gd name="connsiteY3" fmla="*/ 20859 h 1438275"/>
                <a:gd name="connsiteX4" fmla="*/ 972122 w 1438275"/>
                <a:gd name="connsiteY4" fmla="*/ 7144 h 1438275"/>
                <a:gd name="connsiteX5" fmla="*/ 472535 w 1438275"/>
                <a:gd name="connsiteY5" fmla="*/ 7144 h 1438275"/>
                <a:gd name="connsiteX6" fmla="*/ 418909 w 1438275"/>
                <a:gd name="connsiteY6" fmla="*/ 20859 h 1438275"/>
                <a:gd name="connsiteX7" fmla="*/ 393287 w 1438275"/>
                <a:gd name="connsiteY7" fmla="*/ 40005 h 1438275"/>
                <a:gd name="connsiteX8" fmla="*/ 40005 w 1438275"/>
                <a:gd name="connsiteY8" fmla="*/ 393192 h 1438275"/>
                <a:gd name="connsiteX9" fmla="*/ 8096 w 1438275"/>
                <a:gd name="connsiteY9" fmla="*/ 458057 h 1438275"/>
                <a:gd name="connsiteX10" fmla="*/ 7144 w 1438275"/>
                <a:gd name="connsiteY10" fmla="*/ 472535 h 1438275"/>
                <a:gd name="connsiteX11" fmla="*/ 7144 w 1438275"/>
                <a:gd name="connsiteY11" fmla="*/ 972026 h 1438275"/>
                <a:gd name="connsiteX12" fmla="*/ 40005 w 1438275"/>
                <a:gd name="connsiteY12" fmla="*/ 1051369 h 1438275"/>
                <a:gd name="connsiteX13" fmla="*/ 393287 w 1438275"/>
                <a:gd name="connsiteY13" fmla="*/ 1404652 h 1438275"/>
                <a:gd name="connsiteX14" fmla="*/ 472535 w 1438275"/>
                <a:gd name="connsiteY14" fmla="*/ 1437513 h 1438275"/>
                <a:gd name="connsiteX15" fmla="*/ 972122 w 1438275"/>
                <a:gd name="connsiteY15" fmla="*/ 1437513 h 1438275"/>
                <a:gd name="connsiteX16" fmla="*/ 1051465 w 1438275"/>
                <a:gd name="connsiteY16" fmla="*/ 1404652 h 1438275"/>
                <a:gd name="connsiteX17" fmla="*/ 1404652 w 1438275"/>
                <a:gd name="connsiteY17" fmla="*/ 1051369 h 1438275"/>
                <a:gd name="connsiteX18" fmla="*/ 1437513 w 1438275"/>
                <a:gd name="connsiteY18" fmla="*/ 972026 h 1438275"/>
                <a:gd name="connsiteX19" fmla="*/ 1437513 w 1438275"/>
                <a:gd name="connsiteY19" fmla="*/ 472535 h 1438275"/>
                <a:gd name="connsiteX20" fmla="*/ 1436561 w 1438275"/>
                <a:gd name="connsiteY20" fmla="*/ 458057 h 1438275"/>
                <a:gd name="connsiteX21" fmla="*/ 722376 w 1438275"/>
                <a:gd name="connsiteY21" fmla="*/ 972788 h 1438275"/>
                <a:gd name="connsiteX22" fmla="*/ 471868 w 1438275"/>
                <a:gd name="connsiteY22" fmla="*/ 722281 h 1438275"/>
                <a:gd name="connsiteX23" fmla="*/ 722376 w 1438275"/>
                <a:gd name="connsiteY23" fmla="*/ 471773 h 1438275"/>
                <a:gd name="connsiteX24" fmla="*/ 972884 w 1438275"/>
                <a:gd name="connsiteY24" fmla="*/ 722281 h 1438275"/>
                <a:gd name="connsiteX25" fmla="*/ 722376 w 1438275"/>
                <a:gd name="connsiteY25" fmla="*/ 972788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438275" h="1438275">
                  <a:moveTo>
                    <a:pt x="1436561" y="458057"/>
                  </a:moveTo>
                  <a:cubicBezTo>
                    <a:pt x="1433417" y="433673"/>
                    <a:pt x="1422273" y="410813"/>
                    <a:pt x="1404652" y="393192"/>
                  </a:cubicBezTo>
                  <a:lnTo>
                    <a:pt x="1051465" y="40005"/>
                  </a:lnTo>
                  <a:cubicBezTo>
                    <a:pt x="1043750" y="32290"/>
                    <a:pt x="1035082" y="25908"/>
                    <a:pt x="1025843" y="20859"/>
                  </a:cubicBezTo>
                  <a:cubicBezTo>
                    <a:pt x="1009459" y="11906"/>
                    <a:pt x="991076" y="7144"/>
                    <a:pt x="972122" y="7144"/>
                  </a:cubicBezTo>
                  <a:lnTo>
                    <a:pt x="472535" y="7144"/>
                  </a:lnTo>
                  <a:cubicBezTo>
                    <a:pt x="453676" y="7144"/>
                    <a:pt x="435292" y="11906"/>
                    <a:pt x="418909" y="20859"/>
                  </a:cubicBezTo>
                  <a:cubicBezTo>
                    <a:pt x="409575" y="25813"/>
                    <a:pt x="400907" y="32290"/>
                    <a:pt x="393287" y="40005"/>
                  </a:cubicBezTo>
                  <a:lnTo>
                    <a:pt x="40005" y="393192"/>
                  </a:lnTo>
                  <a:cubicBezTo>
                    <a:pt x="22384" y="410813"/>
                    <a:pt x="11239" y="433673"/>
                    <a:pt x="8096" y="458057"/>
                  </a:cubicBezTo>
                  <a:cubicBezTo>
                    <a:pt x="7429" y="462820"/>
                    <a:pt x="7144" y="467677"/>
                    <a:pt x="7144" y="472535"/>
                  </a:cubicBezTo>
                  <a:lnTo>
                    <a:pt x="7144" y="972026"/>
                  </a:lnTo>
                  <a:cubicBezTo>
                    <a:pt x="7144" y="1001839"/>
                    <a:pt x="18955" y="1030319"/>
                    <a:pt x="40005" y="1051369"/>
                  </a:cubicBezTo>
                  <a:lnTo>
                    <a:pt x="393287" y="1404652"/>
                  </a:lnTo>
                  <a:cubicBezTo>
                    <a:pt x="414242" y="1425702"/>
                    <a:pt x="442817" y="1437513"/>
                    <a:pt x="472535" y="1437513"/>
                  </a:cubicBezTo>
                  <a:lnTo>
                    <a:pt x="972122" y="1437513"/>
                  </a:lnTo>
                  <a:cubicBezTo>
                    <a:pt x="1001839" y="1437513"/>
                    <a:pt x="1030414" y="1425702"/>
                    <a:pt x="1051465" y="1404652"/>
                  </a:cubicBezTo>
                  <a:lnTo>
                    <a:pt x="1404652" y="1051369"/>
                  </a:lnTo>
                  <a:cubicBezTo>
                    <a:pt x="1425702" y="1030319"/>
                    <a:pt x="1437513" y="1001839"/>
                    <a:pt x="1437513" y="972026"/>
                  </a:cubicBezTo>
                  <a:lnTo>
                    <a:pt x="1437513" y="472535"/>
                  </a:lnTo>
                  <a:cubicBezTo>
                    <a:pt x="1437513" y="467677"/>
                    <a:pt x="1437227" y="462820"/>
                    <a:pt x="1436561" y="458057"/>
                  </a:cubicBezTo>
                  <a:close/>
                  <a:moveTo>
                    <a:pt x="722376" y="972788"/>
                  </a:moveTo>
                  <a:cubicBezTo>
                    <a:pt x="583978" y="972788"/>
                    <a:pt x="471868" y="860679"/>
                    <a:pt x="471868" y="722281"/>
                  </a:cubicBezTo>
                  <a:cubicBezTo>
                    <a:pt x="471868" y="583978"/>
                    <a:pt x="583978" y="471773"/>
                    <a:pt x="722376" y="471773"/>
                  </a:cubicBezTo>
                  <a:cubicBezTo>
                    <a:pt x="860679" y="471773"/>
                    <a:pt x="972884" y="583978"/>
                    <a:pt x="972884" y="722281"/>
                  </a:cubicBezTo>
                  <a:cubicBezTo>
                    <a:pt x="972884" y="860679"/>
                    <a:pt x="860679" y="972788"/>
                    <a:pt x="722376" y="972788"/>
                  </a:cubicBezTo>
                  <a:close/>
                </a:path>
              </a:pathLst>
            </a:custGeom>
            <a:solidFill>
              <a:srgbClr val="EFEFEF"/>
            </a:solidFill>
            <a:ln w="9525" cap="flat">
              <a:noFill/>
              <a:prstDash val="solid"/>
              <a:miter/>
            </a:ln>
          </p:spPr>
          <p:txBody>
            <a:bodyPr rtlCol="0" anchor="ctr"/>
            <a:lstStyle/>
            <a:p>
              <a:endParaRPr lang="en-US"/>
            </a:p>
          </p:txBody>
        </p:sp>
        <p:sp>
          <p:nvSpPr>
            <p:cNvPr id="47" name="Freeform: Shape 40">
              <a:extLst>
                <a:ext uri="{FF2B5EF4-FFF2-40B4-BE49-F238E27FC236}">
                  <a16:creationId xmlns:a16="http://schemas.microsoft.com/office/drawing/2014/main" id="{188FB118-6364-45D3-94B1-EF2D2F587068}"/>
                </a:ext>
              </a:extLst>
            </p:cNvPr>
            <p:cNvSpPr/>
            <p:nvPr/>
          </p:nvSpPr>
          <p:spPr>
            <a:xfrm>
              <a:off x="5259419" y="2864929"/>
              <a:ext cx="1438275" cy="1438275"/>
            </a:xfrm>
            <a:custGeom>
              <a:avLst/>
              <a:gdLst>
                <a:gd name="connsiteX0" fmla="*/ 1404557 w 1438275"/>
                <a:gd name="connsiteY0" fmla="*/ 393287 h 1438275"/>
                <a:gd name="connsiteX1" fmla="*/ 1051370 w 1438275"/>
                <a:gd name="connsiteY1" fmla="*/ 40005 h 1438275"/>
                <a:gd name="connsiteX2" fmla="*/ 972026 w 1438275"/>
                <a:gd name="connsiteY2" fmla="*/ 7144 h 1438275"/>
                <a:gd name="connsiteX3" fmla="*/ 472536 w 1438275"/>
                <a:gd name="connsiteY3" fmla="*/ 7144 h 1438275"/>
                <a:gd name="connsiteX4" fmla="*/ 393192 w 1438275"/>
                <a:gd name="connsiteY4" fmla="*/ 40005 h 1438275"/>
                <a:gd name="connsiteX5" fmla="*/ 40005 w 1438275"/>
                <a:gd name="connsiteY5" fmla="*/ 393287 h 1438275"/>
                <a:gd name="connsiteX6" fmla="*/ 7144 w 1438275"/>
                <a:gd name="connsiteY6" fmla="*/ 472535 h 1438275"/>
                <a:gd name="connsiteX7" fmla="*/ 7144 w 1438275"/>
                <a:gd name="connsiteY7" fmla="*/ 972122 h 1438275"/>
                <a:gd name="connsiteX8" fmla="*/ 8097 w 1438275"/>
                <a:gd name="connsiteY8" fmla="*/ 986599 h 1438275"/>
                <a:gd name="connsiteX9" fmla="*/ 40005 w 1438275"/>
                <a:gd name="connsiteY9" fmla="*/ 1051465 h 1438275"/>
                <a:gd name="connsiteX10" fmla="*/ 393192 w 1438275"/>
                <a:gd name="connsiteY10" fmla="*/ 1404652 h 1438275"/>
                <a:gd name="connsiteX11" fmla="*/ 418815 w 1438275"/>
                <a:gd name="connsiteY11" fmla="*/ 1423797 h 1438275"/>
                <a:gd name="connsiteX12" fmla="*/ 472536 w 1438275"/>
                <a:gd name="connsiteY12" fmla="*/ 1437513 h 1438275"/>
                <a:gd name="connsiteX13" fmla="*/ 972026 w 1438275"/>
                <a:gd name="connsiteY13" fmla="*/ 1437513 h 1438275"/>
                <a:gd name="connsiteX14" fmla="*/ 1025747 w 1438275"/>
                <a:gd name="connsiteY14" fmla="*/ 1423797 h 1438275"/>
                <a:gd name="connsiteX15" fmla="*/ 1051370 w 1438275"/>
                <a:gd name="connsiteY15" fmla="*/ 1404652 h 1438275"/>
                <a:gd name="connsiteX16" fmla="*/ 1404557 w 1438275"/>
                <a:gd name="connsiteY16" fmla="*/ 1051465 h 1438275"/>
                <a:gd name="connsiteX17" fmla="*/ 1436465 w 1438275"/>
                <a:gd name="connsiteY17" fmla="*/ 986599 h 1438275"/>
                <a:gd name="connsiteX18" fmla="*/ 1437418 w 1438275"/>
                <a:gd name="connsiteY18" fmla="*/ 972122 h 1438275"/>
                <a:gd name="connsiteX19" fmla="*/ 1437418 w 1438275"/>
                <a:gd name="connsiteY19" fmla="*/ 472535 h 1438275"/>
                <a:gd name="connsiteX20" fmla="*/ 1404557 w 1438275"/>
                <a:gd name="connsiteY20" fmla="*/ 393287 h 1438275"/>
                <a:gd name="connsiteX21" fmla="*/ 722281 w 1438275"/>
                <a:gd name="connsiteY21" fmla="*/ 972884 h 1438275"/>
                <a:gd name="connsiteX22" fmla="*/ 471774 w 1438275"/>
                <a:gd name="connsiteY22" fmla="*/ 722376 h 1438275"/>
                <a:gd name="connsiteX23" fmla="*/ 722281 w 1438275"/>
                <a:gd name="connsiteY23" fmla="*/ 471869 h 1438275"/>
                <a:gd name="connsiteX24" fmla="*/ 972788 w 1438275"/>
                <a:gd name="connsiteY24" fmla="*/ 722376 h 1438275"/>
                <a:gd name="connsiteX25" fmla="*/ 722281 w 1438275"/>
                <a:gd name="connsiteY25" fmla="*/ 972884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438275" h="1438275">
                  <a:moveTo>
                    <a:pt x="1404557" y="393287"/>
                  </a:moveTo>
                  <a:lnTo>
                    <a:pt x="1051370" y="40005"/>
                  </a:lnTo>
                  <a:cubicBezTo>
                    <a:pt x="1030320" y="18955"/>
                    <a:pt x="1001839" y="7144"/>
                    <a:pt x="972026" y="7144"/>
                  </a:cubicBezTo>
                  <a:lnTo>
                    <a:pt x="472536" y="7144"/>
                  </a:lnTo>
                  <a:cubicBezTo>
                    <a:pt x="442722" y="7144"/>
                    <a:pt x="414242" y="18955"/>
                    <a:pt x="393192" y="40005"/>
                  </a:cubicBezTo>
                  <a:lnTo>
                    <a:pt x="40005" y="393287"/>
                  </a:lnTo>
                  <a:cubicBezTo>
                    <a:pt x="18955" y="414338"/>
                    <a:pt x="7144" y="442817"/>
                    <a:pt x="7144" y="472535"/>
                  </a:cubicBezTo>
                  <a:lnTo>
                    <a:pt x="7144" y="972122"/>
                  </a:lnTo>
                  <a:cubicBezTo>
                    <a:pt x="7144" y="976979"/>
                    <a:pt x="7430" y="981837"/>
                    <a:pt x="8097" y="986599"/>
                  </a:cubicBezTo>
                  <a:cubicBezTo>
                    <a:pt x="11239" y="1010984"/>
                    <a:pt x="22384" y="1033844"/>
                    <a:pt x="40005" y="1051465"/>
                  </a:cubicBezTo>
                  <a:lnTo>
                    <a:pt x="393192" y="1404652"/>
                  </a:lnTo>
                  <a:cubicBezTo>
                    <a:pt x="400908" y="1412367"/>
                    <a:pt x="409575" y="1418749"/>
                    <a:pt x="418815" y="1423797"/>
                  </a:cubicBezTo>
                  <a:cubicBezTo>
                    <a:pt x="435102" y="1432751"/>
                    <a:pt x="453580" y="1437513"/>
                    <a:pt x="472536" y="1437513"/>
                  </a:cubicBezTo>
                  <a:lnTo>
                    <a:pt x="972026" y="1437513"/>
                  </a:lnTo>
                  <a:cubicBezTo>
                    <a:pt x="990981" y="1437513"/>
                    <a:pt x="1009460" y="1432751"/>
                    <a:pt x="1025747" y="1423797"/>
                  </a:cubicBezTo>
                  <a:cubicBezTo>
                    <a:pt x="1034987" y="1418749"/>
                    <a:pt x="1043654" y="1412367"/>
                    <a:pt x="1051370" y="1404652"/>
                  </a:cubicBezTo>
                  <a:lnTo>
                    <a:pt x="1404557" y="1051465"/>
                  </a:lnTo>
                  <a:cubicBezTo>
                    <a:pt x="1422178" y="1033844"/>
                    <a:pt x="1433322" y="1010984"/>
                    <a:pt x="1436465" y="986599"/>
                  </a:cubicBezTo>
                  <a:cubicBezTo>
                    <a:pt x="1437132" y="981837"/>
                    <a:pt x="1437418" y="976979"/>
                    <a:pt x="1437418" y="972122"/>
                  </a:cubicBezTo>
                  <a:lnTo>
                    <a:pt x="1437418" y="472535"/>
                  </a:lnTo>
                  <a:cubicBezTo>
                    <a:pt x="1437418" y="442817"/>
                    <a:pt x="1425607" y="414338"/>
                    <a:pt x="1404557" y="393287"/>
                  </a:cubicBezTo>
                  <a:close/>
                  <a:moveTo>
                    <a:pt x="722281" y="972884"/>
                  </a:moveTo>
                  <a:cubicBezTo>
                    <a:pt x="583882" y="972884"/>
                    <a:pt x="471774" y="860679"/>
                    <a:pt x="471774" y="722376"/>
                  </a:cubicBezTo>
                  <a:cubicBezTo>
                    <a:pt x="471774" y="583978"/>
                    <a:pt x="583882" y="471869"/>
                    <a:pt x="722281" y="471869"/>
                  </a:cubicBezTo>
                  <a:cubicBezTo>
                    <a:pt x="860679" y="471869"/>
                    <a:pt x="972788" y="583978"/>
                    <a:pt x="972788" y="722376"/>
                  </a:cubicBezTo>
                  <a:cubicBezTo>
                    <a:pt x="972788" y="860679"/>
                    <a:pt x="860679" y="972884"/>
                    <a:pt x="722281" y="972884"/>
                  </a:cubicBezTo>
                  <a:close/>
                </a:path>
              </a:pathLst>
            </a:custGeom>
            <a:solidFill>
              <a:srgbClr val="EFEFEF"/>
            </a:solidFill>
            <a:ln w="9525" cap="flat">
              <a:noFill/>
              <a:prstDash val="solid"/>
              <a:miter/>
            </a:ln>
          </p:spPr>
          <p:txBody>
            <a:bodyPr rtlCol="0" anchor="ctr"/>
            <a:lstStyle/>
            <a:p>
              <a:endParaRPr lang="en-US"/>
            </a:p>
          </p:txBody>
        </p:sp>
        <p:sp>
          <p:nvSpPr>
            <p:cNvPr id="48" name="Freeform: Shape 41">
              <a:extLst>
                <a:ext uri="{FF2B5EF4-FFF2-40B4-BE49-F238E27FC236}">
                  <a16:creationId xmlns:a16="http://schemas.microsoft.com/office/drawing/2014/main" id="{8F23F615-9F54-496A-A0D8-52270E71398F}"/>
                </a:ext>
              </a:extLst>
            </p:cNvPr>
            <p:cNvSpPr/>
            <p:nvPr/>
          </p:nvSpPr>
          <p:spPr>
            <a:xfrm>
              <a:off x="3224022" y="2864929"/>
              <a:ext cx="1438275" cy="1438275"/>
            </a:xfrm>
            <a:custGeom>
              <a:avLst/>
              <a:gdLst>
                <a:gd name="connsiteX0" fmla="*/ 1404652 w 1438275"/>
                <a:gd name="connsiteY0" fmla="*/ 393287 h 1438275"/>
                <a:gd name="connsiteX1" fmla="*/ 1051369 w 1438275"/>
                <a:gd name="connsiteY1" fmla="*/ 40005 h 1438275"/>
                <a:gd name="connsiteX2" fmla="*/ 972122 w 1438275"/>
                <a:gd name="connsiteY2" fmla="*/ 7144 h 1438275"/>
                <a:gd name="connsiteX3" fmla="*/ 472535 w 1438275"/>
                <a:gd name="connsiteY3" fmla="*/ 7144 h 1438275"/>
                <a:gd name="connsiteX4" fmla="*/ 393192 w 1438275"/>
                <a:gd name="connsiteY4" fmla="*/ 40005 h 1438275"/>
                <a:gd name="connsiteX5" fmla="*/ 40005 w 1438275"/>
                <a:gd name="connsiteY5" fmla="*/ 393287 h 1438275"/>
                <a:gd name="connsiteX6" fmla="*/ 7144 w 1438275"/>
                <a:gd name="connsiteY6" fmla="*/ 472535 h 1438275"/>
                <a:gd name="connsiteX7" fmla="*/ 7144 w 1438275"/>
                <a:gd name="connsiteY7" fmla="*/ 972122 h 1438275"/>
                <a:gd name="connsiteX8" fmla="*/ 40005 w 1438275"/>
                <a:gd name="connsiteY8" fmla="*/ 1051465 h 1438275"/>
                <a:gd name="connsiteX9" fmla="*/ 393192 w 1438275"/>
                <a:gd name="connsiteY9" fmla="*/ 1404652 h 1438275"/>
                <a:gd name="connsiteX10" fmla="*/ 472535 w 1438275"/>
                <a:gd name="connsiteY10" fmla="*/ 1437513 h 1438275"/>
                <a:gd name="connsiteX11" fmla="*/ 972122 w 1438275"/>
                <a:gd name="connsiteY11" fmla="*/ 1437513 h 1438275"/>
                <a:gd name="connsiteX12" fmla="*/ 1025747 w 1438275"/>
                <a:gd name="connsiteY12" fmla="*/ 1423797 h 1438275"/>
                <a:gd name="connsiteX13" fmla="*/ 1051369 w 1438275"/>
                <a:gd name="connsiteY13" fmla="*/ 1404652 h 1438275"/>
                <a:gd name="connsiteX14" fmla="*/ 1404652 w 1438275"/>
                <a:gd name="connsiteY14" fmla="*/ 1051465 h 1438275"/>
                <a:gd name="connsiteX15" fmla="*/ 1436560 w 1438275"/>
                <a:gd name="connsiteY15" fmla="*/ 986599 h 1438275"/>
                <a:gd name="connsiteX16" fmla="*/ 1437513 w 1438275"/>
                <a:gd name="connsiteY16" fmla="*/ 972122 h 1438275"/>
                <a:gd name="connsiteX17" fmla="*/ 1437513 w 1438275"/>
                <a:gd name="connsiteY17" fmla="*/ 472535 h 1438275"/>
                <a:gd name="connsiteX18" fmla="*/ 1404652 w 1438275"/>
                <a:gd name="connsiteY18" fmla="*/ 393287 h 1438275"/>
                <a:gd name="connsiteX19" fmla="*/ 722281 w 1438275"/>
                <a:gd name="connsiteY19" fmla="*/ 972884 h 1438275"/>
                <a:gd name="connsiteX20" fmla="*/ 471773 w 1438275"/>
                <a:gd name="connsiteY20" fmla="*/ 722376 h 1438275"/>
                <a:gd name="connsiteX21" fmla="*/ 722281 w 1438275"/>
                <a:gd name="connsiteY21" fmla="*/ 471869 h 1438275"/>
                <a:gd name="connsiteX22" fmla="*/ 972788 w 1438275"/>
                <a:gd name="connsiteY22" fmla="*/ 722376 h 1438275"/>
                <a:gd name="connsiteX23" fmla="*/ 722281 w 1438275"/>
                <a:gd name="connsiteY23" fmla="*/ 972884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38275" h="1438275">
                  <a:moveTo>
                    <a:pt x="1404652" y="393287"/>
                  </a:moveTo>
                  <a:lnTo>
                    <a:pt x="1051369" y="40005"/>
                  </a:lnTo>
                  <a:cubicBezTo>
                    <a:pt x="1030319" y="18955"/>
                    <a:pt x="1001839" y="7144"/>
                    <a:pt x="972122" y="7144"/>
                  </a:cubicBezTo>
                  <a:lnTo>
                    <a:pt x="472535" y="7144"/>
                  </a:lnTo>
                  <a:cubicBezTo>
                    <a:pt x="442817" y="7144"/>
                    <a:pt x="414242" y="18955"/>
                    <a:pt x="393192" y="40005"/>
                  </a:cubicBezTo>
                  <a:lnTo>
                    <a:pt x="40005" y="393287"/>
                  </a:lnTo>
                  <a:cubicBezTo>
                    <a:pt x="18955" y="414338"/>
                    <a:pt x="7144" y="442817"/>
                    <a:pt x="7144" y="472535"/>
                  </a:cubicBezTo>
                  <a:lnTo>
                    <a:pt x="7144" y="972122"/>
                  </a:lnTo>
                  <a:cubicBezTo>
                    <a:pt x="7144" y="1001839"/>
                    <a:pt x="18955" y="1030414"/>
                    <a:pt x="40005" y="1051465"/>
                  </a:cubicBezTo>
                  <a:lnTo>
                    <a:pt x="393192" y="1404652"/>
                  </a:lnTo>
                  <a:cubicBezTo>
                    <a:pt x="414242" y="1425702"/>
                    <a:pt x="442817" y="1437513"/>
                    <a:pt x="472535" y="1437513"/>
                  </a:cubicBezTo>
                  <a:lnTo>
                    <a:pt x="972122" y="1437513"/>
                  </a:lnTo>
                  <a:cubicBezTo>
                    <a:pt x="991076" y="1437513"/>
                    <a:pt x="1009459" y="1432751"/>
                    <a:pt x="1025747" y="1423797"/>
                  </a:cubicBezTo>
                  <a:cubicBezTo>
                    <a:pt x="1035082" y="1418749"/>
                    <a:pt x="1043749" y="1412367"/>
                    <a:pt x="1051369" y="1404652"/>
                  </a:cubicBezTo>
                  <a:lnTo>
                    <a:pt x="1404652" y="1051465"/>
                  </a:lnTo>
                  <a:cubicBezTo>
                    <a:pt x="1422273" y="1033844"/>
                    <a:pt x="1433417" y="1010984"/>
                    <a:pt x="1436560" y="986599"/>
                  </a:cubicBezTo>
                  <a:cubicBezTo>
                    <a:pt x="1437227" y="981837"/>
                    <a:pt x="1437513" y="976979"/>
                    <a:pt x="1437513" y="972122"/>
                  </a:cubicBezTo>
                  <a:lnTo>
                    <a:pt x="1437513" y="472535"/>
                  </a:lnTo>
                  <a:cubicBezTo>
                    <a:pt x="1437513" y="442817"/>
                    <a:pt x="1425702" y="414338"/>
                    <a:pt x="1404652" y="393287"/>
                  </a:cubicBezTo>
                  <a:close/>
                  <a:moveTo>
                    <a:pt x="722281" y="972884"/>
                  </a:moveTo>
                  <a:cubicBezTo>
                    <a:pt x="583978" y="972884"/>
                    <a:pt x="471773" y="860679"/>
                    <a:pt x="471773" y="722376"/>
                  </a:cubicBezTo>
                  <a:cubicBezTo>
                    <a:pt x="471773" y="583978"/>
                    <a:pt x="583978" y="471869"/>
                    <a:pt x="722281" y="471869"/>
                  </a:cubicBezTo>
                  <a:cubicBezTo>
                    <a:pt x="860679" y="471869"/>
                    <a:pt x="972788" y="583978"/>
                    <a:pt x="972788" y="722376"/>
                  </a:cubicBezTo>
                  <a:cubicBezTo>
                    <a:pt x="972788" y="860679"/>
                    <a:pt x="860679" y="972884"/>
                    <a:pt x="722281" y="972884"/>
                  </a:cubicBezTo>
                  <a:close/>
                </a:path>
              </a:pathLst>
            </a:custGeom>
            <a:solidFill>
              <a:srgbClr val="EFEFEF"/>
            </a:solidFill>
            <a:ln w="9525" cap="flat">
              <a:noFill/>
              <a:prstDash val="solid"/>
              <a:miter/>
            </a:ln>
          </p:spPr>
          <p:txBody>
            <a:bodyPr rtlCol="0" anchor="ctr"/>
            <a:lstStyle/>
            <a:p>
              <a:endParaRPr lang="en-US"/>
            </a:p>
          </p:txBody>
        </p:sp>
        <p:sp>
          <p:nvSpPr>
            <p:cNvPr id="49" name="Freeform: Shape 42">
              <a:extLst>
                <a:ext uri="{FF2B5EF4-FFF2-40B4-BE49-F238E27FC236}">
                  <a16:creationId xmlns:a16="http://schemas.microsoft.com/office/drawing/2014/main" id="{9B750FC7-1CCA-42BC-B4FB-BF2EBF913091}"/>
                </a:ext>
              </a:extLst>
            </p:cNvPr>
            <p:cNvSpPr/>
            <p:nvPr/>
          </p:nvSpPr>
          <p:spPr>
            <a:xfrm>
              <a:off x="6277070" y="3830669"/>
              <a:ext cx="1438275" cy="1438275"/>
            </a:xfrm>
            <a:custGeom>
              <a:avLst/>
              <a:gdLst>
                <a:gd name="connsiteX0" fmla="*/ 1436561 w 1438275"/>
                <a:gd name="connsiteY0" fmla="*/ 458057 h 1438275"/>
                <a:gd name="connsiteX1" fmla="*/ 1404652 w 1438275"/>
                <a:gd name="connsiteY1" fmla="*/ 393192 h 1438275"/>
                <a:gd name="connsiteX2" fmla="*/ 1051370 w 1438275"/>
                <a:gd name="connsiteY2" fmla="*/ 40005 h 1438275"/>
                <a:gd name="connsiteX3" fmla="*/ 1025747 w 1438275"/>
                <a:gd name="connsiteY3" fmla="*/ 20859 h 1438275"/>
                <a:gd name="connsiteX4" fmla="*/ 972122 w 1438275"/>
                <a:gd name="connsiteY4" fmla="*/ 7144 h 1438275"/>
                <a:gd name="connsiteX5" fmla="*/ 472535 w 1438275"/>
                <a:gd name="connsiteY5" fmla="*/ 7144 h 1438275"/>
                <a:gd name="connsiteX6" fmla="*/ 418814 w 1438275"/>
                <a:gd name="connsiteY6" fmla="*/ 20859 h 1438275"/>
                <a:gd name="connsiteX7" fmla="*/ 393192 w 1438275"/>
                <a:gd name="connsiteY7" fmla="*/ 40005 h 1438275"/>
                <a:gd name="connsiteX8" fmla="*/ 40005 w 1438275"/>
                <a:gd name="connsiteY8" fmla="*/ 393192 h 1438275"/>
                <a:gd name="connsiteX9" fmla="*/ 8096 w 1438275"/>
                <a:gd name="connsiteY9" fmla="*/ 458057 h 1438275"/>
                <a:gd name="connsiteX10" fmla="*/ 7144 w 1438275"/>
                <a:gd name="connsiteY10" fmla="*/ 472535 h 1438275"/>
                <a:gd name="connsiteX11" fmla="*/ 7144 w 1438275"/>
                <a:gd name="connsiteY11" fmla="*/ 972026 h 1438275"/>
                <a:gd name="connsiteX12" fmla="*/ 40005 w 1438275"/>
                <a:gd name="connsiteY12" fmla="*/ 1051369 h 1438275"/>
                <a:gd name="connsiteX13" fmla="*/ 393192 w 1438275"/>
                <a:gd name="connsiteY13" fmla="*/ 1404652 h 1438275"/>
                <a:gd name="connsiteX14" fmla="*/ 472535 w 1438275"/>
                <a:gd name="connsiteY14" fmla="*/ 1437513 h 1438275"/>
                <a:gd name="connsiteX15" fmla="*/ 972122 w 1438275"/>
                <a:gd name="connsiteY15" fmla="*/ 1437513 h 1438275"/>
                <a:gd name="connsiteX16" fmla="*/ 1051370 w 1438275"/>
                <a:gd name="connsiteY16" fmla="*/ 1404652 h 1438275"/>
                <a:gd name="connsiteX17" fmla="*/ 1404652 w 1438275"/>
                <a:gd name="connsiteY17" fmla="*/ 1051369 h 1438275"/>
                <a:gd name="connsiteX18" fmla="*/ 1437513 w 1438275"/>
                <a:gd name="connsiteY18" fmla="*/ 972026 h 1438275"/>
                <a:gd name="connsiteX19" fmla="*/ 1437513 w 1438275"/>
                <a:gd name="connsiteY19" fmla="*/ 472535 h 1438275"/>
                <a:gd name="connsiteX20" fmla="*/ 1436561 w 1438275"/>
                <a:gd name="connsiteY20" fmla="*/ 458057 h 1438275"/>
                <a:gd name="connsiteX21" fmla="*/ 722281 w 1438275"/>
                <a:gd name="connsiteY21" fmla="*/ 972788 h 1438275"/>
                <a:gd name="connsiteX22" fmla="*/ 471773 w 1438275"/>
                <a:gd name="connsiteY22" fmla="*/ 722281 h 1438275"/>
                <a:gd name="connsiteX23" fmla="*/ 722281 w 1438275"/>
                <a:gd name="connsiteY23" fmla="*/ 471773 h 1438275"/>
                <a:gd name="connsiteX24" fmla="*/ 972788 w 1438275"/>
                <a:gd name="connsiteY24" fmla="*/ 722281 h 1438275"/>
                <a:gd name="connsiteX25" fmla="*/ 722281 w 1438275"/>
                <a:gd name="connsiteY25" fmla="*/ 972788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438275" h="1438275">
                  <a:moveTo>
                    <a:pt x="1436561" y="458057"/>
                  </a:moveTo>
                  <a:cubicBezTo>
                    <a:pt x="1433417" y="433673"/>
                    <a:pt x="1422273" y="410813"/>
                    <a:pt x="1404652" y="393192"/>
                  </a:cubicBezTo>
                  <a:lnTo>
                    <a:pt x="1051370" y="40005"/>
                  </a:lnTo>
                  <a:cubicBezTo>
                    <a:pt x="1043750" y="32290"/>
                    <a:pt x="1035082" y="25813"/>
                    <a:pt x="1025747" y="20859"/>
                  </a:cubicBezTo>
                  <a:cubicBezTo>
                    <a:pt x="1009364" y="11906"/>
                    <a:pt x="990981" y="7144"/>
                    <a:pt x="972122" y="7144"/>
                  </a:cubicBezTo>
                  <a:lnTo>
                    <a:pt x="472535" y="7144"/>
                  </a:lnTo>
                  <a:cubicBezTo>
                    <a:pt x="453580" y="7144"/>
                    <a:pt x="435197" y="11906"/>
                    <a:pt x="418814" y="20859"/>
                  </a:cubicBezTo>
                  <a:cubicBezTo>
                    <a:pt x="409575" y="25908"/>
                    <a:pt x="400907" y="32290"/>
                    <a:pt x="393192" y="40005"/>
                  </a:cubicBezTo>
                  <a:lnTo>
                    <a:pt x="40005" y="393192"/>
                  </a:lnTo>
                  <a:cubicBezTo>
                    <a:pt x="22384" y="410813"/>
                    <a:pt x="11239" y="433673"/>
                    <a:pt x="8096" y="458057"/>
                  </a:cubicBezTo>
                  <a:cubicBezTo>
                    <a:pt x="7429" y="462820"/>
                    <a:pt x="7144" y="467677"/>
                    <a:pt x="7144" y="472535"/>
                  </a:cubicBezTo>
                  <a:lnTo>
                    <a:pt x="7144" y="972026"/>
                  </a:lnTo>
                  <a:cubicBezTo>
                    <a:pt x="7144" y="1001839"/>
                    <a:pt x="18955" y="1030319"/>
                    <a:pt x="40005" y="1051369"/>
                  </a:cubicBezTo>
                  <a:lnTo>
                    <a:pt x="393192" y="1404652"/>
                  </a:lnTo>
                  <a:cubicBezTo>
                    <a:pt x="414242" y="1425702"/>
                    <a:pt x="442817" y="1437513"/>
                    <a:pt x="472535" y="1437513"/>
                  </a:cubicBezTo>
                  <a:lnTo>
                    <a:pt x="972122" y="1437513"/>
                  </a:lnTo>
                  <a:cubicBezTo>
                    <a:pt x="1001839" y="1437513"/>
                    <a:pt x="1030414" y="1425702"/>
                    <a:pt x="1051370" y="1404652"/>
                  </a:cubicBezTo>
                  <a:lnTo>
                    <a:pt x="1404652" y="1051369"/>
                  </a:lnTo>
                  <a:cubicBezTo>
                    <a:pt x="1425702" y="1030319"/>
                    <a:pt x="1437513" y="1001839"/>
                    <a:pt x="1437513" y="972026"/>
                  </a:cubicBezTo>
                  <a:lnTo>
                    <a:pt x="1437513" y="472535"/>
                  </a:lnTo>
                  <a:cubicBezTo>
                    <a:pt x="1437513" y="467677"/>
                    <a:pt x="1437227" y="462820"/>
                    <a:pt x="1436561" y="458057"/>
                  </a:cubicBezTo>
                  <a:close/>
                  <a:moveTo>
                    <a:pt x="722281" y="972788"/>
                  </a:moveTo>
                  <a:cubicBezTo>
                    <a:pt x="583978" y="972788"/>
                    <a:pt x="471773" y="860679"/>
                    <a:pt x="471773" y="722281"/>
                  </a:cubicBezTo>
                  <a:cubicBezTo>
                    <a:pt x="471773" y="583978"/>
                    <a:pt x="583978" y="471773"/>
                    <a:pt x="722281" y="471773"/>
                  </a:cubicBezTo>
                  <a:cubicBezTo>
                    <a:pt x="860679" y="471773"/>
                    <a:pt x="972788" y="583978"/>
                    <a:pt x="972788" y="722281"/>
                  </a:cubicBezTo>
                  <a:cubicBezTo>
                    <a:pt x="972788" y="860679"/>
                    <a:pt x="860679" y="972788"/>
                    <a:pt x="722281" y="972788"/>
                  </a:cubicBezTo>
                  <a:close/>
                </a:path>
              </a:pathLst>
            </a:custGeom>
            <a:solidFill>
              <a:srgbClr val="EFEFEF"/>
            </a:solidFill>
            <a:ln w="9525" cap="flat">
              <a:noFill/>
              <a:prstDash val="solid"/>
              <a:miter/>
            </a:ln>
          </p:spPr>
          <p:txBody>
            <a:bodyPr rtlCol="0" anchor="ctr"/>
            <a:lstStyle/>
            <a:p>
              <a:endParaRPr lang="en-US"/>
            </a:p>
          </p:txBody>
        </p:sp>
        <p:sp>
          <p:nvSpPr>
            <p:cNvPr id="50" name="Freeform: Shape 43">
              <a:extLst>
                <a:ext uri="{FF2B5EF4-FFF2-40B4-BE49-F238E27FC236}">
                  <a16:creationId xmlns:a16="http://schemas.microsoft.com/office/drawing/2014/main" id="{686FB78A-6800-4963-B6A9-2A560FC81501}"/>
                </a:ext>
              </a:extLst>
            </p:cNvPr>
            <p:cNvSpPr/>
            <p:nvPr/>
          </p:nvSpPr>
          <p:spPr>
            <a:xfrm>
              <a:off x="7294721" y="2864929"/>
              <a:ext cx="1438275" cy="1438275"/>
            </a:xfrm>
            <a:custGeom>
              <a:avLst/>
              <a:gdLst>
                <a:gd name="connsiteX0" fmla="*/ 1404652 w 1438275"/>
                <a:gd name="connsiteY0" fmla="*/ 393287 h 1438275"/>
                <a:gd name="connsiteX1" fmla="*/ 1051465 w 1438275"/>
                <a:gd name="connsiteY1" fmla="*/ 40005 h 1438275"/>
                <a:gd name="connsiteX2" fmla="*/ 972122 w 1438275"/>
                <a:gd name="connsiteY2" fmla="*/ 7144 h 1438275"/>
                <a:gd name="connsiteX3" fmla="*/ 472536 w 1438275"/>
                <a:gd name="connsiteY3" fmla="*/ 7144 h 1438275"/>
                <a:gd name="connsiteX4" fmla="*/ 393288 w 1438275"/>
                <a:gd name="connsiteY4" fmla="*/ 40005 h 1438275"/>
                <a:gd name="connsiteX5" fmla="*/ 40005 w 1438275"/>
                <a:gd name="connsiteY5" fmla="*/ 393287 h 1438275"/>
                <a:gd name="connsiteX6" fmla="*/ 7144 w 1438275"/>
                <a:gd name="connsiteY6" fmla="*/ 472535 h 1438275"/>
                <a:gd name="connsiteX7" fmla="*/ 7144 w 1438275"/>
                <a:gd name="connsiteY7" fmla="*/ 972122 h 1438275"/>
                <a:gd name="connsiteX8" fmla="*/ 8097 w 1438275"/>
                <a:gd name="connsiteY8" fmla="*/ 986599 h 1438275"/>
                <a:gd name="connsiteX9" fmla="*/ 40005 w 1438275"/>
                <a:gd name="connsiteY9" fmla="*/ 1051465 h 1438275"/>
                <a:gd name="connsiteX10" fmla="*/ 393288 w 1438275"/>
                <a:gd name="connsiteY10" fmla="*/ 1404652 h 1438275"/>
                <a:gd name="connsiteX11" fmla="*/ 418910 w 1438275"/>
                <a:gd name="connsiteY11" fmla="*/ 1423797 h 1438275"/>
                <a:gd name="connsiteX12" fmla="*/ 472536 w 1438275"/>
                <a:gd name="connsiteY12" fmla="*/ 1437513 h 1438275"/>
                <a:gd name="connsiteX13" fmla="*/ 972122 w 1438275"/>
                <a:gd name="connsiteY13" fmla="*/ 1437513 h 1438275"/>
                <a:gd name="connsiteX14" fmla="*/ 1051465 w 1438275"/>
                <a:gd name="connsiteY14" fmla="*/ 1404652 h 1438275"/>
                <a:gd name="connsiteX15" fmla="*/ 1404652 w 1438275"/>
                <a:gd name="connsiteY15" fmla="*/ 1051465 h 1438275"/>
                <a:gd name="connsiteX16" fmla="*/ 1437513 w 1438275"/>
                <a:gd name="connsiteY16" fmla="*/ 972122 h 1438275"/>
                <a:gd name="connsiteX17" fmla="*/ 1437513 w 1438275"/>
                <a:gd name="connsiteY17" fmla="*/ 472535 h 1438275"/>
                <a:gd name="connsiteX18" fmla="*/ 1404652 w 1438275"/>
                <a:gd name="connsiteY18" fmla="*/ 393287 h 1438275"/>
                <a:gd name="connsiteX19" fmla="*/ 722376 w 1438275"/>
                <a:gd name="connsiteY19" fmla="*/ 972884 h 1438275"/>
                <a:gd name="connsiteX20" fmla="*/ 471869 w 1438275"/>
                <a:gd name="connsiteY20" fmla="*/ 722376 h 1438275"/>
                <a:gd name="connsiteX21" fmla="*/ 722376 w 1438275"/>
                <a:gd name="connsiteY21" fmla="*/ 471869 h 1438275"/>
                <a:gd name="connsiteX22" fmla="*/ 972884 w 1438275"/>
                <a:gd name="connsiteY22" fmla="*/ 722376 h 1438275"/>
                <a:gd name="connsiteX23" fmla="*/ 722376 w 1438275"/>
                <a:gd name="connsiteY23" fmla="*/ 972884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38275" h="1438275">
                  <a:moveTo>
                    <a:pt x="1404652" y="393287"/>
                  </a:moveTo>
                  <a:lnTo>
                    <a:pt x="1051465" y="40005"/>
                  </a:lnTo>
                  <a:cubicBezTo>
                    <a:pt x="1030415" y="18955"/>
                    <a:pt x="1001840" y="7144"/>
                    <a:pt x="972122" y="7144"/>
                  </a:cubicBezTo>
                  <a:lnTo>
                    <a:pt x="472536" y="7144"/>
                  </a:lnTo>
                  <a:cubicBezTo>
                    <a:pt x="442818" y="7144"/>
                    <a:pt x="414338" y="18955"/>
                    <a:pt x="393288" y="40005"/>
                  </a:cubicBezTo>
                  <a:lnTo>
                    <a:pt x="40005" y="393287"/>
                  </a:lnTo>
                  <a:cubicBezTo>
                    <a:pt x="18955" y="414338"/>
                    <a:pt x="7144" y="442817"/>
                    <a:pt x="7144" y="472535"/>
                  </a:cubicBezTo>
                  <a:lnTo>
                    <a:pt x="7144" y="972122"/>
                  </a:lnTo>
                  <a:cubicBezTo>
                    <a:pt x="7144" y="976979"/>
                    <a:pt x="7430" y="981837"/>
                    <a:pt x="8097" y="986599"/>
                  </a:cubicBezTo>
                  <a:cubicBezTo>
                    <a:pt x="11240" y="1010984"/>
                    <a:pt x="22384" y="1033844"/>
                    <a:pt x="40005" y="1051465"/>
                  </a:cubicBezTo>
                  <a:lnTo>
                    <a:pt x="393288" y="1404652"/>
                  </a:lnTo>
                  <a:cubicBezTo>
                    <a:pt x="400908" y="1412367"/>
                    <a:pt x="409575" y="1418749"/>
                    <a:pt x="418910" y="1423797"/>
                  </a:cubicBezTo>
                  <a:cubicBezTo>
                    <a:pt x="435197" y="1432751"/>
                    <a:pt x="453580" y="1437513"/>
                    <a:pt x="472536" y="1437513"/>
                  </a:cubicBezTo>
                  <a:lnTo>
                    <a:pt x="972122" y="1437513"/>
                  </a:lnTo>
                  <a:cubicBezTo>
                    <a:pt x="1001840" y="1437513"/>
                    <a:pt x="1030415" y="1425702"/>
                    <a:pt x="1051465" y="1404652"/>
                  </a:cubicBezTo>
                  <a:lnTo>
                    <a:pt x="1404652" y="1051465"/>
                  </a:lnTo>
                  <a:cubicBezTo>
                    <a:pt x="1425703" y="1030414"/>
                    <a:pt x="1437513" y="1001839"/>
                    <a:pt x="1437513" y="972122"/>
                  </a:cubicBezTo>
                  <a:lnTo>
                    <a:pt x="1437513" y="472535"/>
                  </a:lnTo>
                  <a:cubicBezTo>
                    <a:pt x="1437513" y="442817"/>
                    <a:pt x="1425703" y="414338"/>
                    <a:pt x="1404652" y="393287"/>
                  </a:cubicBezTo>
                  <a:close/>
                  <a:moveTo>
                    <a:pt x="722376" y="972884"/>
                  </a:moveTo>
                  <a:cubicBezTo>
                    <a:pt x="583978" y="972884"/>
                    <a:pt x="471869" y="860679"/>
                    <a:pt x="471869" y="722376"/>
                  </a:cubicBezTo>
                  <a:cubicBezTo>
                    <a:pt x="471869" y="583978"/>
                    <a:pt x="583978" y="471869"/>
                    <a:pt x="722376" y="471869"/>
                  </a:cubicBezTo>
                  <a:cubicBezTo>
                    <a:pt x="860679" y="471869"/>
                    <a:pt x="972884" y="583978"/>
                    <a:pt x="972884" y="722376"/>
                  </a:cubicBezTo>
                  <a:cubicBezTo>
                    <a:pt x="972884" y="860679"/>
                    <a:pt x="860679" y="972884"/>
                    <a:pt x="722376" y="972884"/>
                  </a:cubicBezTo>
                  <a:close/>
                </a:path>
              </a:pathLst>
            </a:custGeom>
            <a:solidFill>
              <a:srgbClr val="EFEFEF"/>
            </a:solidFill>
            <a:ln w="9525" cap="flat">
              <a:noFill/>
              <a:prstDash val="solid"/>
              <a:miter/>
            </a:ln>
          </p:spPr>
          <p:txBody>
            <a:bodyPr rtlCol="0" anchor="ctr"/>
            <a:lstStyle/>
            <a:p>
              <a:endParaRPr lang="en-US"/>
            </a:p>
          </p:txBody>
        </p:sp>
      </p:grpSp>
      <p:sp>
        <p:nvSpPr>
          <p:cNvPr id="51" name="Freeform: Shape 44">
            <a:extLst>
              <a:ext uri="{FF2B5EF4-FFF2-40B4-BE49-F238E27FC236}">
                <a16:creationId xmlns:a16="http://schemas.microsoft.com/office/drawing/2014/main" id="{7929D216-0182-41C3-BC39-BBEA395BAFA2}"/>
              </a:ext>
            </a:extLst>
          </p:cNvPr>
          <p:cNvSpPr/>
          <p:nvPr/>
        </p:nvSpPr>
        <p:spPr>
          <a:xfrm>
            <a:off x="7163394" y="4101284"/>
            <a:ext cx="1152525" cy="1152525"/>
          </a:xfrm>
          <a:custGeom>
            <a:avLst/>
            <a:gdLst>
              <a:gd name="connsiteX0" fmla="*/ 1118902 w 1152525"/>
              <a:gd name="connsiteY0" fmla="*/ 309563 h 1152525"/>
              <a:gd name="connsiteX1" fmla="*/ 849344 w 1152525"/>
              <a:gd name="connsiteY1" fmla="*/ 40005 h 1152525"/>
              <a:gd name="connsiteX2" fmla="*/ 770096 w 1152525"/>
              <a:gd name="connsiteY2" fmla="*/ 7144 h 1152525"/>
              <a:gd name="connsiteX3" fmla="*/ 388906 w 1152525"/>
              <a:gd name="connsiteY3" fmla="*/ 7144 h 1152525"/>
              <a:gd name="connsiteX4" fmla="*/ 309563 w 1152525"/>
              <a:gd name="connsiteY4" fmla="*/ 40005 h 1152525"/>
              <a:gd name="connsiteX5" fmla="*/ 40005 w 1152525"/>
              <a:gd name="connsiteY5" fmla="*/ 309563 h 1152525"/>
              <a:gd name="connsiteX6" fmla="*/ 7144 w 1152525"/>
              <a:gd name="connsiteY6" fmla="*/ 388810 h 1152525"/>
              <a:gd name="connsiteX7" fmla="*/ 7144 w 1152525"/>
              <a:gd name="connsiteY7" fmla="*/ 770001 h 1152525"/>
              <a:gd name="connsiteX8" fmla="*/ 40005 w 1152525"/>
              <a:gd name="connsiteY8" fmla="*/ 849344 h 1152525"/>
              <a:gd name="connsiteX9" fmla="*/ 309563 w 1152525"/>
              <a:gd name="connsiteY9" fmla="*/ 1118902 h 1152525"/>
              <a:gd name="connsiteX10" fmla="*/ 388906 w 1152525"/>
              <a:gd name="connsiteY10" fmla="*/ 1151763 h 1152525"/>
              <a:gd name="connsiteX11" fmla="*/ 770096 w 1152525"/>
              <a:gd name="connsiteY11" fmla="*/ 1151763 h 1152525"/>
              <a:gd name="connsiteX12" fmla="*/ 849344 w 1152525"/>
              <a:gd name="connsiteY12" fmla="*/ 1118902 h 1152525"/>
              <a:gd name="connsiteX13" fmla="*/ 1118902 w 1152525"/>
              <a:gd name="connsiteY13" fmla="*/ 849344 h 1152525"/>
              <a:gd name="connsiteX14" fmla="*/ 1151763 w 1152525"/>
              <a:gd name="connsiteY14" fmla="*/ 770001 h 1152525"/>
              <a:gd name="connsiteX15" fmla="*/ 1151763 w 1152525"/>
              <a:gd name="connsiteY15" fmla="*/ 388810 h 1152525"/>
              <a:gd name="connsiteX16" fmla="*/ 1118902 w 1152525"/>
              <a:gd name="connsiteY16" fmla="*/ 309563 h 1152525"/>
              <a:gd name="connsiteX17" fmla="*/ 579501 w 1152525"/>
              <a:gd name="connsiteY17" fmla="*/ 829913 h 1152525"/>
              <a:gd name="connsiteX18" fmla="*/ 328993 w 1152525"/>
              <a:gd name="connsiteY18" fmla="*/ 579406 h 1152525"/>
              <a:gd name="connsiteX19" fmla="*/ 579501 w 1152525"/>
              <a:gd name="connsiteY19" fmla="*/ 328898 h 1152525"/>
              <a:gd name="connsiteX20" fmla="*/ 830009 w 1152525"/>
              <a:gd name="connsiteY20" fmla="*/ 579406 h 1152525"/>
              <a:gd name="connsiteX21" fmla="*/ 579501 w 1152525"/>
              <a:gd name="connsiteY21" fmla="*/ 829913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4" y="40005"/>
                </a:lnTo>
                <a:cubicBezTo>
                  <a:pt x="828294" y="18955"/>
                  <a:pt x="799814" y="7144"/>
                  <a:pt x="770096" y="7144"/>
                </a:cubicBezTo>
                <a:lnTo>
                  <a:pt x="388906" y="7144"/>
                </a:lnTo>
                <a:cubicBezTo>
                  <a:pt x="359092" y="7144"/>
                  <a:pt x="330613" y="18955"/>
                  <a:pt x="309563" y="40005"/>
                </a:cubicBezTo>
                <a:lnTo>
                  <a:pt x="40005" y="309563"/>
                </a:lnTo>
                <a:cubicBezTo>
                  <a:pt x="18955" y="330517"/>
                  <a:pt x="7144" y="359092"/>
                  <a:pt x="7144" y="388810"/>
                </a:cubicBezTo>
                <a:lnTo>
                  <a:pt x="7144" y="770001"/>
                </a:lnTo>
                <a:cubicBezTo>
                  <a:pt x="7144" y="799719"/>
                  <a:pt x="18955" y="828294"/>
                  <a:pt x="40005" y="849344"/>
                </a:cubicBezTo>
                <a:lnTo>
                  <a:pt x="309563" y="1118902"/>
                </a:lnTo>
                <a:cubicBezTo>
                  <a:pt x="330613" y="1139952"/>
                  <a:pt x="359092" y="1151763"/>
                  <a:pt x="388906" y="1151763"/>
                </a:cubicBezTo>
                <a:lnTo>
                  <a:pt x="770096" y="1151763"/>
                </a:lnTo>
                <a:cubicBezTo>
                  <a:pt x="799814" y="1151763"/>
                  <a:pt x="828294" y="1139952"/>
                  <a:pt x="849344" y="1118902"/>
                </a:cubicBezTo>
                <a:lnTo>
                  <a:pt x="1118902" y="849344"/>
                </a:lnTo>
                <a:cubicBezTo>
                  <a:pt x="1139952" y="828294"/>
                  <a:pt x="1151763" y="799719"/>
                  <a:pt x="1151763" y="770001"/>
                </a:cubicBezTo>
                <a:lnTo>
                  <a:pt x="1151763" y="388810"/>
                </a:lnTo>
                <a:cubicBezTo>
                  <a:pt x="1151763" y="359092"/>
                  <a:pt x="1139952" y="330517"/>
                  <a:pt x="1118902" y="309563"/>
                </a:cubicBezTo>
                <a:close/>
                <a:moveTo>
                  <a:pt x="579501" y="829913"/>
                </a:moveTo>
                <a:cubicBezTo>
                  <a:pt x="441103" y="829913"/>
                  <a:pt x="328993" y="717804"/>
                  <a:pt x="328993" y="579406"/>
                </a:cubicBezTo>
                <a:cubicBezTo>
                  <a:pt x="328993" y="441103"/>
                  <a:pt x="441103" y="328898"/>
                  <a:pt x="579501" y="328898"/>
                </a:cubicBezTo>
                <a:cubicBezTo>
                  <a:pt x="717804" y="328898"/>
                  <a:pt x="830009" y="441103"/>
                  <a:pt x="830009" y="579406"/>
                </a:cubicBezTo>
                <a:cubicBezTo>
                  <a:pt x="830009" y="717804"/>
                  <a:pt x="717804" y="829913"/>
                  <a:pt x="579501" y="829913"/>
                </a:cubicBezTo>
                <a:close/>
              </a:path>
            </a:pathLst>
          </a:custGeom>
          <a:solidFill>
            <a:srgbClr val="0A1931"/>
          </a:solidFill>
          <a:ln w="9525" cap="flat">
            <a:noFill/>
            <a:prstDash val="solid"/>
            <a:miter/>
          </a:ln>
          <a:effectLst>
            <a:glow rad="63500">
              <a:schemeClr val="accent1">
                <a:satMod val="175000"/>
                <a:alpha val="40000"/>
              </a:schemeClr>
            </a:glow>
          </a:effectLst>
        </p:spPr>
        <p:txBody>
          <a:bodyPr rtlCol="0" anchor="ctr"/>
          <a:lstStyle/>
          <a:p>
            <a:endParaRPr lang="en-US"/>
          </a:p>
        </p:txBody>
      </p:sp>
      <p:sp>
        <p:nvSpPr>
          <p:cNvPr id="52" name="Freeform: Shape 45">
            <a:extLst>
              <a:ext uri="{FF2B5EF4-FFF2-40B4-BE49-F238E27FC236}">
                <a16:creationId xmlns:a16="http://schemas.microsoft.com/office/drawing/2014/main" id="{6FD3A32F-EB2C-4C08-BC09-39FB6A6290DC}"/>
              </a:ext>
            </a:extLst>
          </p:cNvPr>
          <p:cNvSpPr/>
          <p:nvPr/>
        </p:nvSpPr>
        <p:spPr>
          <a:xfrm>
            <a:off x="8181140" y="3135544"/>
            <a:ext cx="1152525" cy="1152525"/>
          </a:xfrm>
          <a:custGeom>
            <a:avLst/>
            <a:gdLst>
              <a:gd name="connsiteX0" fmla="*/ 1118807 w 1152525"/>
              <a:gd name="connsiteY0" fmla="*/ 309563 h 1152525"/>
              <a:gd name="connsiteX1" fmla="*/ 849345 w 1152525"/>
              <a:gd name="connsiteY1" fmla="*/ 40005 h 1152525"/>
              <a:gd name="connsiteX2" fmla="*/ 770001 w 1152525"/>
              <a:gd name="connsiteY2" fmla="*/ 7144 h 1152525"/>
              <a:gd name="connsiteX3" fmla="*/ 388811 w 1152525"/>
              <a:gd name="connsiteY3" fmla="*/ 7144 h 1152525"/>
              <a:gd name="connsiteX4" fmla="*/ 309467 w 1152525"/>
              <a:gd name="connsiteY4" fmla="*/ 40005 h 1152525"/>
              <a:gd name="connsiteX5" fmla="*/ 40005 w 1152525"/>
              <a:gd name="connsiteY5" fmla="*/ 309563 h 1152525"/>
              <a:gd name="connsiteX6" fmla="*/ 7144 w 1152525"/>
              <a:gd name="connsiteY6" fmla="*/ 388906 h 1152525"/>
              <a:gd name="connsiteX7" fmla="*/ 7144 w 1152525"/>
              <a:gd name="connsiteY7" fmla="*/ 770096 h 1152525"/>
              <a:gd name="connsiteX8" fmla="*/ 40005 w 1152525"/>
              <a:gd name="connsiteY8" fmla="*/ 849344 h 1152525"/>
              <a:gd name="connsiteX9" fmla="*/ 309467 w 1152525"/>
              <a:gd name="connsiteY9" fmla="*/ 1118902 h 1152525"/>
              <a:gd name="connsiteX10" fmla="*/ 388811 w 1152525"/>
              <a:gd name="connsiteY10" fmla="*/ 1151763 h 1152525"/>
              <a:gd name="connsiteX11" fmla="*/ 770001 w 1152525"/>
              <a:gd name="connsiteY11" fmla="*/ 1151763 h 1152525"/>
              <a:gd name="connsiteX12" fmla="*/ 849345 w 1152525"/>
              <a:gd name="connsiteY12" fmla="*/ 1118902 h 1152525"/>
              <a:gd name="connsiteX13" fmla="*/ 1118807 w 1152525"/>
              <a:gd name="connsiteY13" fmla="*/ 849344 h 1152525"/>
              <a:gd name="connsiteX14" fmla="*/ 1151668 w 1152525"/>
              <a:gd name="connsiteY14" fmla="*/ 770096 h 1152525"/>
              <a:gd name="connsiteX15" fmla="*/ 1151668 w 1152525"/>
              <a:gd name="connsiteY15" fmla="*/ 388906 h 1152525"/>
              <a:gd name="connsiteX16" fmla="*/ 1118807 w 1152525"/>
              <a:gd name="connsiteY16" fmla="*/ 309563 h 1152525"/>
              <a:gd name="connsiteX17" fmla="*/ 579406 w 1152525"/>
              <a:gd name="connsiteY17" fmla="*/ 830009 h 1152525"/>
              <a:gd name="connsiteX18" fmla="*/ 328899 w 1152525"/>
              <a:gd name="connsiteY18" fmla="*/ 579501 h 1152525"/>
              <a:gd name="connsiteX19" fmla="*/ 579406 w 1152525"/>
              <a:gd name="connsiteY19" fmla="*/ 328994 h 1152525"/>
              <a:gd name="connsiteX20" fmla="*/ 829913 w 1152525"/>
              <a:gd name="connsiteY20" fmla="*/ 579501 h 1152525"/>
              <a:gd name="connsiteX21" fmla="*/ 579406 w 1152525"/>
              <a:gd name="connsiteY21" fmla="*/ 830009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807" y="309563"/>
                </a:moveTo>
                <a:lnTo>
                  <a:pt x="849345" y="40005"/>
                </a:lnTo>
                <a:cubicBezTo>
                  <a:pt x="828294" y="18955"/>
                  <a:pt x="799719" y="7144"/>
                  <a:pt x="770001" y="7144"/>
                </a:cubicBezTo>
                <a:lnTo>
                  <a:pt x="388811" y="7144"/>
                </a:lnTo>
                <a:cubicBezTo>
                  <a:pt x="359093" y="7144"/>
                  <a:pt x="330518" y="18955"/>
                  <a:pt x="309467" y="40005"/>
                </a:cubicBezTo>
                <a:lnTo>
                  <a:pt x="40005" y="309563"/>
                </a:lnTo>
                <a:cubicBezTo>
                  <a:pt x="18955" y="330613"/>
                  <a:pt x="7144" y="359093"/>
                  <a:pt x="7144" y="388906"/>
                </a:cubicBezTo>
                <a:lnTo>
                  <a:pt x="7144" y="770096"/>
                </a:lnTo>
                <a:cubicBezTo>
                  <a:pt x="7144" y="799814"/>
                  <a:pt x="18955" y="828389"/>
                  <a:pt x="40005" y="849344"/>
                </a:cubicBezTo>
                <a:lnTo>
                  <a:pt x="309467" y="1118902"/>
                </a:lnTo>
                <a:cubicBezTo>
                  <a:pt x="330518" y="1139952"/>
                  <a:pt x="359093" y="1151763"/>
                  <a:pt x="388811" y="1151763"/>
                </a:cubicBezTo>
                <a:lnTo>
                  <a:pt x="770001" y="1151763"/>
                </a:lnTo>
                <a:cubicBezTo>
                  <a:pt x="799719" y="1151763"/>
                  <a:pt x="828294" y="1139952"/>
                  <a:pt x="849345" y="1118902"/>
                </a:cubicBezTo>
                <a:lnTo>
                  <a:pt x="1118807" y="849344"/>
                </a:lnTo>
                <a:cubicBezTo>
                  <a:pt x="1139857" y="828389"/>
                  <a:pt x="1151668" y="799814"/>
                  <a:pt x="1151668" y="770096"/>
                </a:cubicBezTo>
                <a:lnTo>
                  <a:pt x="1151668" y="388906"/>
                </a:lnTo>
                <a:cubicBezTo>
                  <a:pt x="1151668" y="359093"/>
                  <a:pt x="1139857" y="330613"/>
                  <a:pt x="1118807" y="309563"/>
                </a:cubicBezTo>
                <a:close/>
                <a:moveTo>
                  <a:pt x="579406" y="830009"/>
                </a:moveTo>
                <a:cubicBezTo>
                  <a:pt x="441007" y="830009"/>
                  <a:pt x="328899" y="717804"/>
                  <a:pt x="328899" y="579501"/>
                </a:cubicBezTo>
                <a:cubicBezTo>
                  <a:pt x="328899" y="441103"/>
                  <a:pt x="441007" y="328994"/>
                  <a:pt x="579406" y="328994"/>
                </a:cubicBezTo>
                <a:cubicBezTo>
                  <a:pt x="717804" y="328994"/>
                  <a:pt x="829913" y="441103"/>
                  <a:pt x="829913" y="579501"/>
                </a:cubicBezTo>
                <a:cubicBezTo>
                  <a:pt x="829913" y="717804"/>
                  <a:pt x="717804" y="830009"/>
                  <a:pt x="579406" y="830009"/>
                </a:cubicBezTo>
                <a:close/>
              </a:path>
            </a:pathLst>
          </a:custGeom>
          <a:solidFill>
            <a:srgbClr val="00B0F0"/>
          </a:solidFill>
          <a:ln w="9525" cap="flat">
            <a:noFill/>
            <a:prstDash val="solid"/>
            <a:miter/>
          </a:ln>
          <a:effectLst>
            <a:glow rad="63500">
              <a:schemeClr val="accent2">
                <a:satMod val="175000"/>
                <a:alpha val="40000"/>
              </a:schemeClr>
            </a:glow>
          </a:effectLst>
        </p:spPr>
        <p:txBody>
          <a:bodyPr rtlCol="0" anchor="ctr"/>
          <a:lstStyle/>
          <a:p>
            <a:endParaRPr lang="en-US" dirty="0"/>
          </a:p>
        </p:txBody>
      </p:sp>
      <p:sp>
        <p:nvSpPr>
          <p:cNvPr id="53" name="Freeform: Shape 46">
            <a:extLst>
              <a:ext uri="{FF2B5EF4-FFF2-40B4-BE49-F238E27FC236}">
                <a16:creationId xmlns:a16="http://schemas.microsoft.com/office/drawing/2014/main" id="{8F3D2B2A-6A16-4BE2-975B-EBB4B6D38343}"/>
              </a:ext>
            </a:extLst>
          </p:cNvPr>
          <p:cNvSpPr/>
          <p:nvPr/>
        </p:nvSpPr>
        <p:spPr>
          <a:xfrm>
            <a:off x="6145743" y="3135544"/>
            <a:ext cx="1152525" cy="1152525"/>
          </a:xfrm>
          <a:custGeom>
            <a:avLst/>
            <a:gdLst>
              <a:gd name="connsiteX0" fmla="*/ 1118902 w 1152525"/>
              <a:gd name="connsiteY0" fmla="*/ 309563 h 1152525"/>
              <a:gd name="connsiteX1" fmla="*/ 849344 w 1152525"/>
              <a:gd name="connsiteY1" fmla="*/ 40005 h 1152525"/>
              <a:gd name="connsiteX2" fmla="*/ 770001 w 1152525"/>
              <a:gd name="connsiteY2" fmla="*/ 7144 h 1152525"/>
              <a:gd name="connsiteX3" fmla="*/ 388810 w 1152525"/>
              <a:gd name="connsiteY3" fmla="*/ 7144 h 1152525"/>
              <a:gd name="connsiteX4" fmla="*/ 309563 w 1152525"/>
              <a:gd name="connsiteY4" fmla="*/ 40005 h 1152525"/>
              <a:gd name="connsiteX5" fmla="*/ 40005 w 1152525"/>
              <a:gd name="connsiteY5" fmla="*/ 309563 h 1152525"/>
              <a:gd name="connsiteX6" fmla="*/ 7144 w 1152525"/>
              <a:gd name="connsiteY6" fmla="*/ 388906 h 1152525"/>
              <a:gd name="connsiteX7" fmla="*/ 7144 w 1152525"/>
              <a:gd name="connsiteY7" fmla="*/ 770096 h 1152525"/>
              <a:gd name="connsiteX8" fmla="*/ 40005 w 1152525"/>
              <a:gd name="connsiteY8" fmla="*/ 849344 h 1152525"/>
              <a:gd name="connsiteX9" fmla="*/ 309563 w 1152525"/>
              <a:gd name="connsiteY9" fmla="*/ 1118902 h 1152525"/>
              <a:gd name="connsiteX10" fmla="*/ 388810 w 1152525"/>
              <a:gd name="connsiteY10" fmla="*/ 1151763 h 1152525"/>
              <a:gd name="connsiteX11" fmla="*/ 770001 w 1152525"/>
              <a:gd name="connsiteY11" fmla="*/ 1151763 h 1152525"/>
              <a:gd name="connsiteX12" fmla="*/ 849344 w 1152525"/>
              <a:gd name="connsiteY12" fmla="*/ 1118902 h 1152525"/>
              <a:gd name="connsiteX13" fmla="*/ 1118902 w 1152525"/>
              <a:gd name="connsiteY13" fmla="*/ 849344 h 1152525"/>
              <a:gd name="connsiteX14" fmla="*/ 1151763 w 1152525"/>
              <a:gd name="connsiteY14" fmla="*/ 770096 h 1152525"/>
              <a:gd name="connsiteX15" fmla="*/ 1151763 w 1152525"/>
              <a:gd name="connsiteY15" fmla="*/ 388906 h 1152525"/>
              <a:gd name="connsiteX16" fmla="*/ 1118902 w 1152525"/>
              <a:gd name="connsiteY16" fmla="*/ 309563 h 1152525"/>
              <a:gd name="connsiteX17" fmla="*/ 579406 w 1152525"/>
              <a:gd name="connsiteY17" fmla="*/ 830009 h 1152525"/>
              <a:gd name="connsiteX18" fmla="*/ 328898 w 1152525"/>
              <a:gd name="connsiteY18" fmla="*/ 579501 h 1152525"/>
              <a:gd name="connsiteX19" fmla="*/ 579406 w 1152525"/>
              <a:gd name="connsiteY19" fmla="*/ 328994 h 1152525"/>
              <a:gd name="connsiteX20" fmla="*/ 829913 w 1152525"/>
              <a:gd name="connsiteY20" fmla="*/ 579501 h 1152525"/>
              <a:gd name="connsiteX21" fmla="*/ 579406 w 1152525"/>
              <a:gd name="connsiteY21" fmla="*/ 830009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4" y="40005"/>
                </a:lnTo>
                <a:cubicBezTo>
                  <a:pt x="828294" y="18955"/>
                  <a:pt x="799814" y="7144"/>
                  <a:pt x="770001" y="7144"/>
                </a:cubicBezTo>
                <a:lnTo>
                  <a:pt x="388810" y="7144"/>
                </a:lnTo>
                <a:cubicBezTo>
                  <a:pt x="359092" y="7144"/>
                  <a:pt x="330517" y="18955"/>
                  <a:pt x="309563" y="40005"/>
                </a:cubicBezTo>
                <a:lnTo>
                  <a:pt x="40005" y="309563"/>
                </a:lnTo>
                <a:cubicBezTo>
                  <a:pt x="18955" y="330613"/>
                  <a:pt x="7144" y="359093"/>
                  <a:pt x="7144" y="388906"/>
                </a:cubicBezTo>
                <a:lnTo>
                  <a:pt x="7144" y="770096"/>
                </a:lnTo>
                <a:cubicBezTo>
                  <a:pt x="7144" y="799814"/>
                  <a:pt x="18955" y="828389"/>
                  <a:pt x="40005" y="849344"/>
                </a:cubicBezTo>
                <a:lnTo>
                  <a:pt x="309563" y="1118902"/>
                </a:lnTo>
                <a:cubicBezTo>
                  <a:pt x="330517" y="1139952"/>
                  <a:pt x="359092" y="1151763"/>
                  <a:pt x="388810" y="1151763"/>
                </a:cubicBezTo>
                <a:lnTo>
                  <a:pt x="770001" y="1151763"/>
                </a:lnTo>
                <a:cubicBezTo>
                  <a:pt x="799814" y="1151763"/>
                  <a:pt x="828294" y="1139952"/>
                  <a:pt x="849344" y="1118902"/>
                </a:cubicBezTo>
                <a:lnTo>
                  <a:pt x="1118902" y="849344"/>
                </a:lnTo>
                <a:cubicBezTo>
                  <a:pt x="1139952" y="828389"/>
                  <a:pt x="1151763" y="799814"/>
                  <a:pt x="1151763" y="770096"/>
                </a:cubicBezTo>
                <a:lnTo>
                  <a:pt x="1151763" y="388906"/>
                </a:lnTo>
                <a:cubicBezTo>
                  <a:pt x="1151763" y="359093"/>
                  <a:pt x="1139952" y="330613"/>
                  <a:pt x="1118902" y="309563"/>
                </a:cubicBezTo>
                <a:close/>
                <a:moveTo>
                  <a:pt x="579406" y="830009"/>
                </a:moveTo>
                <a:cubicBezTo>
                  <a:pt x="441103" y="830009"/>
                  <a:pt x="328898" y="717804"/>
                  <a:pt x="328898" y="579501"/>
                </a:cubicBezTo>
                <a:cubicBezTo>
                  <a:pt x="328898" y="441103"/>
                  <a:pt x="441103" y="328994"/>
                  <a:pt x="579406" y="328994"/>
                </a:cubicBezTo>
                <a:cubicBezTo>
                  <a:pt x="717804" y="328994"/>
                  <a:pt x="829913" y="441103"/>
                  <a:pt x="829913" y="579501"/>
                </a:cubicBezTo>
                <a:cubicBezTo>
                  <a:pt x="829913" y="717804"/>
                  <a:pt x="717804" y="830009"/>
                  <a:pt x="579406" y="830009"/>
                </a:cubicBezTo>
                <a:close/>
              </a:path>
            </a:pathLst>
          </a:custGeom>
          <a:ln>
            <a:solidFill>
              <a:srgbClr val="00B050"/>
            </a:solidFill>
          </a:ln>
        </p:spPr>
        <p:style>
          <a:lnRef idx="2">
            <a:schemeClr val="accent1"/>
          </a:lnRef>
          <a:fillRef idx="1">
            <a:schemeClr val="lt1"/>
          </a:fillRef>
          <a:effectRef idx="0">
            <a:schemeClr val="accent1"/>
          </a:effectRef>
          <a:fontRef idx="minor">
            <a:schemeClr val="dk1"/>
          </a:fontRef>
        </p:style>
        <p:txBody>
          <a:bodyPr rtlCol="0" anchor="ctr"/>
          <a:lstStyle/>
          <a:p>
            <a:endParaRPr lang="en-US"/>
          </a:p>
        </p:txBody>
      </p:sp>
      <p:sp>
        <p:nvSpPr>
          <p:cNvPr id="54" name="Freeform: Shape 47">
            <a:extLst>
              <a:ext uri="{FF2B5EF4-FFF2-40B4-BE49-F238E27FC236}">
                <a16:creationId xmlns:a16="http://schemas.microsoft.com/office/drawing/2014/main" id="{6C36B29E-7C78-423A-8090-9FEFECC80487}"/>
              </a:ext>
            </a:extLst>
          </p:cNvPr>
          <p:cNvSpPr/>
          <p:nvPr/>
        </p:nvSpPr>
        <p:spPr>
          <a:xfrm>
            <a:off x="9198791" y="4101284"/>
            <a:ext cx="1152525" cy="1152525"/>
          </a:xfrm>
          <a:custGeom>
            <a:avLst/>
            <a:gdLst>
              <a:gd name="connsiteX0" fmla="*/ 1118902 w 1152525"/>
              <a:gd name="connsiteY0" fmla="*/ 309563 h 1152525"/>
              <a:gd name="connsiteX1" fmla="*/ 849344 w 1152525"/>
              <a:gd name="connsiteY1" fmla="*/ 40005 h 1152525"/>
              <a:gd name="connsiteX2" fmla="*/ 770001 w 1152525"/>
              <a:gd name="connsiteY2" fmla="*/ 7144 h 1152525"/>
              <a:gd name="connsiteX3" fmla="*/ 388811 w 1152525"/>
              <a:gd name="connsiteY3" fmla="*/ 7144 h 1152525"/>
              <a:gd name="connsiteX4" fmla="*/ 309563 w 1152525"/>
              <a:gd name="connsiteY4" fmla="*/ 40005 h 1152525"/>
              <a:gd name="connsiteX5" fmla="*/ 40005 w 1152525"/>
              <a:gd name="connsiteY5" fmla="*/ 309563 h 1152525"/>
              <a:gd name="connsiteX6" fmla="*/ 7144 w 1152525"/>
              <a:gd name="connsiteY6" fmla="*/ 388810 h 1152525"/>
              <a:gd name="connsiteX7" fmla="*/ 7144 w 1152525"/>
              <a:gd name="connsiteY7" fmla="*/ 770001 h 1152525"/>
              <a:gd name="connsiteX8" fmla="*/ 40005 w 1152525"/>
              <a:gd name="connsiteY8" fmla="*/ 849344 h 1152525"/>
              <a:gd name="connsiteX9" fmla="*/ 309563 w 1152525"/>
              <a:gd name="connsiteY9" fmla="*/ 1118902 h 1152525"/>
              <a:gd name="connsiteX10" fmla="*/ 388811 w 1152525"/>
              <a:gd name="connsiteY10" fmla="*/ 1151763 h 1152525"/>
              <a:gd name="connsiteX11" fmla="*/ 770001 w 1152525"/>
              <a:gd name="connsiteY11" fmla="*/ 1151763 h 1152525"/>
              <a:gd name="connsiteX12" fmla="*/ 849344 w 1152525"/>
              <a:gd name="connsiteY12" fmla="*/ 1118902 h 1152525"/>
              <a:gd name="connsiteX13" fmla="*/ 1118902 w 1152525"/>
              <a:gd name="connsiteY13" fmla="*/ 849344 h 1152525"/>
              <a:gd name="connsiteX14" fmla="*/ 1151763 w 1152525"/>
              <a:gd name="connsiteY14" fmla="*/ 770001 h 1152525"/>
              <a:gd name="connsiteX15" fmla="*/ 1151763 w 1152525"/>
              <a:gd name="connsiteY15" fmla="*/ 388810 h 1152525"/>
              <a:gd name="connsiteX16" fmla="*/ 1118902 w 1152525"/>
              <a:gd name="connsiteY16" fmla="*/ 309563 h 1152525"/>
              <a:gd name="connsiteX17" fmla="*/ 579406 w 1152525"/>
              <a:gd name="connsiteY17" fmla="*/ 829913 h 1152525"/>
              <a:gd name="connsiteX18" fmla="*/ 328898 w 1152525"/>
              <a:gd name="connsiteY18" fmla="*/ 579406 h 1152525"/>
              <a:gd name="connsiteX19" fmla="*/ 579406 w 1152525"/>
              <a:gd name="connsiteY19" fmla="*/ 328898 h 1152525"/>
              <a:gd name="connsiteX20" fmla="*/ 829913 w 1152525"/>
              <a:gd name="connsiteY20" fmla="*/ 579406 h 1152525"/>
              <a:gd name="connsiteX21" fmla="*/ 579406 w 1152525"/>
              <a:gd name="connsiteY21" fmla="*/ 829913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4" y="40005"/>
                </a:lnTo>
                <a:cubicBezTo>
                  <a:pt x="828294" y="18955"/>
                  <a:pt x="799814" y="7144"/>
                  <a:pt x="770001" y="7144"/>
                </a:cubicBezTo>
                <a:lnTo>
                  <a:pt x="388811" y="7144"/>
                </a:lnTo>
                <a:cubicBezTo>
                  <a:pt x="359093" y="7144"/>
                  <a:pt x="330612" y="18955"/>
                  <a:pt x="309563" y="40005"/>
                </a:cubicBezTo>
                <a:lnTo>
                  <a:pt x="40005" y="309563"/>
                </a:lnTo>
                <a:cubicBezTo>
                  <a:pt x="18955" y="330517"/>
                  <a:pt x="7144" y="359092"/>
                  <a:pt x="7144" y="388810"/>
                </a:cubicBezTo>
                <a:lnTo>
                  <a:pt x="7144" y="770001"/>
                </a:lnTo>
                <a:cubicBezTo>
                  <a:pt x="7144" y="799719"/>
                  <a:pt x="18955" y="828294"/>
                  <a:pt x="40005" y="849344"/>
                </a:cubicBezTo>
                <a:lnTo>
                  <a:pt x="309563" y="1118902"/>
                </a:lnTo>
                <a:cubicBezTo>
                  <a:pt x="330612" y="1139952"/>
                  <a:pt x="359093" y="1151763"/>
                  <a:pt x="388811" y="1151763"/>
                </a:cubicBezTo>
                <a:lnTo>
                  <a:pt x="770001" y="1151763"/>
                </a:lnTo>
                <a:cubicBezTo>
                  <a:pt x="799814" y="1151763"/>
                  <a:pt x="828294" y="1139952"/>
                  <a:pt x="849344" y="1118902"/>
                </a:cubicBezTo>
                <a:lnTo>
                  <a:pt x="1118902" y="849344"/>
                </a:lnTo>
                <a:cubicBezTo>
                  <a:pt x="1139952" y="828294"/>
                  <a:pt x="1151763" y="799719"/>
                  <a:pt x="1151763" y="770001"/>
                </a:cubicBezTo>
                <a:lnTo>
                  <a:pt x="1151763" y="388810"/>
                </a:lnTo>
                <a:cubicBezTo>
                  <a:pt x="1151763" y="359092"/>
                  <a:pt x="1139952" y="330517"/>
                  <a:pt x="1118902" y="309563"/>
                </a:cubicBezTo>
                <a:close/>
                <a:moveTo>
                  <a:pt x="579406" y="829913"/>
                </a:moveTo>
                <a:cubicBezTo>
                  <a:pt x="441103" y="829913"/>
                  <a:pt x="328898" y="717804"/>
                  <a:pt x="328898" y="579406"/>
                </a:cubicBezTo>
                <a:cubicBezTo>
                  <a:pt x="328898" y="441103"/>
                  <a:pt x="441103" y="328898"/>
                  <a:pt x="579406" y="328898"/>
                </a:cubicBezTo>
                <a:cubicBezTo>
                  <a:pt x="717804" y="328898"/>
                  <a:pt x="829913" y="441103"/>
                  <a:pt x="829913" y="579406"/>
                </a:cubicBezTo>
                <a:cubicBezTo>
                  <a:pt x="829913" y="717804"/>
                  <a:pt x="717804" y="829913"/>
                  <a:pt x="579406" y="829913"/>
                </a:cubicBezTo>
                <a:close/>
              </a:path>
            </a:pathLst>
          </a:custGeom>
          <a:solidFill>
            <a:srgbClr val="0A1931"/>
          </a:solidFill>
          <a:ln w="9525" cap="flat">
            <a:noFill/>
            <a:prstDash val="solid"/>
            <a:miter/>
          </a:ln>
          <a:effectLst>
            <a:glow rad="63500">
              <a:schemeClr val="accent1">
                <a:satMod val="175000"/>
                <a:alpha val="40000"/>
              </a:schemeClr>
            </a:glow>
          </a:effectLst>
        </p:spPr>
        <p:txBody>
          <a:bodyPr rtlCol="0" anchor="ctr"/>
          <a:lstStyle/>
          <a:p>
            <a:endParaRPr lang="en-US" dirty="0"/>
          </a:p>
        </p:txBody>
      </p:sp>
      <p:sp>
        <p:nvSpPr>
          <p:cNvPr id="55" name="Freeform: Shape 48">
            <a:extLst>
              <a:ext uri="{FF2B5EF4-FFF2-40B4-BE49-F238E27FC236}">
                <a16:creationId xmlns:a16="http://schemas.microsoft.com/office/drawing/2014/main" id="{E8F5EE83-B726-4283-8653-74E1FF12EDBB}"/>
              </a:ext>
            </a:extLst>
          </p:cNvPr>
          <p:cNvSpPr/>
          <p:nvPr/>
        </p:nvSpPr>
        <p:spPr>
          <a:xfrm>
            <a:off x="10216442" y="3135544"/>
            <a:ext cx="1152525" cy="1152525"/>
          </a:xfrm>
          <a:custGeom>
            <a:avLst/>
            <a:gdLst>
              <a:gd name="connsiteX0" fmla="*/ 1118902 w 1152525"/>
              <a:gd name="connsiteY0" fmla="*/ 309563 h 1152525"/>
              <a:gd name="connsiteX1" fmla="*/ 849345 w 1152525"/>
              <a:gd name="connsiteY1" fmla="*/ 40005 h 1152525"/>
              <a:gd name="connsiteX2" fmla="*/ 770097 w 1152525"/>
              <a:gd name="connsiteY2" fmla="*/ 7144 h 1152525"/>
              <a:gd name="connsiteX3" fmla="*/ 388906 w 1152525"/>
              <a:gd name="connsiteY3" fmla="*/ 7144 h 1152525"/>
              <a:gd name="connsiteX4" fmla="*/ 309563 w 1152525"/>
              <a:gd name="connsiteY4" fmla="*/ 40005 h 1152525"/>
              <a:gd name="connsiteX5" fmla="*/ 40005 w 1152525"/>
              <a:gd name="connsiteY5" fmla="*/ 309563 h 1152525"/>
              <a:gd name="connsiteX6" fmla="*/ 7144 w 1152525"/>
              <a:gd name="connsiteY6" fmla="*/ 388906 h 1152525"/>
              <a:gd name="connsiteX7" fmla="*/ 7144 w 1152525"/>
              <a:gd name="connsiteY7" fmla="*/ 770096 h 1152525"/>
              <a:gd name="connsiteX8" fmla="*/ 40005 w 1152525"/>
              <a:gd name="connsiteY8" fmla="*/ 849344 h 1152525"/>
              <a:gd name="connsiteX9" fmla="*/ 309563 w 1152525"/>
              <a:gd name="connsiteY9" fmla="*/ 1118902 h 1152525"/>
              <a:gd name="connsiteX10" fmla="*/ 388906 w 1152525"/>
              <a:gd name="connsiteY10" fmla="*/ 1151763 h 1152525"/>
              <a:gd name="connsiteX11" fmla="*/ 770097 w 1152525"/>
              <a:gd name="connsiteY11" fmla="*/ 1151763 h 1152525"/>
              <a:gd name="connsiteX12" fmla="*/ 849345 w 1152525"/>
              <a:gd name="connsiteY12" fmla="*/ 1118902 h 1152525"/>
              <a:gd name="connsiteX13" fmla="*/ 1118902 w 1152525"/>
              <a:gd name="connsiteY13" fmla="*/ 849344 h 1152525"/>
              <a:gd name="connsiteX14" fmla="*/ 1151763 w 1152525"/>
              <a:gd name="connsiteY14" fmla="*/ 770096 h 1152525"/>
              <a:gd name="connsiteX15" fmla="*/ 1151763 w 1152525"/>
              <a:gd name="connsiteY15" fmla="*/ 388906 h 1152525"/>
              <a:gd name="connsiteX16" fmla="*/ 1118902 w 1152525"/>
              <a:gd name="connsiteY16" fmla="*/ 309563 h 1152525"/>
              <a:gd name="connsiteX17" fmla="*/ 579501 w 1152525"/>
              <a:gd name="connsiteY17" fmla="*/ 830009 h 1152525"/>
              <a:gd name="connsiteX18" fmla="*/ 328994 w 1152525"/>
              <a:gd name="connsiteY18" fmla="*/ 579501 h 1152525"/>
              <a:gd name="connsiteX19" fmla="*/ 579501 w 1152525"/>
              <a:gd name="connsiteY19" fmla="*/ 328994 h 1152525"/>
              <a:gd name="connsiteX20" fmla="*/ 830009 w 1152525"/>
              <a:gd name="connsiteY20" fmla="*/ 579501 h 1152525"/>
              <a:gd name="connsiteX21" fmla="*/ 579501 w 1152525"/>
              <a:gd name="connsiteY21" fmla="*/ 830009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5" y="40005"/>
                </a:lnTo>
                <a:cubicBezTo>
                  <a:pt x="828390" y="18955"/>
                  <a:pt x="799815" y="7144"/>
                  <a:pt x="770097" y="7144"/>
                </a:cubicBezTo>
                <a:lnTo>
                  <a:pt x="388906" y="7144"/>
                </a:lnTo>
                <a:cubicBezTo>
                  <a:pt x="359093" y="7144"/>
                  <a:pt x="330613" y="18955"/>
                  <a:pt x="309563" y="40005"/>
                </a:cubicBezTo>
                <a:lnTo>
                  <a:pt x="40005" y="309563"/>
                </a:lnTo>
                <a:cubicBezTo>
                  <a:pt x="18955" y="330613"/>
                  <a:pt x="7144" y="359093"/>
                  <a:pt x="7144" y="388906"/>
                </a:cubicBezTo>
                <a:lnTo>
                  <a:pt x="7144" y="770096"/>
                </a:lnTo>
                <a:cubicBezTo>
                  <a:pt x="7144" y="799814"/>
                  <a:pt x="18955" y="828389"/>
                  <a:pt x="40005" y="849344"/>
                </a:cubicBezTo>
                <a:lnTo>
                  <a:pt x="309563" y="1118902"/>
                </a:lnTo>
                <a:cubicBezTo>
                  <a:pt x="330613" y="1139952"/>
                  <a:pt x="359093" y="1151763"/>
                  <a:pt x="388906" y="1151763"/>
                </a:cubicBezTo>
                <a:lnTo>
                  <a:pt x="770097" y="1151763"/>
                </a:lnTo>
                <a:cubicBezTo>
                  <a:pt x="799815" y="1151763"/>
                  <a:pt x="828390" y="1139952"/>
                  <a:pt x="849345" y="1118902"/>
                </a:cubicBezTo>
                <a:lnTo>
                  <a:pt x="1118902" y="849344"/>
                </a:lnTo>
                <a:cubicBezTo>
                  <a:pt x="1139953" y="828389"/>
                  <a:pt x="1151763" y="799814"/>
                  <a:pt x="1151763" y="770096"/>
                </a:cubicBezTo>
                <a:lnTo>
                  <a:pt x="1151763" y="388906"/>
                </a:lnTo>
                <a:cubicBezTo>
                  <a:pt x="1151763" y="359093"/>
                  <a:pt x="1139953" y="330613"/>
                  <a:pt x="1118902" y="309563"/>
                </a:cubicBezTo>
                <a:close/>
                <a:moveTo>
                  <a:pt x="579501" y="830009"/>
                </a:moveTo>
                <a:cubicBezTo>
                  <a:pt x="441103" y="830009"/>
                  <a:pt x="328994" y="717804"/>
                  <a:pt x="328994" y="579501"/>
                </a:cubicBezTo>
                <a:cubicBezTo>
                  <a:pt x="328994" y="441103"/>
                  <a:pt x="441103" y="328994"/>
                  <a:pt x="579501" y="328994"/>
                </a:cubicBezTo>
                <a:cubicBezTo>
                  <a:pt x="717804" y="328994"/>
                  <a:pt x="830009" y="441103"/>
                  <a:pt x="830009" y="579501"/>
                </a:cubicBezTo>
                <a:cubicBezTo>
                  <a:pt x="830009" y="717804"/>
                  <a:pt x="717804" y="830009"/>
                  <a:pt x="579501" y="830009"/>
                </a:cubicBezTo>
                <a:close/>
              </a:path>
            </a:pathLst>
          </a:custGeom>
          <a:solidFill>
            <a:srgbClr val="00B050"/>
          </a:solidFill>
          <a:ln>
            <a:solidFill>
              <a:srgbClr val="00B050"/>
            </a:solidFill>
          </a:ln>
        </p:spPr>
        <p:style>
          <a:lnRef idx="2">
            <a:schemeClr val="accent1"/>
          </a:lnRef>
          <a:fillRef idx="1">
            <a:schemeClr val="lt1"/>
          </a:fillRef>
          <a:effectRef idx="0">
            <a:schemeClr val="accent1"/>
          </a:effectRef>
          <a:fontRef idx="minor">
            <a:schemeClr val="dk1"/>
          </a:fontRef>
        </p:style>
        <p:txBody>
          <a:bodyPr rtlCol="0" anchor="ctr"/>
          <a:lstStyle/>
          <a:p>
            <a:endParaRPr lang="en-US" dirty="0"/>
          </a:p>
        </p:txBody>
      </p:sp>
      <p:sp>
        <p:nvSpPr>
          <p:cNvPr id="58" name="TextBox 55">
            <a:extLst>
              <a:ext uri="{FF2B5EF4-FFF2-40B4-BE49-F238E27FC236}">
                <a16:creationId xmlns:a16="http://schemas.microsoft.com/office/drawing/2014/main" id="{AA021181-81ED-4765-9A61-7E4FC0DC208A}"/>
              </a:ext>
            </a:extLst>
          </p:cNvPr>
          <p:cNvSpPr txBox="1"/>
          <p:nvPr/>
        </p:nvSpPr>
        <p:spPr>
          <a:xfrm>
            <a:off x="5570956" y="2378913"/>
            <a:ext cx="1783868" cy="646331"/>
          </a:xfrm>
          <a:prstGeom prst="rect">
            <a:avLst/>
          </a:prstGeom>
          <a:noFill/>
        </p:spPr>
        <p:txBody>
          <a:bodyPr wrap="square" rtlCol="0">
            <a:spAutoFit/>
          </a:bodyPr>
          <a:lstStyle/>
          <a:p>
            <a:pPr algn="ctr"/>
            <a:r>
              <a:rPr lang="fr-CM" b="1" dirty="0"/>
              <a:t>Formations pratique</a:t>
            </a:r>
            <a:endParaRPr lang="en-US" sz="1600" b="1" dirty="0">
              <a:solidFill>
                <a:schemeClr val="accent1"/>
              </a:solidFill>
            </a:endParaRPr>
          </a:p>
        </p:txBody>
      </p:sp>
      <p:sp>
        <p:nvSpPr>
          <p:cNvPr id="60" name="TextBox 56">
            <a:extLst>
              <a:ext uri="{FF2B5EF4-FFF2-40B4-BE49-F238E27FC236}">
                <a16:creationId xmlns:a16="http://schemas.microsoft.com/office/drawing/2014/main" id="{5D77ABAC-B7E9-4FF0-B51E-9BD73B3C4263}"/>
              </a:ext>
            </a:extLst>
          </p:cNvPr>
          <p:cNvSpPr txBox="1"/>
          <p:nvPr/>
        </p:nvSpPr>
        <p:spPr>
          <a:xfrm>
            <a:off x="7441143" y="2402737"/>
            <a:ext cx="2250937" cy="646331"/>
          </a:xfrm>
          <a:prstGeom prst="rect">
            <a:avLst/>
          </a:prstGeom>
          <a:noFill/>
        </p:spPr>
        <p:txBody>
          <a:bodyPr wrap="none" rtlCol="0">
            <a:spAutoFit/>
          </a:bodyPr>
          <a:lstStyle/>
          <a:p>
            <a:r>
              <a:rPr lang="fr-CM" b="1" dirty="0"/>
              <a:t>Développement </a:t>
            </a:r>
          </a:p>
          <a:p>
            <a:r>
              <a:rPr lang="fr-CM" b="1" dirty="0"/>
              <a:t>d’applications </a:t>
            </a:r>
            <a:r>
              <a:rPr lang="fr-CM" b="1" dirty="0" err="1"/>
              <a:t>mobilz</a:t>
            </a:r>
            <a:r>
              <a:rPr lang="fr-CM" b="1" dirty="0"/>
              <a:t> </a:t>
            </a:r>
            <a:endParaRPr lang="en-US" sz="2000" b="1" dirty="0">
              <a:solidFill>
                <a:schemeClr val="accent2"/>
              </a:solidFill>
            </a:endParaRPr>
          </a:p>
        </p:txBody>
      </p:sp>
      <p:sp>
        <p:nvSpPr>
          <p:cNvPr id="63" name="TextBox 58">
            <a:extLst>
              <a:ext uri="{FF2B5EF4-FFF2-40B4-BE49-F238E27FC236}">
                <a16:creationId xmlns:a16="http://schemas.microsoft.com/office/drawing/2014/main" id="{CE72159B-5BA5-4549-A897-42FA2864EE95}"/>
              </a:ext>
            </a:extLst>
          </p:cNvPr>
          <p:cNvSpPr txBox="1"/>
          <p:nvPr/>
        </p:nvSpPr>
        <p:spPr>
          <a:xfrm>
            <a:off x="10246206" y="2378913"/>
            <a:ext cx="2021515" cy="646331"/>
          </a:xfrm>
          <a:prstGeom prst="rect">
            <a:avLst/>
          </a:prstGeom>
          <a:noFill/>
        </p:spPr>
        <p:txBody>
          <a:bodyPr wrap="none" rtlCol="0">
            <a:spAutoFit/>
          </a:bodyPr>
          <a:lstStyle/>
          <a:p>
            <a:r>
              <a:rPr lang="fr-CM" b="1" dirty="0"/>
              <a:t>Développement</a:t>
            </a:r>
          </a:p>
          <a:p>
            <a:r>
              <a:rPr lang="fr-CM" b="1" dirty="0"/>
              <a:t> d’applications web</a:t>
            </a:r>
            <a:endParaRPr lang="en-US" sz="2000" b="1" dirty="0">
              <a:solidFill>
                <a:schemeClr val="accent3"/>
              </a:solidFill>
            </a:endParaRPr>
          </a:p>
        </p:txBody>
      </p:sp>
      <p:sp>
        <p:nvSpPr>
          <p:cNvPr id="66" name="TextBox 62">
            <a:extLst>
              <a:ext uri="{FF2B5EF4-FFF2-40B4-BE49-F238E27FC236}">
                <a16:creationId xmlns:a16="http://schemas.microsoft.com/office/drawing/2014/main" id="{B0A16D0A-4287-4591-8460-7B2730EB613E}"/>
              </a:ext>
            </a:extLst>
          </p:cNvPr>
          <p:cNvSpPr txBox="1"/>
          <p:nvPr/>
        </p:nvSpPr>
        <p:spPr>
          <a:xfrm>
            <a:off x="6391734" y="5392799"/>
            <a:ext cx="2229072" cy="369332"/>
          </a:xfrm>
          <a:prstGeom prst="rect">
            <a:avLst/>
          </a:prstGeom>
          <a:noFill/>
        </p:spPr>
        <p:txBody>
          <a:bodyPr wrap="none" rtlCol="0">
            <a:spAutoFit/>
          </a:bodyPr>
          <a:lstStyle/>
          <a:p>
            <a:r>
              <a:rPr lang="fr-CM" b="1" dirty="0"/>
              <a:t>Prestation de service</a:t>
            </a:r>
            <a:r>
              <a:rPr lang="fr-CM" dirty="0"/>
              <a:t> </a:t>
            </a:r>
            <a:endParaRPr lang="en-US" sz="2000" b="1" dirty="0">
              <a:solidFill>
                <a:schemeClr val="accent1"/>
              </a:solidFill>
            </a:endParaRPr>
          </a:p>
        </p:txBody>
      </p:sp>
      <p:sp>
        <p:nvSpPr>
          <p:cNvPr id="69" name="TextBox 64">
            <a:extLst>
              <a:ext uri="{FF2B5EF4-FFF2-40B4-BE49-F238E27FC236}">
                <a16:creationId xmlns:a16="http://schemas.microsoft.com/office/drawing/2014/main" id="{4F660EE6-0FDD-467B-8AAE-81D3A0C78D2C}"/>
              </a:ext>
            </a:extLst>
          </p:cNvPr>
          <p:cNvSpPr txBox="1"/>
          <p:nvPr/>
        </p:nvSpPr>
        <p:spPr>
          <a:xfrm>
            <a:off x="9235898" y="5423209"/>
            <a:ext cx="2516586" cy="369332"/>
          </a:xfrm>
          <a:prstGeom prst="rect">
            <a:avLst/>
          </a:prstGeom>
          <a:noFill/>
        </p:spPr>
        <p:txBody>
          <a:bodyPr wrap="none" rtlCol="0">
            <a:spAutoFit/>
          </a:bodyPr>
          <a:lstStyle/>
          <a:p>
            <a:r>
              <a:rPr lang="en-US" b="1" dirty="0"/>
              <a:t>Montages audios </a:t>
            </a:r>
            <a:r>
              <a:rPr lang="en-US" b="1" dirty="0" err="1"/>
              <a:t>visuels</a:t>
            </a:r>
            <a:endParaRPr lang="en-US" sz="2000" b="1" dirty="0">
              <a:solidFill>
                <a:schemeClr val="accent1"/>
              </a:solidFill>
            </a:endParaRPr>
          </a:p>
        </p:txBody>
      </p:sp>
      <p:sp>
        <p:nvSpPr>
          <p:cNvPr id="73" name="ZoneTexte 72"/>
          <p:cNvSpPr txBox="1"/>
          <p:nvPr/>
        </p:nvSpPr>
        <p:spPr>
          <a:xfrm>
            <a:off x="999853" y="3429000"/>
            <a:ext cx="3431633" cy="523220"/>
          </a:xfrm>
          <a:prstGeom prst="rect">
            <a:avLst/>
          </a:prstGeom>
          <a:noFill/>
        </p:spPr>
        <p:txBody>
          <a:bodyPr wrap="square" rtlCol="0">
            <a:spAutoFit/>
          </a:bodyPr>
          <a:lstStyle/>
          <a:p>
            <a:r>
              <a:rPr lang="fr-FR" sz="2800" dirty="0">
                <a:latin typeface="Cambria" panose="02040503050406030204" pitchFamily="18" charset="0"/>
                <a:ea typeface="Cambria" panose="02040503050406030204" pitchFamily="18" charset="0"/>
              </a:rPr>
              <a:t> </a:t>
            </a:r>
            <a:r>
              <a:rPr lang="fr-FR" sz="2800" dirty="0">
                <a:solidFill>
                  <a:srgbClr val="00B0F0"/>
                </a:solidFill>
                <a:latin typeface="Cambria" panose="02040503050406030204" pitchFamily="18" charset="0"/>
                <a:ea typeface="Cambria" panose="02040503050406030204" pitchFamily="18" charset="0"/>
              </a:rPr>
              <a:t>MISSIONS</a:t>
            </a:r>
          </a:p>
        </p:txBody>
      </p:sp>
      <p:sp>
        <p:nvSpPr>
          <p:cNvPr id="74" name="ZoneTexte 73"/>
          <p:cNvSpPr txBox="1"/>
          <p:nvPr/>
        </p:nvSpPr>
        <p:spPr>
          <a:xfrm>
            <a:off x="9055916" y="1396647"/>
            <a:ext cx="2074792" cy="523220"/>
          </a:xfrm>
          <a:prstGeom prst="rect">
            <a:avLst/>
          </a:prstGeom>
          <a:noFill/>
        </p:spPr>
        <p:txBody>
          <a:bodyPr wrap="square" rtlCol="0">
            <a:spAutoFit/>
          </a:bodyPr>
          <a:lstStyle/>
          <a:p>
            <a:r>
              <a:rPr lang="fr-FR" sz="2800" dirty="0">
                <a:latin typeface="Cambria" panose="02040503050406030204" pitchFamily="18" charset="0"/>
                <a:ea typeface="Cambria" panose="02040503050406030204" pitchFamily="18" charset="0"/>
              </a:rPr>
              <a:t> </a:t>
            </a:r>
            <a:r>
              <a:rPr lang="fr-FR" sz="2800" dirty="0">
                <a:solidFill>
                  <a:srgbClr val="00B0F0"/>
                </a:solidFill>
                <a:latin typeface="Cambria" panose="02040503050406030204" pitchFamily="18" charset="0"/>
                <a:ea typeface="Cambria" panose="02040503050406030204" pitchFamily="18" charset="0"/>
              </a:rPr>
              <a:t>SERVICES</a:t>
            </a:r>
          </a:p>
        </p:txBody>
      </p:sp>
      <p:pic>
        <p:nvPicPr>
          <p:cNvPr id="2" name="Picture 1">
            <a:extLst>
              <a:ext uri="{FF2B5EF4-FFF2-40B4-BE49-F238E27FC236}">
                <a16:creationId xmlns:a16="http://schemas.microsoft.com/office/drawing/2014/main" id="{10ED068E-E4C1-795D-0608-EA3F2175FD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1850" y="1141481"/>
            <a:ext cx="2356710" cy="1630588"/>
          </a:xfrm>
          <a:prstGeom prst="rect">
            <a:avLst/>
          </a:prstGeom>
        </p:spPr>
      </p:pic>
      <p:sp>
        <p:nvSpPr>
          <p:cNvPr id="3" name="TextBox 2">
            <a:extLst>
              <a:ext uri="{FF2B5EF4-FFF2-40B4-BE49-F238E27FC236}">
                <a16:creationId xmlns:a16="http://schemas.microsoft.com/office/drawing/2014/main" id="{21FBDC6B-85B7-75D4-DCD4-17F16F0D6DA4}"/>
              </a:ext>
            </a:extLst>
          </p:cNvPr>
          <p:cNvSpPr txBox="1"/>
          <p:nvPr/>
        </p:nvSpPr>
        <p:spPr>
          <a:xfrm>
            <a:off x="347870" y="4430944"/>
            <a:ext cx="3150690" cy="1477328"/>
          </a:xfrm>
          <a:prstGeom prst="rect">
            <a:avLst/>
          </a:prstGeom>
          <a:noFill/>
        </p:spPr>
        <p:txBody>
          <a:bodyPr wrap="square" rtlCol="0">
            <a:spAutoFit/>
          </a:bodyPr>
          <a:lstStyle/>
          <a:p>
            <a:r>
              <a:rPr lang="fr-FR" dirty="0"/>
              <a:t>Produire des solutions adaptées au besoins des utilisateurs et faire partie des piliers dans le développement numérique en Afrique.</a:t>
            </a:r>
            <a:endParaRPr lang="fr-CM" dirty="0"/>
          </a:p>
        </p:txBody>
      </p:sp>
    </p:spTree>
    <p:extLst>
      <p:ext uri="{BB962C8B-B14F-4D97-AF65-F5344CB8AC3E}">
        <p14:creationId xmlns:p14="http://schemas.microsoft.com/office/powerpoint/2010/main" val="2564531212"/>
      </p:ext>
    </p:extLst>
  </p:cSld>
  <p:clrMapOvr>
    <a:masterClrMapping/>
  </p:clrMapOvr>
  <mc:AlternateContent xmlns:mc="http://schemas.openxmlformats.org/markup-compatibility/2006" xmlns:p14="http://schemas.microsoft.com/office/powerpoint/2010/main">
    <mc:Choice Requires="p14">
      <p:transition spd="slow" p14:dur="1200">
        <p:dissolve/>
      </p:transition>
    </mc:Choice>
    <mc:Fallback xmlns="">
      <p:transition spd="slow">
        <p:dissolv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0"/>
                                        </p:tgtEl>
                                        <p:attrNameLst>
                                          <p:attrName>style.visibility</p:attrName>
                                        </p:attrNameLst>
                                      </p:cBhvr>
                                      <p:to>
                                        <p:strVal val="visible"/>
                                      </p:to>
                                    </p:set>
                                    <p:anim calcmode="lin" valueType="num">
                                      <p:cBhvr>
                                        <p:cTn id="7" dur="500" fill="hold"/>
                                        <p:tgtEl>
                                          <p:spTgt spid="40"/>
                                        </p:tgtEl>
                                        <p:attrNameLst>
                                          <p:attrName>ppt_w</p:attrName>
                                        </p:attrNameLst>
                                      </p:cBhvr>
                                      <p:tavLst>
                                        <p:tav tm="0">
                                          <p:val>
                                            <p:fltVal val="0"/>
                                          </p:val>
                                        </p:tav>
                                        <p:tav tm="100000">
                                          <p:val>
                                            <p:strVal val="#ppt_w"/>
                                          </p:val>
                                        </p:tav>
                                      </p:tavLst>
                                    </p:anim>
                                    <p:anim calcmode="lin" valueType="num">
                                      <p:cBhvr>
                                        <p:cTn id="8" dur="500" fill="hold"/>
                                        <p:tgtEl>
                                          <p:spTgt spid="40"/>
                                        </p:tgtEl>
                                        <p:attrNameLst>
                                          <p:attrName>ppt_h</p:attrName>
                                        </p:attrNameLst>
                                      </p:cBhvr>
                                      <p:tavLst>
                                        <p:tav tm="0">
                                          <p:val>
                                            <p:fltVal val="0"/>
                                          </p:val>
                                        </p:tav>
                                        <p:tav tm="100000">
                                          <p:val>
                                            <p:strVal val="#ppt_h"/>
                                          </p:val>
                                        </p:tav>
                                      </p:tavLst>
                                    </p:anim>
                                    <p:animEffect transition="in" filter="fade">
                                      <p:cBhvr>
                                        <p:cTn id="9" dur="500"/>
                                        <p:tgtEl>
                                          <p:spTgt spid="40"/>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43"/>
                                        </p:tgtEl>
                                        <p:attrNameLst>
                                          <p:attrName>style.visibility</p:attrName>
                                        </p:attrNameLst>
                                      </p:cBhvr>
                                      <p:to>
                                        <p:strVal val="visible"/>
                                      </p:to>
                                    </p:set>
                                    <p:anim calcmode="lin" valueType="num">
                                      <p:cBhvr>
                                        <p:cTn id="12" dur="500" fill="hold"/>
                                        <p:tgtEl>
                                          <p:spTgt spid="43"/>
                                        </p:tgtEl>
                                        <p:attrNameLst>
                                          <p:attrName>ppt_w</p:attrName>
                                        </p:attrNameLst>
                                      </p:cBhvr>
                                      <p:tavLst>
                                        <p:tav tm="0">
                                          <p:val>
                                            <p:fltVal val="0"/>
                                          </p:val>
                                        </p:tav>
                                        <p:tav tm="100000">
                                          <p:val>
                                            <p:strVal val="#ppt_w"/>
                                          </p:val>
                                        </p:tav>
                                      </p:tavLst>
                                    </p:anim>
                                    <p:anim calcmode="lin" valueType="num">
                                      <p:cBhvr>
                                        <p:cTn id="13" dur="500" fill="hold"/>
                                        <p:tgtEl>
                                          <p:spTgt spid="43"/>
                                        </p:tgtEl>
                                        <p:attrNameLst>
                                          <p:attrName>ppt_h</p:attrName>
                                        </p:attrNameLst>
                                      </p:cBhvr>
                                      <p:tavLst>
                                        <p:tav tm="0">
                                          <p:val>
                                            <p:fltVal val="0"/>
                                          </p:val>
                                        </p:tav>
                                        <p:tav tm="100000">
                                          <p:val>
                                            <p:strVal val="#ppt_h"/>
                                          </p:val>
                                        </p:tav>
                                      </p:tavLst>
                                    </p:anim>
                                    <p:animEffect transition="in" filter="fade">
                                      <p:cBhvr>
                                        <p:cTn id="14" dur="500"/>
                                        <p:tgtEl>
                                          <p:spTgt spid="43"/>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39"/>
                                        </p:tgtEl>
                                        <p:attrNameLst>
                                          <p:attrName>style.visibility</p:attrName>
                                        </p:attrNameLst>
                                      </p:cBhvr>
                                      <p:to>
                                        <p:strVal val="visible"/>
                                      </p:to>
                                    </p:set>
                                    <p:anim calcmode="lin" valueType="num">
                                      <p:cBhvr>
                                        <p:cTn id="17" dur="500" fill="hold"/>
                                        <p:tgtEl>
                                          <p:spTgt spid="39"/>
                                        </p:tgtEl>
                                        <p:attrNameLst>
                                          <p:attrName>ppt_w</p:attrName>
                                        </p:attrNameLst>
                                      </p:cBhvr>
                                      <p:tavLst>
                                        <p:tav tm="0">
                                          <p:val>
                                            <p:fltVal val="0"/>
                                          </p:val>
                                        </p:tav>
                                        <p:tav tm="100000">
                                          <p:val>
                                            <p:strVal val="#ppt_w"/>
                                          </p:val>
                                        </p:tav>
                                      </p:tavLst>
                                    </p:anim>
                                    <p:anim calcmode="lin" valueType="num">
                                      <p:cBhvr>
                                        <p:cTn id="18" dur="500" fill="hold"/>
                                        <p:tgtEl>
                                          <p:spTgt spid="39"/>
                                        </p:tgtEl>
                                        <p:attrNameLst>
                                          <p:attrName>ppt_h</p:attrName>
                                        </p:attrNameLst>
                                      </p:cBhvr>
                                      <p:tavLst>
                                        <p:tav tm="0">
                                          <p:val>
                                            <p:fltVal val="0"/>
                                          </p:val>
                                        </p:tav>
                                        <p:tav tm="100000">
                                          <p:val>
                                            <p:strVal val="#ppt_h"/>
                                          </p:val>
                                        </p:tav>
                                      </p:tavLst>
                                    </p:anim>
                                    <p:animEffect transition="in" filter="fade">
                                      <p:cBhvr>
                                        <p:cTn id="19" dur="500"/>
                                        <p:tgtEl>
                                          <p:spTgt spid="3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42"/>
                                        </p:tgtEl>
                                        <p:attrNameLst>
                                          <p:attrName>style.visibility</p:attrName>
                                        </p:attrNameLst>
                                      </p:cBhvr>
                                      <p:to>
                                        <p:strVal val="visible"/>
                                      </p:to>
                                    </p:set>
                                    <p:anim calcmode="lin" valueType="num">
                                      <p:cBhvr>
                                        <p:cTn id="22" dur="500" fill="hold"/>
                                        <p:tgtEl>
                                          <p:spTgt spid="42"/>
                                        </p:tgtEl>
                                        <p:attrNameLst>
                                          <p:attrName>ppt_w</p:attrName>
                                        </p:attrNameLst>
                                      </p:cBhvr>
                                      <p:tavLst>
                                        <p:tav tm="0">
                                          <p:val>
                                            <p:fltVal val="0"/>
                                          </p:val>
                                        </p:tav>
                                        <p:tav tm="100000">
                                          <p:val>
                                            <p:strVal val="#ppt_w"/>
                                          </p:val>
                                        </p:tav>
                                      </p:tavLst>
                                    </p:anim>
                                    <p:anim calcmode="lin" valueType="num">
                                      <p:cBhvr>
                                        <p:cTn id="23" dur="500" fill="hold"/>
                                        <p:tgtEl>
                                          <p:spTgt spid="42"/>
                                        </p:tgtEl>
                                        <p:attrNameLst>
                                          <p:attrName>ppt_h</p:attrName>
                                        </p:attrNameLst>
                                      </p:cBhvr>
                                      <p:tavLst>
                                        <p:tav tm="0">
                                          <p:val>
                                            <p:fltVal val="0"/>
                                          </p:val>
                                        </p:tav>
                                        <p:tav tm="100000">
                                          <p:val>
                                            <p:strVal val="#ppt_h"/>
                                          </p:val>
                                        </p:tav>
                                      </p:tavLst>
                                    </p:anim>
                                    <p:animEffect transition="in" filter="fade">
                                      <p:cBhvr>
                                        <p:cTn id="24" dur="500"/>
                                        <p:tgtEl>
                                          <p:spTgt spid="42"/>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 calcmode="lin" valueType="num">
                                      <p:cBhvr>
                                        <p:cTn id="27" dur="500" fill="hold"/>
                                        <p:tgtEl>
                                          <p:spTgt spid="41"/>
                                        </p:tgtEl>
                                        <p:attrNameLst>
                                          <p:attrName>ppt_w</p:attrName>
                                        </p:attrNameLst>
                                      </p:cBhvr>
                                      <p:tavLst>
                                        <p:tav tm="0">
                                          <p:val>
                                            <p:fltVal val="0"/>
                                          </p:val>
                                        </p:tav>
                                        <p:tav tm="100000">
                                          <p:val>
                                            <p:strVal val="#ppt_w"/>
                                          </p:val>
                                        </p:tav>
                                      </p:tavLst>
                                    </p:anim>
                                    <p:anim calcmode="lin" valueType="num">
                                      <p:cBhvr>
                                        <p:cTn id="28" dur="500" fill="hold"/>
                                        <p:tgtEl>
                                          <p:spTgt spid="41"/>
                                        </p:tgtEl>
                                        <p:attrNameLst>
                                          <p:attrName>ppt_h</p:attrName>
                                        </p:attrNameLst>
                                      </p:cBhvr>
                                      <p:tavLst>
                                        <p:tav tm="0">
                                          <p:val>
                                            <p:fltVal val="0"/>
                                          </p:val>
                                        </p:tav>
                                        <p:tav tm="100000">
                                          <p:val>
                                            <p:strVal val="#ppt_h"/>
                                          </p:val>
                                        </p:tav>
                                      </p:tavLst>
                                    </p:anim>
                                    <p:animEffect transition="in" filter="fade">
                                      <p:cBhvr>
                                        <p:cTn id="29" dur="500"/>
                                        <p:tgtEl>
                                          <p:spTgt spid="41"/>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 calcmode="lin" valueType="num">
                                      <p:cBhvr>
                                        <p:cTn id="32" dur="500" fill="hold"/>
                                        <p:tgtEl>
                                          <p:spTgt spid="44"/>
                                        </p:tgtEl>
                                        <p:attrNameLst>
                                          <p:attrName>ppt_w</p:attrName>
                                        </p:attrNameLst>
                                      </p:cBhvr>
                                      <p:tavLst>
                                        <p:tav tm="0">
                                          <p:val>
                                            <p:fltVal val="0"/>
                                          </p:val>
                                        </p:tav>
                                        <p:tav tm="100000">
                                          <p:val>
                                            <p:strVal val="#ppt_w"/>
                                          </p:val>
                                        </p:tav>
                                      </p:tavLst>
                                    </p:anim>
                                    <p:anim calcmode="lin" valueType="num">
                                      <p:cBhvr>
                                        <p:cTn id="33" dur="500" fill="hold"/>
                                        <p:tgtEl>
                                          <p:spTgt spid="44"/>
                                        </p:tgtEl>
                                        <p:attrNameLst>
                                          <p:attrName>ppt_h</p:attrName>
                                        </p:attrNameLst>
                                      </p:cBhvr>
                                      <p:tavLst>
                                        <p:tav tm="0">
                                          <p:val>
                                            <p:fltVal val="0"/>
                                          </p:val>
                                        </p:tav>
                                        <p:tav tm="100000">
                                          <p:val>
                                            <p:strVal val="#ppt_h"/>
                                          </p:val>
                                        </p:tav>
                                      </p:tavLst>
                                    </p:anim>
                                    <p:animEffect transition="in" filter="fade">
                                      <p:cBhvr>
                                        <p:cTn id="34" dur="500"/>
                                        <p:tgtEl>
                                          <p:spTgt spid="44"/>
                                        </p:tgtEl>
                                      </p:cBhvr>
                                    </p:animEffect>
                                  </p:childTnLst>
                                </p:cTn>
                              </p:par>
                            </p:childTnLst>
                          </p:cTn>
                        </p:par>
                      </p:childTnLst>
                    </p:cTn>
                  </p:par>
                  <p:par>
                    <p:cTn id="35" fill="hold">
                      <p:stCondLst>
                        <p:cond delay="indefinite"/>
                      </p:stCondLst>
                      <p:childTnLst>
                        <p:par>
                          <p:cTn id="36" fill="hold">
                            <p:stCondLst>
                              <p:cond delay="0"/>
                            </p:stCondLst>
                            <p:childTnLst>
                              <p:par>
                                <p:cTn id="37" presetID="2" presetClass="entr" presetSubtype="4" decel="100000" fill="hold" nodeType="clickEffect">
                                  <p:stCondLst>
                                    <p:cond delay="0"/>
                                  </p:stCondLst>
                                  <p:childTnLst>
                                    <p:set>
                                      <p:cBhvr>
                                        <p:cTn id="38" dur="1" fill="hold">
                                          <p:stCondLst>
                                            <p:cond delay="0"/>
                                          </p:stCondLst>
                                        </p:cTn>
                                        <p:tgtEl>
                                          <p:spTgt spid="45"/>
                                        </p:tgtEl>
                                        <p:attrNameLst>
                                          <p:attrName>style.visibility</p:attrName>
                                        </p:attrNameLst>
                                      </p:cBhvr>
                                      <p:to>
                                        <p:strVal val="visible"/>
                                      </p:to>
                                    </p:set>
                                    <p:anim calcmode="lin" valueType="num">
                                      <p:cBhvr additive="base">
                                        <p:cTn id="39" dur="1000" fill="hold"/>
                                        <p:tgtEl>
                                          <p:spTgt spid="45"/>
                                        </p:tgtEl>
                                        <p:attrNameLst>
                                          <p:attrName>ppt_x</p:attrName>
                                        </p:attrNameLst>
                                      </p:cBhvr>
                                      <p:tavLst>
                                        <p:tav tm="0">
                                          <p:val>
                                            <p:strVal val="#ppt_x"/>
                                          </p:val>
                                        </p:tav>
                                        <p:tav tm="100000">
                                          <p:val>
                                            <p:strVal val="#ppt_x"/>
                                          </p:val>
                                        </p:tav>
                                      </p:tavLst>
                                    </p:anim>
                                    <p:anim calcmode="lin" valueType="num">
                                      <p:cBhvr additive="base">
                                        <p:cTn id="40" dur="1000" fill="hold"/>
                                        <p:tgtEl>
                                          <p:spTgt spid="45"/>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53"/>
                                        </p:tgtEl>
                                        <p:attrNameLst>
                                          <p:attrName>style.visibility</p:attrName>
                                        </p:attrNameLst>
                                      </p:cBhvr>
                                      <p:to>
                                        <p:strVal val="visible"/>
                                      </p:to>
                                    </p:set>
                                    <p:animEffect transition="in" filter="fade">
                                      <p:cBhvr>
                                        <p:cTn id="45" dur="500"/>
                                        <p:tgtEl>
                                          <p:spTgt spid="53"/>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5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fade">
                                      <p:cBhvr>
                                        <p:cTn id="55" dur="5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54"/>
                                        </p:tgtEl>
                                        <p:attrNameLst>
                                          <p:attrName>style.visibility</p:attrName>
                                        </p:attrNameLst>
                                      </p:cBhvr>
                                      <p:to>
                                        <p:strVal val="visible"/>
                                      </p:to>
                                    </p:set>
                                    <p:animEffect transition="in" filter="fade">
                                      <p:cBhvr>
                                        <p:cTn id="60" dur="500"/>
                                        <p:tgtEl>
                                          <p:spTgt spid="54"/>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55"/>
                                        </p:tgtEl>
                                        <p:attrNameLst>
                                          <p:attrName>style.visibility</p:attrName>
                                        </p:attrNameLst>
                                      </p:cBhvr>
                                      <p:to>
                                        <p:strVal val="visible"/>
                                      </p:to>
                                    </p:set>
                                    <p:animEffect transition="in" filter="fade">
                                      <p:cBhvr>
                                        <p:cTn id="65"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51" grpId="0" animBg="1"/>
      <p:bldP spid="52" grpId="0" animBg="1"/>
      <p:bldP spid="53" grpId="0" animBg="1"/>
      <p:bldP spid="54" grpId="0" animBg="1"/>
      <p:bldP spid="5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e 18"/>
          <p:cNvGrpSpPr/>
          <p:nvPr/>
        </p:nvGrpSpPr>
        <p:grpSpPr>
          <a:xfrm>
            <a:off x="6338491" y="3811594"/>
            <a:ext cx="1740619" cy="967010"/>
            <a:chOff x="2356767" y="1692163"/>
            <a:chExt cx="1740619" cy="967010"/>
          </a:xfrm>
          <a:noFill/>
        </p:grpSpPr>
        <p:sp>
          <p:nvSpPr>
            <p:cNvPr id="29" name="Rectangle 28"/>
            <p:cNvSpPr/>
            <p:nvPr/>
          </p:nvSpPr>
          <p:spPr>
            <a:xfrm>
              <a:off x="2356767" y="1692163"/>
              <a:ext cx="1740619" cy="967010"/>
            </a:xfrm>
            <a:prstGeom prst="rect">
              <a:avLst/>
            </a:prstGeom>
            <a:grpFill/>
          </p:spPr>
          <p:style>
            <a:lnRef idx="0">
              <a:schemeClr val="dk1">
                <a:alpha val="0"/>
                <a:hueOff val="0"/>
                <a:satOff val="0"/>
                <a:lumOff val="0"/>
                <a:alphaOff val="0"/>
              </a:schemeClr>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CM"/>
            </a:p>
          </p:txBody>
        </p:sp>
        <p:sp>
          <p:nvSpPr>
            <p:cNvPr id="30" name="Rectangle 29"/>
            <p:cNvSpPr/>
            <p:nvPr/>
          </p:nvSpPr>
          <p:spPr>
            <a:xfrm>
              <a:off x="2356767" y="1692163"/>
              <a:ext cx="1740619" cy="967010"/>
            </a:xfrm>
            <a:prstGeom prst="rect">
              <a:avLst/>
            </a:prstGeom>
            <a:grpFill/>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38100" tIns="38100" rIns="38100" bIns="38100" numCol="1" spcCol="1270" anchor="ctr" anchorCtr="0">
              <a:noAutofit/>
            </a:bodyPr>
            <a:lstStyle/>
            <a:p>
              <a:pPr lvl="0" algn="r" defTabSz="444500">
                <a:lnSpc>
                  <a:spcPct val="90000"/>
                </a:lnSpc>
                <a:spcBef>
                  <a:spcPct val="0"/>
                </a:spcBef>
                <a:spcAft>
                  <a:spcPct val="35000"/>
                </a:spcAft>
              </a:pPr>
              <a:r>
                <a:rPr lang="fr-FR" sz="1000" kern="1200" dirty="0"/>
                <a:t> </a:t>
              </a:r>
            </a:p>
          </p:txBody>
        </p:sp>
      </p:grpSp>
      <p:sp>
        <p:nvSpPr>
          <p:cNvPr id="38" name="Rectangle à coins arrondis 37"/>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5</a:t>
            </a:r>
          </a:p>
        </p:txBody>
      </p:sp>
      <p:sp>
        <p:nvSpPr>
          <p:cNvPr id="3" name="ZoneTexte 2">
            <a:extLst>
              <a:ext uri="{FF2B5EF4-FFF2-40B4-BE49-F238E27FC236}">
                <a16:creationId xmlns:a16="http://schemas.microsoft.com/office/drawing/2014/main" id="{3E5C1D7D-27D6-F43A-780F-7269C7C05152}"/>
              </a:ext>
            </a:extLst>
          </p:cNvPr>
          <p:cNvSpPr txBox="1"/>
          <p:nvPr/>
        </p:nvSpPr>
        <p:spPr>
          <a:xfrm>
            <a:off x="1997611" y="408760"/>
            <a:ext cx="8468751" cy="1015663"/>
          </a:xfrm>
          <a:prstGeom prst="rect">
            <a:avLst/>
          </a:prstGeom>
          <a:noFill/>
        </p:spPr>
        <p:txBody>
          <a:bodyPr wrap="square" rtlCol="0">
            <a:spAutoFit/>
          </a:bodyPr>
          <a:lstStyle/>
          <a:p>
            <a:pPr algn="ctr"/>
            <a:r>
              <a:rPr lang="fr-FR" sz="4400" dirty="0"/>
              <a:t> </a:t>
            </a:r>
            <a:r>
              <a:rPr lang="fr-FR" sz="6000" b="1" dirty="0">
                <a:solidFill>
                  <a:srgbClr val="00B0F0"/>
                </a:solidFill>
                <a:latin typeface="Algerian" panose="04020705040A02060702" pitchFamily="82" charset="0"/>
              </a:rPr>
              <a:t>LOCALISATION</a:t>
            </a:r>
          </a:p>
        </p:txBody>
      </p:sp>
      <p:pic>
        <p:nvPicPr>
          <p:cNvPr id="2" name="Picture 1">
            <a:extLst>
              <a:ext uri="{FF2B5EF4-FFF2-40B4-BE49-F238E27FC236}">
                <a16:creationId xmlns:a16="http://schemas.microsoft.com/office/drawing/2014/main" id="{59FB5519-5099-DDEF-3A41-36009CA7FC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95320" y="2004273"/>
            <a:ext cx="8141999" cy="4228189"/>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2222701392"/>
      </p:ext>
    </p:extLst>
  </p:cSld>
  <p:clrMapOvr>
    <a:masterClrMapping/>
  </p:clrMapOvr>
  <mc:AlternateContent xmlns:mc="http://schemas.openxmlformats.org/markup-compatibility/2006" xmlns:p14="http://schemas.microsoft.com/office/powerpoint/2010/main">
    <mc:Choice Requires="p14">
      <p:transition spd="slow" p14:dur="1200">
        <p:dissolve/>
      </p:transition>
    </mc:Choice>
    <mc:Fallback xmlns="">
      <p:transition spd="slow">
        <p:dissolv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77D79D8-241E-7938-F1DD-83FB5C8F28B2}"/>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4789032" y="3200834"/>
            <a:ext cx="1823720" cy="1025842"/>
          </a:xfrm>
          <a:prstGeom prst="rect">
            <a:avLst/>
          </a:prstGeom>
        </p:spPr>
      </p:pic>
      <p:sp>
        <p:nvSpPr>
          <p:cNvPr id="2" name="Espace réservé du numéro de diapositive 1"/>
          <p:cNvSpPr>
            <a:spLocks noGrp="1"/>
          </p:cNvSpPr>
          <p:nvPr>
            <p:ph type="sldNum" sz="quarter" idx="12"/>
          </p:nvPr>
        </p:nvSpPr>
        <p:spPr/>
        <p:txBody>
          <a:bodyPr/>
          <a:lstStyle/>
          <a:p>
            <a:pPr>
              <a:defRPr/>
            </a:pPr>
            <a:fld id="{0781903A-58DF-6D41-AA0F-B39FBAFEBD29}" type="slidenum">
              <a:rPr lang="fr-FR" smtClean="0"/>
              <a:pPr>
                <a:defRPr/>
              </a:pPr>
              <a:t>6</a:t>
            </a:fld>
            <a:endParaRPr lang="fr-FR"/>
          </a:p>
        </p:txBody>
      </p:sp>
      <p:grpSp>
        <p:nvGrpSpPr>
          <p:cNvPr id="8" name="Groupe 7">
            <a:extLst>
              <a:ext uri="{FF2B5EF4-FFF2-40B4-BE49-F238E27FC236}">
                <a16:creationId xmlns:a16="http://schemas.microsoft.com/office/drawing/2014/main" id="{95504EEF-9FFF-4C9F-9F16-51EAA47DED1B}"/>
              </a:ext>
            </a:extLst>
          </p:cNvPr>
          <p:cNvGrpSpPr/>
          <p:nvPr/>
        </p:nvGrpSpPr>
        <p:grpSpPr>
          <a:xfrm>
            <a:off x="888423" y="130419"/>
            <a:ext cx="10465377" cy="668256"/>
            <a:chOff x="413054" y="135497"/>
            <a:chExt cx="12187464" cy="972114"/>
          </a:xfrm>
          <a:solidFill>
            <a:srgbClr val="00B050"/>
          </a:solidFill>
        </p:grpSpPr>
        <p:sp>
          <p:nvSpPr>
            <p:cNvPr id="9" name="Signalisation droite 5">
              <a:extLst>
                <a:ext uri="{FF2B5EF4-FFF2-40B4-BE49-F238E27FC236}">
                  <a16:creationId xmlns:a16="http://schemas.microsoft.com/office/drawing/2014/main" id="{BE092505-8B09-B74D-AB5D-F737400CEEDB}"/>
                </a:ext>
              </a:extLst>
            </p:cNvPr>
            <p:cNvSpPr/>
            <p:nvPr/>
          </p:nvSpPr>
          <p:spPr>
            <a:xfrm>
              <a:off x="1675629" y="135497"/>
              <a:ext cx="10924889"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3200" b="1" dirty="0">
                  <a:latin typeface="Cambria" panose="02040503050406030204" pitchFamily="18" charset="0"/>
                  <a:ea typeface="Cambria" panose="02040503050406030204" pitchFamily="18" charset="0"/>
                </a:rPr>
                <a:t>CONTEXTE ET CRITIQUE DE L’EXISTANT</a:t>
              </a:r>
            </a:p>
          </p:txBody>
        </p:sp>
        <p:sp>
          <p:nvSpPr>
            <p:cNvPr id="10" name="Larme 9">
              <a:extLst>
                <a:ext uri="{FF2B5EF4-FFF2-40B4-BE49-F238E27FC236}">
                  <a16:creationId xmlns:a16="http://schemas.microsoft.com/office/drawing/2014/main" id="{D9D66D36-2DC1-4453-91F8-DFC07EE7998C}"/>
                </a:ext>
              </a:extLst>
            </p:cNvPr>
            <p:cNvSpPr/>
            <p:nvPr/>
          </p:nvSpPr>
          <p:spPr>
            <a:xfrm>
              <a:off x="413054" y="184084"/>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2</a:t>
              </a:r>
            </a:p>
          </p:txBody>
        </p:sp>
      </p:grpSp>
      <p:sp>
        <p:nvSpPr>
          <p:cNvPr id="11" name="Rectangle à coins arrondis 10"/>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6</a:t>
            </a:r>
          </a:p>
        </p:txBody>
      </p:sp>
      <p:sp>
        <p:nvSpPr>
          <p:cNvPr id="46" name="Freeform: Shape 3">
            <a:extLst>
              <a:ext uri="{FF2B5EF4-FFF2-40B4-BE49-F238E27FC236}">
                <a16:creationId xmlns:a16="http://schemas.microsoft.com/office/drawing/2014/main" id="{7BD3447E-8CAF-43CA-A07C-CB6BC59AA802}"/>
              </a:ext>
            </a:extLst>
          </p:cNvPr>
          <p:cNvSpPr/>
          <p:nvPr/>
        </p:nvSpPr>
        <p:spPr>
          <a:xfrm>
            <a:off x="2757487" y="842867"/>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7" name="Freeform: Shape 6">
            <a:extLst>
              <a:ext uri="{FF2B5EF4-FFF2-40B4-BE49-F238E27FC236}">
                <a16:creationId xmlns:a16="http://schemas.microsoft.com/office/drawing/2014/main" id="{EDA546CF-914A-4426-B11D-3919F41A59EA}"/>
              </a:ext>
            </a:extLst>
          </p:cNvPr>
          <p:cNvSpPr/>
          <p:nvPr/>
        </p:nvSpPr>
        <p:spPr>
          <a:xfrm>
            <a:off x="10065521" y="38938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8" name="Freeform: Shape 7">
            <a:extLst>
              <a:ext uri="{FF2B5EF4-FFF2-40B4-BE49-F238E27FC236}">
                <a16:creationId xmlns:a16="http://schemas.microsoft.com/office/drawing/2014/main" id="{1FCD6B85-82E9-410C-8E59-64B9481EDCF1}"/>
              </a:ext>
            </a:extLst>
          </p:cNvPr>
          <p:cNvSpPr/>
          <p:nvPr/>
        </p:nvSpPr>
        <p:spPr>
          <a:xfrm>
            <a:off x="11210829" y="2655760"/>
            <a:ext cx="228600" cy="228600"/>
          </a:xfrm>
          <a:custGeom>
            <a:avLst/>
            <a:gdLst>
              <a:gd name="connsiteX0" fmla="*/ 222218 w 228600"/>
              <a:gd name="connsiteY0" fmla="*/ 114681 h 228600"/>
              <a:gd name="connsiteX1" fmla="*/ 114680 w 228600"/>
              <a:gd name="connsiteY1" fmla="*/ 222218 h 228600"/>
              <a:gd name="connsiteX2" fmla="*/ 7142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8" y="222218"/>
                  <a:pt x="7142" y="174072"/>
                  <a:pt x="7142" y="114681"/>
                </a:cubicBezTo>
                <a:cubicBezTo>
                  <a:pt x="7142" y="55290"/>
                  <a:pt x="55288"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9" name="Freeform: Shape 8">
            <a:extLst>
              <a:ext uri="{FF2B5EF4-FFF2-40B4-BE49-F238E27FC236}">
                <a16:creationId xmlns:a16="http://schemas.microsoft.com/office/drawing/2014/main" id="{E3E8262C-BC44-4675-B7C1-A150CE5D2971}"/>
              </a:ext>
            </a:extLst>
          </p:cNvPr>
          <p:cNvSpPr/>
          <p:nvPr/>
        </p:nvSpPr>
        <p:spPr>
          <a:xfrm>
            <a:off x="11357514" y="593788"/>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50" name="Freeform: Shape 9">
            <a:extLst>
              <a:ext uri="{FF2B5EF4-FFF2-40B4-BE49-F238E27FC236}">
                <a16:creationId xmlns:a16="http://schemas.microsoft.com/office/drawing/2014/main" id="{3D22F762-F471-4FEB-B5A0-651DE466D74A}"/>
              </a:ext>
            </a:extLst>
          </p:cNvPr>
          <p:cNvSpPr/>
          <p:nvPr/>
        </p:nvSpPr>
        <p:spPr>
          <a:xfrm>
            <a:off x="6815137" y="6248114"/>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3" y="222218"/>
                  <a:pt x="114681" y="222218"/>
                </a:cubicBezTo>
                <a:cubicBezTo>
                  <a:pt x="55290" y="222218"/>
                  <a:pt x="7144" y="174072"/>
                  <a:pt x="7144" y="114681"/>
                </a:cubicBezTo>
                <a:cubicBezTo>
                  <a:pt x="7144" y="55290"/>
                  <a:pt x="55290" y="7144"/>
                  <a:pt x="114681" y="7144"/>
                </a:cubicBezTo>
                <a:cubicBezTo>
                  <a:pt x="174073"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51" name="Freeform: Shape 11">
            <a:extLst>
              <a:ext uri="{FF2B5EF4-FFF2-40B4-BE49-F238E27FC236}">
                <a16:creationId xmlns:a16="http://schemas.microsoft.com/office/drawing/2014/main" id="{309D5100-7807-4B85-8FDA-6A93CB7262D3}"/>
              </a:ext>
            </a:extLst>
          </p:cNvPr>
          <p:cNvSpPr/>
          <p:nvPr/>
        </p:nvSpPr>
        <p:spPr>
          <a:xfrm>
            <a:off x="11357514" y="5301900"/>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grpSp>
        <p:nvGrpSpPr>
          <p:cNvPr id="52" name="Group 26">
            <a:extLst>
              <a:ext uri="{FF2B5EF4-FFF2-40B4-BE49-F238E27FC236}">
                <a16:creationId xmlns:a16="http://schemas.microsoft.com/office/drawing/2014/main" id="{D10BBD29-E26D-4DC4-AA36-9E917733ADF2}"/>
              </a:ext>
            </a:extLst>
          </p:cNvPr>
          <p:cNvGrpSpPr/>
          <p:nvPr/>
        </p:nvGrpSpPr>
        <p:grpSpPr>
          <a:xfrm>
            <a:off x="3964935" y="2313838"/>
            <a:ext cx="3376806" cy="2725086"/>
            <a:chOff x="4623149" y="2458974"/>
            <a:chExt cx="2825020" cy="2868263"/>
          </a:xfrm>
        </p:grpSpPr>
        <p:grpSp>
          <p:nvGrpSpPr>
            <p:cNvPr id="53" name="Group 25">
              <a:extLst>
                <a:ext uri="{FF2B5EF4-FFF2-40B4-BE49-F238E27FC236}">
                  <a16:creationId xmlns:a16="http://schemas.microsoft.com/office/drawing/2014/main" id="{55C84584-59D0-404C-9118-C5E4522DD1A0}"/>
                </a:ext>
              </a:extLst>
            </p:cNvPr>
            <p:cNvGrpSpPr/>
            <p:nvPr/>
          </p:nvGrpSpPr>
          <p:grpSpPr>
            <a:xfrm>
              <a:off x="4700301" y="2545365"/>
              <a:ext cx="2671762" cy="2696433"/>
              <a:chOff x="4700301" y="2545365"/>
              <a:chExt cx="2671762" cy="2696433"/>
            </a:xfrm>
          </p:grpSpPr>
          <p:sp>
            <p:nvSpPr>
              <p:cNvPr id="61" name="Freeform: Shape 12">
                <a:extLst>
                  <a:ext uri="{FF2B5EF4-FFF2-40B4-BE49-F238E27FC236}">
                    <a16:creationId xmlns:a16="http://schemas.microsoft.com/office/drawing/2014/main" id="{5CE6A726-B200-4A3C-AC94-09D437B612C9}"/>
                  </a:ext>
                </a:extLst>
              </p:cNvPr>
              <p:cNvSpPr/>
              <p:nvPr/>
            </p:nvSpPr>
            <p:spPr>
              <a:xfrm>
                <a:off x="4700301" y="3228784"/>
                <a:ext cx="523875" cy="619125"/>
              </a:xfrm>
              <a:custGeom>
                <a:avLst/>
                <a:gdLst>
                  <a:gd name="connsiteX0" fmla="*/ 524542 w 523875"/>
                  <a:gd name="connsiteY0" fmla="*/ 211455 h 619125"/>
                  <a:gd name="connsiteX1" fmla="*/ 415766 w 523875"/>
                  <a:gd name="connsiteY1" fmla="*/ 617791 h 619125"/>
                  <a:gd name="connsiteX2" fmla="*/ 7144 w 523875"/>
                  <a:gd name="connsiteY2" fmla="*/ 617791 h 619125"/>
                  <a:gd name="connsiteX3" fmla="*/ 170593 w 523875"/>
                  <a:gd name="connsiteY3" fmla="*/ 7144 h 619125"/>
                  <a:gd name="connsiteX4" fmla="*/ 524542 w 523875"/>
                  <a:gd name="connsiteY4" fmla="*/ 211455 h 619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3875" h="619125">
                    <a:moveTo>
                      <a:pt x="524542" y="211455"/>
                    </a:moveTo>
                    <a:cubicBezTo>
                      <a:pt x="455390" y="330994"/>
                      <a:pt x="415766" y="469773"/>
                      <a:pt x="415766" y="617791"/>
                    </a:cubicBezTo>
                    <a:lnTo>
                      <a:pt x="7144" y="617791"/>
                    </a:lnTo>
                    <a:cubicBezTo>
                      <a:pt x="7144" y="395288"/>
                      <a:pt x="66580" y="186785"/>
                      <a:pt x="170593" y="7144"/>
                    </a:cubicBezTo>
                    <a:lnTo>
                      <a:pt x="524542" y="211455"/>
                    </a:lnTo>
                    <a:close/>
                  </a:path>
                </a:pathLst>
              </a:custGeom>
              <a:solidFill>
                <a:srgbClr val="6C7583"/>
              </a:solidFill>
              <a:ln w="9525" cap="flat">
                <a:noFill/>
                <a:prstDash val="solid"/>
                <a:miter/>
              </a:ln>
            </p:spPr>
            <p:txBody>
              <a:bodyPr rtlCol="0" anchor="ctr"/>
              <a:lstStyle/>
              <a:p>
                <a:endParaRPr lang="en-US"/>
              </a:p>
            </p:txBody>
          </p:sp>
          <p:sp>
            <p:nvSpPr>
              <p:cNvPr id="62" name="Freeform: Shape 13">
                <a:extLst>
                  <a:ext uri="{FF2B5EF4-FFF2-40B4-BE49-F238E27FC236}">
                    <a16:creationId xmlns:a16="http://schemas.microsoft.com/office/drawing/2014/main" id="{2AA40B16-2901-4D0A-A185-FD75B2DB61B1}"/>
                  </a:ext>
                </a:extLst>
              </p:cNvPr>
              <p:cNvSpPr/>
              <p:nvPr/>
            </p:nvSpPr>
            <p:spPr>
              <a:xfrm>
                <a:off x="5383815" y="2545365"/>
                <a:ext cx="619125" cy="523875"/>
              </a:xfrm>
              <a:custGeom>
                <a:avLst/>
                <a:gdLst>
                  <a:gd name="connsiteX0" fmla="*/ 617696 w 619125"/>
                  <a:gd name="connsiteY0" fmla="*/ 7144 h 523875"/>
                  <a:gd name="connsiteX1" fmla="*/ 617696 w 619125"/>
                  <a:gd name="connsiteY1" fmla="*/ 415766 h 523875"/>
                  <a:gd name="connsiteX2" fmla="*/ 211455 w 619125"/>
                  <a:gd name="connsiteY2" fmla="*/ 524542 h 523875"/>
                  <a:gd name="connsiteX3" fmla="*/ 7144 w 619125"/>
                  <a:gd name="connsiteY3" fmla="*/ 170593 h 523875"/>
                  <a:gd name="connsiteX4" fmla="*/ 617696 w 619125"/>
                  <a:gd name="connsiteY4" fmla="*/ 7144 h 523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125" h="523875">
                    <a:moveTo>
                      <a:pt x="617696" y="7144"/>
                    </a:moveTo>
                    <a:lnTo>
                      <a:pt x="617696" y="415766"/>
                    </a:lnTo>
                    <a:cubicBezTo>
                      <a:pt x="469773" y="415766"/>
                      <a:pt x="330898" y="455295"/>
                      <a:pt x="211455" y="524542"/>
                    </a:cubicBezTo>
                    <a:lnTo>
                      <a:pt x="7144" y="170593"/>
                    </a:lnTo>
                    <a:cubicBezTo>
                      <a:pt x="186690" y="66675"/>
                      <a:pt x="395287" y="7144"/>
                      <a:pt x="617696" y="7144"/>
                    </a:cubicBezTo>
                    <a:close/>
                  </a:path>
                </a:pathLst>
              </a:custGeom>
              <a:solidFill>
                <a:srgbClr val="FFDF91"/>
              </a:solidFill>
              <a:ln w="9525" cap="flat">
                <a:noFill/>
                <a:prstDash val="solid"/>
                <a:miter/>
              </a:ln>
            </p:spPr>
            <p:txBody>
              <a:bodyPr rtlCol="0" anchor="ctr"/>
              <a:lstStyle/>
              <a:p>
                <a:endParaRPr lang="en-US"/>
              </a:p>
            </p:txBody>
          </p:sp>
          <p:sp>
            <p:nvSpPr>
              <p:cNvPr id="63" name="Freeform: Shape 14">
                <a:extLst>
                  <a:ext uri="{FF2B5EF4-FFF2-40B4-BE49-F238E27FC236}">
                    <a16:creationId xmlns:a16="http://schemas.microsoft.com/office/drawing/2014/main" id="{C91C9C5E-5ED9-4F90-98F0-649769562F1D}"/>
                  </a:ext>
                </a:extLst>
              </p:cNvPr>
              <p:cNvSpPr/>
              <p:nvPr/>
            </p:nvSpPr>
            <p:spPr>
              <a:xfrm>
                <a:off x="6515862" y="2734341"/>
                <a:ext cx="657225" cy="657225"/>
              </a:xfrm>
              <a:custGeom>
                <a:avLst/>
                <a:gdLst>
                  <a:gd name="connsiteX0" fmla="*/ 658558 w 657225"/>
                  <a:gd name="connsiteY0" fmla="*/ 454247 h 657225"/>
                  <a:gd name="connsiteX1" fmla="*/ 304609 w 657225"/>
                  <a:gd name="connsiteY1" fmla="*/ 658558 h 657225"/>
                  <a:gd name="connsiteX2" fmla="*/ 7144 w 657225"/>
                  <a:gd name="connsiteY2" fmla="*/ 361093 h 657225"/>
                  <a:gd name="connsiteX3" fmla="*/ 211455 w 657225"/>
                  <a:gd name="connsiteY3" fmla="*/ 7144 h 657225"/>
                  <a:gd name="connsiteX4" fmla="*/ 658558 w 657225"/>
                  <a:gd name="connsiteY4" fmla="*/ 454247 h 6572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225" h="657225">
                    <a:moveTo>
                      <a:pt x="658558" y="454247"/>
                    </a:moveTo>
                    <a:lnTo>
                      <a:pt x="304609" y="658558"/>
                    </a:lnTo>
                    <a:cubicBezTo>
                      <a:pt x="233363" y="535305"/>
                      <a:pt x="130493" y="432435"/>
                      <a:pt x="7144" y="361093"/>
                    </a:cubicBezTo>
                    <a:lnTo>
                      <a:pt x="211455" y="7144"/>
                    </a:lnTo>
                    <a:cubicBezTo>
                      <a:pt x="396907" y="114300"/>
                      <a:pt x="551402" y="268891"/>
                      <a:pt x="658558" y="454247"/>
                    </a:cubicBezTo>
                    <a:close/>
                  </a:path>
                </a:pathLst>
              </a:custGeom>
              <a:solidFill>
                <a:srgbClr val="749CE9"/>
              </a:solidFill>
              <a:ln w="9525" cap="flat">
                <a:noFill/>
                <a:prstDash val="solid"/>
                <a:miter/>
              </a:ln>
            </p:spPr>
            <p:txBody>
              <a:bodyPr rtlCol="0" anchor="ctr"/>
              <a:lstStyle/>
              <a:p>
                <a:endParaRPr lang="en-US"/>
              </a:p>
            </p:txBody>
          </p:sp>
          <p:sp>
            <p:nvSpPr>
              <p:cNvPr id="64" name="Freeform: Shape 18">
                <a:extLst>
                  <a:ext uri="{FF2B5EF4-FFF2-40B4-BE49-F238E27FC236}">
                    <a16:creationId xmlns:a16="http://schemas.microsoft.com/office/drawing/2014/main" id="{26AFBA53-5298-47D4-91E3-422F40681200}"/>
                  </a:ext>
                </a:extLst>
              </p:cNvPr>
              <p:cNvSpPr/>
              <p:nvPr/>
            </p:nvSpPr>
            <p:spPr>
              <a:xfrm>
                <a:off x="6848188" y="3941254"/>
                <a:ext cx="523875" cy="619125"/>
              </a:xfrm>
              <a:custGeom>
                <a:avLst/>
                <a:gdLst>
                  <a:gd name="connsiteX0" fmla="*/ 7144 w 523875"/>
                  <a:gd name="connsiteY0" fmla="*/ 413480 h 619125"/>
                  <a:gd name="connsiteX1" fmla="*/ 115920 w 523875"/>
                  <a:gd name="connsiteY1" fmla="*/ 7144 h 619125"/>
                  <a:gd name="connsiteX2" fmla="*/ 524542 w 523875"/>
                  <a:gd name="connsiteY2" fmla="*/ 7144 h 619125"/>
                  <a:gd name="connsiteX3" fmla="*/ 361093 w 523875"/>
                  <a:gd name="connsiteY3" fmla="*/ 617792 h 619125"/>
                  <a:gd name="connsiteX4" fmla="*/ 7144 w 523875"/>
                  <a:gd name="connsiteY4" fmla="*/ 413480 h 619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3875" h="619125">
                    <a:moveTo>
                      <a:pt x="7144" y="413480"/>
                    </a:moveTo>
                    <a:cubicBezTo>
                      <a:pt x="76295" y="293942"/>
                      <a:pt x="115920" y="155162"/>
                      <a:pt x="115920" y="7144"/>
                    </a:cubicBezTo>
                    <a:lnTo>
                      <a:pt x="524542" y="7144"/>
                    </a:lnTo>
                    <a:cubicBezTo>
                      <a:pt x="524542" y="229648"/>
                      <a:pt x="465106" y="438150"/>
                      <a:pt x="361093" y="617792"/>
                    </a:cubicBezTo>
                    <a:lnTo>
                      <a:pt x="7144" y="413480"/>
                    </a:lnTo>
                    <a:close/>
                  </a:path>
                </a:pathLst>
              </a:custGeom>
              <a:solidFill>
                <a:srgbClr val="6C7583"/>
              </a:solidFill>
              <a:ln w="9525" cap="flat">
                <a:noFill/>
                <a:prstDash val="solid"/>
                <a:miter/>
              </a:ln>
            </p:spPr>
            <p:txBody>
              <a:bodyPr rtlCol="0" anchor="ctr"/>
              <a:lstStyle/>
              <a:p>
                <a:endParaRPr lang="en-US"/>
              </a:p>
            </p:txBody>
          </p:sp>
          <p:sp>
            <p:nvSpPr>
              <p:cNvPr id="65" name="Freeform: Shape 19">
                <a:extLst>
                  <a:ext uri="{FF2B5EF4-FFF2-40B4-BE49-F238E27FC236}">
                    <a16:creationId xmlns:a16="http://schemas.microsoft.com/office/drawing/2014/main" id="{A634E309-95DA-4EA6-A836-2ECC2CDBE61B}"/>
                  </a:ext>
                </a:extLst>
              </p:cNvPr>
              <p:cNvSpPr/>
              <p:nvPr/>
            </p:nvSpPr>
            <p:spPr>
              <a:xfrm>
                <a:off x="6071520" y="4717923"/>
                <a:ext cx="619125" cy="523875"/>
              </a:xfrm>
              <a:custGeom>
                <a:avLst/>
                <a:gdLst>
                  <a:gd name="connsiteX0" fmla="*/ 7144 w 619125"/>
                  <a:gd name="connsiteY0" fmla="*/ 524542 h 523875"/>
                  <a:gd name="connsiteX1" fmla="*/ 7144 w 619125"/>
                  <a:gd name="connsiteY1" fmla="*/ 115919 h 523875"/>
                  <a:gd name="connsiteX2" fmla="*/ 413385 w 619125"/>
                  <a:gd name="connsiteY2" fmla="*/ 7144 h 523875"/>
                  <a:gd name="connsiteX3" fmla="*/ 617697 w 619125"/>
                  <a:gd name="connsiteY3" fmla="*/ 361093 h 523875"/>
                  <a:gd name="connsiteX4" fmla="*/ 7144 w 619125"/>
                  <a:gd name="connsiteY4" fmla="*/ 524542 h 523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125" h="523875">
                    <a:moveTo>
                      <a:pt x="7144" y="524542"/>
                    </a:moveTo>
                    <a:lnTo>
                      <a:pt x="7144" y="115919"/>
                    </a:lnTo>
                    <a:cubicBezTo>
                      <a:pt x="155067" y="115919"/>
                      <a:pt x="293941" y="76390"/>
                      <a:pt x="413385" y="7144"/>
                    </a:cubicBezTo>
                    <a:lnTo>
                      <a:pt x="617697" y="361093"/>
                    </a:lnTo>
                    <a:cubicBezTo>
                      <a:pt x="438055" y="465106"/>
                      <a:pt x="229553" y="524542"/>
                      <a:pt x="7144" y="524542"/>
                    </a:cubicBezTo>
                    <a:close/>
                  </a:path>
                </a:pathLst>
              </a:custGeom>
              <a:solidFill>
                <a:srgbClr val="FFDF91"/>
              </a:solidFill>
              <a:ln w="9525" cap="flat">
                <a:noFill/>
                <a:prstDash val="solid"/>
                <a:miter/>
              </a:ln>
            </p:spPr>
            <p:txBody>
              <a:bodyPr rtlCol="0" anchor="ctr"/>
              <a:lstStyle/>
              <a:p>
                <a:endParaRPr lang="en-US"/>
              </a:p>
            </p:txBody>
          </p:sp>
          <p:sp>
            <p:nvSpPr>
              <p:cNvPr id="66" name="Freeform: Shape 20">
                <a:extLst>
                  <a:ext uri="{FF2B5EF4-FFF2-40B4-BE49-F238E27FC236}">
                    <a16:creationId xmlns:a16="http://schemas.microsoft.com/office/drawing/2014/main" id="{0C660A7F-6014-451B-ADE7-0981574B3211}"/>
                  </a:ext>
                </a:extLst>
              </p:cNvPr>
              <p:cNvSpPr/>
              <p:nvPr/>
            </p:nvSpPr>
            <p:spPr>
              <a:xfrm>
                <a:off x="4898516" y="4395025"/>
                <a:ext cx="657225" cy="657225"/>
              </a:xfrm>
              <a:custGeom>
                <a:avLst/>
                <a:gdLst>
                  <a:gd name="connsiteX0" fmla="*/ 7144 w 657225"/>
                  <a:gd name="connsiteY0" fmla="*/ 211455 h 657225"/>
                  <a:gd name="connsiteX1" fmla="*/ 361093 w 657225"/>
                  <a:gd name="connsiteY1" fmla="*/ 7144 h 657225"/>
                  <a:gd name="connsiteX2" fmla="*/ 658558 w 657225"/>
                  <a:gd name="connsiteY2" fmla="*/ 304609 h 657225"/>
                  <a:gd name="connsiteX3" fmla="*/ 454247 w 657225"/>
                  <a:gd name="connsiteY3" fmla="*/ 658558 h 657225"/>
                  <a:gd name="connsiteX4" fmla="*/ 7144 w 657225"/>
                  <a:gd name="connsiteY4" fmla="*/ 211455 h 6572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225" h="657225">
                    <a:moveTo>
                      <a:pt x="7144" y="211455"/>
                    </a:moveTo>
                    <a:lnTo>
                      <a:pt x="361093" y="7144"/>
                    </a:lnTo>
                    <a:cubicBezTo>
                      <a:pt x="432340" y="130397"/>
                      <a:pt x="535210" y="233267"/>
                      <a:pt x="658558" y="304609"/>
                    </a:cubicBezTo>
                    <a:lnTo>
                      <a:pt x="454247" y="658558"/>
                    </a:lnTo>
                    <a:cubicBezTo>
                      <a:pt x="268891" y="551307"/>
                      <a:pt x="114395" y="396716"/>
                      <a:pt x="7144" y="211455"/>
                    </a:cubicBezTo>
                    <a:close/>
                  </a:path>
                </a:pathLst>
              </a:custGeom>
              <a:solidFill>
                <a:srgbClr val="749CE9"/>
              </a:solidFill>
              <a:ln w="9525" cap="flat">
                <a:noFill/>
                <a:prstDash val="solid"/>
                <a:miter/>
              </a:ln>
            </p:spPr>
            <p:txBody>
              <a:bodyPr rtlCol="0" anchor="ctr"/>
              <a:lstStyle/>
              <a:p>
                <a:endParaRPr lang="en-US"/>
              </a:p>
            </p:txBody>
          </p:sp>
        </p:grpSp>
        <p:grpSp>
          <p:nvGrpSpPr>
            <p:cNvPr id="54" name="Group 24">
              <a:extLst>
                <a:ext uri="{FF2B5EF4-FFF2-40B4-BE49-F238E27FC236}">
                  <a16:creationId xmlns:a16="http://schemas.microsoft.com/office/drawing/2014/main" id="{CC37FB34-306E-4C9C-AB53-8242D7F4BD86}"/>
                </a:ext>
              </a:extLst>
            </p:cNvPr>
            <p:cNvGrpSpPr/>
            <p:nvPr/>
          </p:nvGrpSpPr>
          <p:grpSpPr>
            <a:xfrm>
              <a:off x="4623149" y="2458974"/>
              <a:ext cx="2825020" cy="2868263"/>
              <a:chOff x="4623149" y="2458974"/>
              <a:chExt cx="2825020" cy="2868263"/>
            </a:xfrm>
          </p:grpSpPr>
          <p:sp>
            <p:nvSpPr>
              <p:cNvPr id="55" name="Freeform: Shape 15">
                <a:extLst>
                  <a:ext uri="{FF2B5EF4-FFF2-40B4-BE49-F238E27FC236}">
                    <a16:creationId xmlns:a16="http://schemas.microsoft.com/office/drawing/2014/main" id="{7F9521EB-7F91-442E-9924-EBB2BBD0D717}"/>
                  </a:ext>
                </a:extLst>
              </p:cNvPr>
              <p:cNvSpPr/>
              <p:nvPr/>
            </p:nvSpPr>
            <p:spPr>
              <a:xfrm>
                <a:off x="4780788" y="2625851"/>
                <a:ext cx="876300" cy="876300"/>
              </a:xfrm>
              <a:custGeom>
                <a:avLst/>
                <a:gdLst>
                  <a:gd name="connsiteX0" fmla="*/ 875633 w 876300"/>
                  <a:gd name="connsiteY0" fmla="*/ 479012 h 876300"/>
                  <a:gd name="connsiteX1" fmla="*/ 479012 w 876300"/>
                  <a:gd name="connsiteY1" fmla="*/ 875633 h 876300"/>
                  <a:gd name="connsiteX2" fmla="*/ 7144 w 876300"/>
                  <a:gd name="connsiteY2" fmla="*/ 603218 h 876300"/>
                  <a:gd name="connsiteX3" fmla="*/ 603218 w 876300"/>
                  <a:gd name="connsiteY3" fmla="*/ 7144 h 876300"/>
                  <a:gd name="connsiteX4" fmla="*/ 875633 w 876300"/>
                  <a:gd name="connsiteY4" fmla="*/ 479012 h 876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6300" h="876300">
                    <a:moveTo>
                      <a:pt x="875633" y="479012"/>
                    </a:moveTo>
                    <a:cubicBezTo>
                      <a:pt x="711232" y="574072"/>
                      <a:pt x="574167" y="711232"/>
                      <a:pt x="479012" y="875633"/>
                    </a:cubicBezTo>
                    <a:lnTo>
                      <a:pt x="7144" y="603218"/>
                    </a:lnTo>
                    <a:cubicBezTo>
                      <a:pt x="150114" y="356140"/>
                      <a:pt x="356140" y="150019"/>
                      <a:pt x="603218" y="7144"/>
                    </a:cubicBezTo>
                    <a:lnTo>
                      <a:pt x="875633" y="479012"/>
                    </a:lnTo>
                    <a:close/>
                  </a:path>
                </a:pathLst>
              </a:custGeom>
              <a:solidFill>
                <a:srgbClr val="0A1931"/>
              </a:solidFill>
              <a:ln w="9525" cap="flat">
                <a:noFill/>
                <a:prstDash val="solid"/>
                <a:miter/>
              </a:ln>
            </p:spPr>
            <p:txBody>
              <a:bodyPr rtlCol="0" anchor="ctr"/>
              <a:lstStyle/>
              <a:p>
                <a:endParaRPr lang="en-US"/>
              </a:p>
            </p:txBody>
          </p:sp>
          <p:sp>
            <p:nvSpPr>
              <p:cNvPr id="56" name="Freeform: Shape 16">
                <a:extLst>
                  <a:ext uri="{FF2B5EF4-FFF2-40B4-BE49-F238E27FC236}">
                    <a16:creationId xmlns:a16="http://schemas.microsoft.com/office/drawing/2014/main" id="{E9C4F98D-E359-4D6F-810E-4A2D835AC844}"/>
                  </a:ext>
                </a:extLst>
              </p:cNvPr>
              <p:cNvSpPr/>
              <p:nvPr/>
            </p:nvSpPr>
            <p:spPr>
              <a:xfrm>
                <a:off x="5960364" y="2458974"/>
                <a:ext cx="819150" cy="695325"/>
              </a:xfrm>
              <a:custGeom>
                <a:avLst/>
                <a:gdLst>
                  <a:gd name="connsiteX0" fmla="*/ 821341 w 819150"/>
                  <a:gd name="connsiteY0" fmla="*/ 225076 h 695325"/>
                  <a:gd name="connsiteX1" fmla="*/ 548926 w 819150"/>
                  <a:gd name="connsiteY1" fmla="*/ 696944 h 695325"/>
                  <a:gd name="connsiteX2" fmla="*/ 7144 w 819150"/>
                  <a:gd name="connsiteY2" fmla="*/ 551974 h 695325"/>
                  <a:gd name="connsiteX3" fmla="*/ 7144 w 819150"/>
                  <a:gd name="connsiteY3" fmla="*/ 7144 h 695325"/>
                  <a:gd name="connsiteX4" fmla="*/ 821341 w 819150"/>
                  <a:gd name="connsiteY4" fmla="*/ 225076 h 6953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9150" h="695325">
                    <a:moveTo>
                      <a:pt x="821341" y="225076"/>
                    </a:moveTo>
                    <a:lnTo>
                      <a:pt x="548926" y="696944"/>
                    </a:lnTo>
                    <a:cubicBezTo>
                      <a:pt x="389572" y="604742"/>
                      <a:pt x="204501" y="551974"/>
                      <a:pt x="7144" y="551974"/>
                    </a:cubicBezTo>
                    <a:lnTo>
                      <a:pt x="7144" y="7144"/>
                    </a:lnTo>
                    <a:cubicBezTo>
                      <a:pt x="303752" y="7144"/>
                      <a:pt x="581787" y="86487"/>
                      <a:pt x="821341" y="225076"/>
                    </a:cubicBezTo>
                    <a:close/>
                  </a:path>
                </a:pathLst>
              </a:custGeom>
              <a:solidFill>
                <a:srgbClr val="FFC947"/>
              </a:solidFill>
              <a:ln w="9525" cap="flat">
                <a:noFill/>
                <a:prstDash val="solid"/>
                <a:miter/>
              </a:ln>
            </p:spPr>
            <p:txBody>
              <a:bodyPr rtlCol="0" anchor="ctr"/>
              <a:lstStyle/>
              <a:p>
                <a:endParaRPr lang="en-US"/>
              </a:p>
            </p:txBody>
          </p:sp>
          <p:sp>
            <p:nvSpPr>
              <p:cNvPr id="57" name="Freeform: Shape 17">
                <a:extLst>
                  <a:ext uri="{FF2B5EF4-FFF2-40B4-BE49-F238E27FC236}">
                    <a16:creationId xmlns:a16="http://schemas.microsoft.com/office/drawing/2014/main" id="{F76A82CC-FCAE-4E81-9509-92B7B1344CF3}"/>
                  </a:ext>
                </a:extLst>
              </p:cNvPr>
              <p:cNvSpPr/>
              <p:nvPr/>
            </p:nvSpPr>
            <p:spPr>
              <a:xfrm>
                <a:off x="6752844" y="3127152"/>
                <a:ext cx="695325" cy="819150"/>
              </a:xfrm>
              <a:custGeom>
                <a:avLst/>
                <a:gdLst>
                  <a:gd name="connsiteX0" fmla="*/ 696944 w 695325"/>
                  <a:gd name="connsiteY0" fmla="*/ 821341 h 819150"/>
                  <a:gd name="connsiteX1" fmla="*/ 152114 w 695325"/>
                  <a:gd name="connsiteY1" fmla="*/ 821341 h 819150"/>
                  <a:gd name="connsiteX2" fmla="*/ 7144 w 695325"/>
                  <a:gd name="connsiteY2" fmla="*/ 279559 h 819150"/>
                  <a:gd name="connsiteX3" fmla="*/ 479012 w 695325"/>
                  <a:gd name="connsiteY3" fmla="*/ 7144 h 819150"/>
                  <a:gd name="connsiteX4" fmla="*/ 696944 w 695325"/>
                  <a:gd name="connsiteY4" fmla="*/ 821341 h 819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5325" h="819150">
                    <a:moveTo>
                      <a:pt x="696944" y="821341"/>
                    </a:moveTo>
                    <a:lnTo>
                      <a:pt x="152114" y="821341"/>
                    </a:lnTo>
                    <a:cubicBezTo>
                      <a:pt x="152114" y="623983"/>
                      <a:pt x="99346" y="438912"/>
                      <a:pt x="7144" y="279559"/>
                    </a:cubicBezTo>
                    <a:lnTo>
                      <a:pt x="479012" y="7144"/>
                    </a:lnTo>
                    <a:cubicBezTo>
                      <a:pt x="617696" y="246602"/>
                      <a:pt x="696944" y="524732"/>
                      <a:pt x="696944" y="821341"/>
                    </a:cubicBezTo>
                    <a:close/>
                  </a:path>
                </a:pathLst>
              </a:custGeom>
              <a:solidFill>
                <a:srgbClr val="185ADB"/>
              </a:solidFill>
              <a:ln w="9525" cap="flat">
                <a:noFill/>
                <a:prstDash val="solid"/>
                <a:miter/>
              </a:ln>
            </p:spPr>
            <p:txBody>
              <a:bodyPr rtlCol="0" anchor="ctr"/>
              <a:lstStyle/>
              <a:p>
                <a:endParaRPr lang="en-US"/>
              </a:p>
            </p:txBody>
          </p:sp>
          <p:sp>
            <p:nvSpPr>
              <p:cNvPr id="58" name="Freeform: Shape 21">
                <a:extLst>
                  <a:ext uri="{FF2B5EF4-FFF2-40B4-BE49-F238E27FC236}">
                    <a16:creationId xmlns:a16="http://schemas.microsoft.com/office/drawing/2014/main" id="{CB2D695F-2723-40B8-98AD-6E79B851BCF9}"/>
                  </a:ext>
                </a:extLst>
              </p:cNvPr>
              <p:cNvSpPr/>
              <p:nvPr/>
            </p:nvSpPr>
            <p:spPr>
              <a:xfrm>
                <a:off x="6416611" y="4286440"/>
                <a:ext cx="876300" cy="876300"/>
              </a:xfrm>
              <a:custGeom>
                <a:avLst/>
                <a:gdLst>
                  <a:gd name="connsiteX0" fmla="*/ 7144 w 876300"/>
                  <a:gd name="connsiteY0" fmla="*/ 403765 h 876300"/>
                  <a:gd name="connsiteX1" fmla="*/ 403765 w 876300"/>
                  <a:gd name="connsiteY1" fmla="*/ 7144 h 876300"/>
                  <a:gd name="connsiteX2" fmla="*/ 875634 w 876300"/>
                  <a:gd name="connsiteY2" fmla="*/ 279559 h 876300"/>
                  <a:gd name="connsiteX3" fmla="*/ 279559 w 876300"/>
                  <a:gd name="connsiteY3" fmla="*/ 875634 h 876300"/>
                  <a:gd name="connsiteX4" fmla="*/ 7144 w 876300"/>
                  <a:gd name="connsiteY4" fmla="*/ 403765 h 876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6300" h="876300">
                    <a:moveTo>
                      <a:pt x="7144" y="403765"/>
                    </a:moveTo>
                    <a:cubicBezTo>
                      <a:pt x="171545" y="308705"/>
                      <a:pt x="308610" y="171545"/>
                      <a:pt x="403765" y="7144"/>
                    </a:cubicBezTo>
                    <a:lnTo>
                      <a:pt x="875634" y="279559"/>
                    </a:lnTo>
                    <a:cubicBezTo>
                      <a:pt x="732663" y="526637"/>
                      <a:pt x="526638" y="732759"/>
                      <a:pt x="279559" y="875634"/>
                    </a:cubicBezTo>
                    <a:lnTo>
                      <a:pt x="7144" y="403765"/>
                    </a:lnTo>
                    <a:close/>
                  </a:path>
                </a:pathLst>
              </a:custGeom>
              <a:solidFill>
                <a:srgbClr val="0A1931"/>
              </a:solidFill>
              <a:ln w="9525" cap="flat">
                <a:noFill/>
                <a:prstDash val="solid"/>
                <a:miter/>
              </a:ln>
            </p:spPr>
            <p:txBody>
              <a:bodyPr rtlCol="0" anchor="ctr"/>
              <a:lstStyle/>
              <a:p>
                <a:endParaRPr lang="en-US"/>
              </a:p>
            </p:txBody>
          </p:sp>
          <p:sp>
            <p:nvSpPr>
              <p:cNvPr id="59" name="Freeform: Shape 22">
                <a:extLst>
                  <a:ext uri="{FF2B5EF4-FFF2-40B4-BE49-F238E27FC236}">
                    <a16:creationId xmlns:a16="http://schemas.microsoft.com/office/drawing/2014/main" id="{3A932812-2DDD-447B-A501-40D53336EE86}"/>
                  </a:ext>
                </a:extLst>
              </p:cNvPr>
              <p:cNvSpPr/>
              <p:nvPr/>
            </p:nvSpPr>
            <p:spPr>
              <a:xfrm>
                <a:off x="5291327" y="4631912"/>
                <a:ext cx="819150" cy="695325"/>
              </a:xfrm>
              <a:custGeom>
                <a:avLst/>
                <a:gdLst>
                  <a:gd name="connsiteX0" fmla="*/ 7144 w 819150"/>
                  <a:gd name="connsiteY0" fmla="*/ 479012 h 695325"/>
                  <a:gd name="connsiteX1" fmla="*/ 279559 w 819150"/>
                  <a:gd name="connsiteY1" fmla="*/ 7144 h 695325"/>
                  <a:gd name="connsiteX2" fmla="*/ 821341 w 819150"/>
                  <a:gd name="connsiteY2" fmla="*/ 152114 h 695325"/>
                  <a:gd name="connsiteX3" fmla="*/ 821341 w 819150"/>
                  <a:gd name="connsiteY3" fmla="*/ 696944 h 695325"/>
                  <a:gd name="connsiteX4" fmla="*/ 7144 w 819150"/>
                  <a:gd name="connsiteY4" fmla="*/ 479012 h 6953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9150" h="695325">
                    <a:moveTo>
                      <a:pt x="7144" y="479012"/>
                    </a:moveTo>
                    <a:lnTo>
                      <a:pt x="279559" y="7144"/>
                    </a:lnTo>
                    <a:cubicBezTo>
                      <a:pt x="438912" y="99346"/>
                      <a:pt x="623983" y="152114"/>
                      <a:pt x="821341" y="152114"/>
                    </a:cubicBezTo>
                    <a:lnTo>
                      <a:pt x="821341" y="696944"/>
                    </a:lnTo>
                    <a:cubicBezTo>
                      <a:pt x="524732" y="696944"/>
                      <a:pt x="246697" y="617601"/>
                      <a:pt x="7144" y="479012"/>
                    </a:cubicBezTo>
                    <a:close/>
                  </a:path>
                </a:pathLst>
              </a:custGeom>
              <a:solidFill>
                <a:srgbClr val="FFC947"/>
              </a:solidFill>
              <a:ln w="9525" cap="flat">
                <a:noFill/>
                <a:prstDash val="solid"/>
                <a:miter/>
              </a:ln>
            </p:spPr>
            <p:txBody>
              <a:bodyPr rtlCol="0" anchor="ctr"/>
              <a:lstStyle/>
              <a:p>
                <a:endParaRPr lang="en-US"/>
              </a:p>
            </p:txBody>
          </p:sp>
          <p:sp>
            <p:nvSpPr>
              <p:cNvPr id="60" name="Freeform: Shape 23">
                <a:extLst>
                  <a:ext uri="{FF2B5EF4-FFF2-40B4-BE49-F238E27FC236}">
                    <a16:creationId xmlns:a16="http://schemas.microsoft.com/office/drawing/2014/main" id="{5442EC63-8D04-4E10-B274-E6622FC9929E}"/>
                  </a:ext>
                </a:extLst>
              </p:cNvPr>
              <p:cNvSpPr/>
              <p:nvPr/>
            </p:nvSpPr>
            <p:spPr>
              <a:xfrm>
                <a:off x="4623149" y="3839432"/>
                <a:ext cx="695325" cy="819150"/>
              </a:xfrm>
              <a:custGeom>
                <a:avLst/>
                <a:gdLst>
                  <a:gd name="connsiteX0" fmla="*/ 7144 w 695325"/>
                  <a:gd name="connsiteY0" fmla="*/ 7144 h 819150"/>
                  <a:gd name="connsiteX1" fmla="*/ 551974 w 695325"/>
                  <a:gd name="connsiteY1" fmla="*/ 7144 h 819150"/>
                  <a:gd name="connsiteX2" fmla="*/ 696944 w 695325"/>
                  <a:gd name="connsiteY2" fmla="*/ 548926 h 819150"/>
                  <a:gd name="connsiteX3" fmla="*/ 225076 w 695325"/>
                  <a:gd name="connsiteY3" fmla="*/ 821341 h 819150"/>
                  <a:gd name="connsiteX4" fmla="*/ 7144 w 695325"/>
                  <a:gd name="connsiteY4" fmla="*/ 7144 h 819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5325" h="819150">
                    <a:moveTo>
                      <a:pt x="7144" y="7144"/>
                    </a:moveTo>
                    <a:lnTo>
                      <a:pt x="551974" y="7144"/>
                    </a:lnTo>
                    <a:cubicBezTo>
                      <a:pt x="551974" y="204502"/>
                      <a:pt x="604742" y="389572"/>
                      <a:pt x="696944" y="548926"/>
                    </a:cubicBezTo>
                    <a:lnTo>
                      <a:pt x="225076" y="821341"/>
                    </a:lnTo>
                    <a:cubicBezTo>
                      <a:pt x="86487" y="581787"/>
                      <a:pt x="7144" y="303752"/>
                      <a:pt x="7144" y="7144"/>
                    </a:cubicBezTo>
                    <a:close/>
                  </a:path>
                </a:pathLst>
              </a:custGeom>
              <a:solidFill>
                <a:srgbClr val="185ADB"/>
              </a:solidFill>
              <a:ln w="9525" cap="flat">
                <a:noFill/>
                <a:prstDash val="solid"/>
                <a:miter/>
              </a:ln>
            </p:spPr>
            <p:txBody>
              <a:bodyPr rtlCol="0" anchor="ctr"/>
              <a:lstStyle/>
              <a:p>
                <a:endParaRPr lang="en-US"/>
              </a:p>
            </p:txBody>
          </p:sp>
        </p:grpSp>
      </p:grpSp>
      <p:grpSp>
        <p:nvGrpSpPr>
          <p:cNvPr id="73" name="Group 36">
            <a:extLst>
              <a:ext uri="{FF2B5EF4-FFF2-40B4-BE49-F238E27FC236}">
                <a16:creationId xmlns:a16="http://schemas.microsoft.com/office/drawing/2014/main" id="{8CEE64E1-D78E-48D4-9696-B0D4C86C903F}"/>
              </a:ext>
            </a:extLst>
          </p:cNvPr>
          <p:cNvGrpSpPr/>
          <p:nvPr/>
        </p:nvGrpSpPr>
        <p:grpSpPr>
          <a:xfrm>
            <a:off x="106454" y="4570824"/>
            <a:ext cx="4550832" cy="1603578"/>
            <a:chOff x="5502358" y="2209588"/>
            <a:chExt cx="3021060" cy="2501716"/>
          </a:xfrm>
        </p:grpSpPr>
        <p:sp>
          <p:nvSpPr>
            <p:cNvPr id="74" name="Rectangle 73">
              <a:extLst>
                <a:ext uri="{FF2B5EF4-FFF2-40B4-BE49-F238E27FC236}">
                  <a16:creationId xmlns:a16="http://schemas.microsoft.com/office/drawing/2014/main" id="{6F001B15-E491-4990-A272-59331F94EBCF}"/>
                </a:ext>
              </a:extLst>
            </p:cNvPr>
            <p:cNvSpPr/>
            <p:nvPr/>
          </p:nvSpPr>
          <p:spPr>
            <a:xfrm>
              <a:off x="5502358" y="3270832"/>
              <a:ext cx="3021060" cy="1440472"/>
            </a:xfrm>
            <a:prstGeom prst="rect">
              <a:avLst/>
            </a:prstGeom>
          </p:spPr>
          <p:txBody>
            <a:bodyPr wrap="square">
              <a:spAutoFit/>
            </a:bodyPr>
            <a:lstStyle/>
            <a:p>
              <a:r>
                <a:rPr lang="fr-CM" dirty="0"/>
                <a:t>La difficulté à maîtriser les systèmes de déploiement de réseaux et leurs configurations.</a:t>
              </a:r>
              <a:endParaRPr lang="en-US" sz="1400" dirty="0">
                <a:solidFill>
                  <a:schemeClr val="accent1"/>
                </a:solidFill>
              </a:endParaRPr>
            </a:p>
          </p:txBody>
        </p:sp>
        <p:sp>
          <p:nvSpPr>
            <p:cNvPr id="75" name="TextBox 34">
              <a:extLst>
                <a:ext uri="{FF2B5EF4-FFF2-40B4-BE49-F238E27FC236}">
                  <a16:creationId xmlns:a16="http://schemas.microsoft.com/office/drawing/2014/main" id="{841B13FA-9737-4362-866C-6734AE4C2953}"/>
                </a:ext>
              </a:extLst>
            </p:cNvPr>
            <p:cNvSpPr txBox="1"/>
            <p:nvPr/>
          </p:nvSpPr>
          <p:spPr>
            <a:xfrm>
              <a:off x="5714478" y="2209588"/>
              <a:ext cx="2666904" cy="1008331"/>
            </a:xfrm>
            <a:prstGeom prst="rect">
              <a:avLst/>
            </a:prstGeom>
            <a:noFill/>
          </p:spPr>
          <p:txBody>
            <a:bodyPr wrap="square" rtlCol="0">
              <a:spAutoFit/>
            </a:bodyPr>
            <a:lstStyle/>
            <a:p>
              <a:pPr marL="342900" indent="-342900">
                <a:buFont typeface="Arial" panose="020B0604020202020204" pitchFamily="34" charset="0"/>
                <a:buChar char="•"/>
              </a:pPr>
              <a:r>
                <a:rPr lang="fr-CM" dirty="0"/>
                <a:t>Courbe d'apprentissage abrupte pour les débutants.</a:t>
              </a:r>
              <a:endParaRPr lang="en-US" sz="2000" b="1" dirty="0">
                <a:solidFill>
                  <a:schemeClr val="accent2"/>
                </a:solidFill>
              </a:endParaRPr>
            </a:p>
          </p:txBody>
        </p:sp>
      </p:grpSp>
      <p:grpSp>
        <p:nvGrpSpPr>
          <p:cNvPr id="79" name="Group 31">
            <a:extLst>
              <a:ext uri="{FF2B5EF4-FFF2-40B4-BE49-F238E27FC236}">
                <a16:creationId xmlns:a16="http://schemas.microsoft.com/office/drawing/2014/main" id="{EA6B0260-0D25-41AE-89D3-FDE87F7C264F}"/>
              </a:ext>
            </a:extLst>
          </p:cNvPr>
          <p:cNvGrpSpPr/>
          <p:nvPr/>
        </p:nvGrpSpPr>
        <p:grpSpPr>
          <a:xfrm>
            <a:off x="7353652" y="1418070"/>
            <a:ext cx="4328557" cy="1308532"/>
            <a:chOff x="141740" y="4797724"/>
            <a:chExt cx="4326179" cy="1270830"/>
          </a:xfrm>
        </p:grpSpPr>
        <p:sp>
          <p:nvSpPr>
            <p:cNvPr id="80" name="Rectangle 79">
              <a:extLst>
                <a:ext uri="{FF2B5EF4-FFF2-40B4-BE49-F238E27FC236}">
                  <a16:creationId xmlns:a16="http://schemas.microsoft.com/office/drawing/2014/main" id="{85D4D983-9AEE-4EAA-8BAF-D79D4E128A87}"/>
                </a:ext>
              </a:extLst>
            </p:cNvPr>
            <p:cNvSpPr/>
            <p:nvPr/>
          </p:nvSpPr>
          <p:spPr>
            <a:xfrm>
              <a:off x="400778" y="5171827"/>
              <a:ext cx="3021060" cy="896727"/>
            </a:xfrm>
            <a:prstGeom prst="rect">
              <a:avLst/>
            </a:prstGeom>
          </p:spPr>
          <p:txBody>
            <a:bodyPr wrap="square">
              <a:spAutoFit/>
            </a:bodyPr>
            <a:lstStyle/>
            <a:p>
              <a:r>
                <a:rPr lang="fr-CM" dirty="0"/>
                <a:t>Lors des configurations, le système ne détecte pas les erreurs en temps réel.</a:t>
              </a:r>
              <a:endParaRPr lang="en-US" sz="2000" dirty="0">
                <a:solidFill>
                  <a:schemeClr val="accent1"/>
                </a:solidFill>
              </a:endParaRPr>
            </a:p>
          </p:txBody>
        </p:sp>
        <p:sp>
          <p:nvSpPr>
            <p:cNvPr id="81" name="TextBox 44">
              <a:extLst>
                <a:ext uri="{FF2B5EF4-FFF2-40B4-BE49-F238E27FC236}">
                  <a16:creationId xmlns:a16="http://schemas.microsoft.com/office/drawing/2014/main" id="{2BDAD135-682E-41D5-94F7-48F4B3618F3C}"/>
                </a:ext>
              </a:extLst>
            </p:cNvPr>
            <p:cNvSpPr txBox="1"/>
            <p:nvPr/>
          </p:nvSpPr>
          <p:spPr>
            <a:xfrm>
              <a:off x="141740" y="4797724"/>
              <a:ext cx="4326179" cy="358691"/>
            </a:xfrm>
            <a:prstGeom prst="rect">
              <a:avLst/>
            </a:prstGeom>
            <a:noFill/>
          </p:spPr>
          <p:txBody>
            <a:bodyPr wrap="none" rtlCol="0">
              <a:spAutoFit/>
            </a:bodyPr>
            <a:lstStyle/>
            <a:p>
              <a:pPr marL="285750" indent="-285750" algn="r">
                <a:buFont typeface="Arial" panose="020B0604020202020204" pitchFamily="34" charset="0"/>
                <a:buChar char="•"/>
              </a:pPr>
              <a:r>
                <a:rPr lang="fr-CM" dirty="0"/>
                <a:t>Pas de détection d'erreurs en temps réel.</a:t>
              </a:r>
              <a:endParaRPr lang="en-US" sz="2400" b="1" dirty="0">
                <a:solidFill>
                  <a:schemeClr val="accent3"/>
                </a:solidFill>
              </a:endParaRPr>
            </a:p>
          </p:txBody>
        </p:sp>
      </p:grpSp>
      <p:grpSp>
        <p:nvGrpSpPr>
          <p:cNvPr id="82" name="Group 2">
            <a:extLst>
              <a:ext uri="{FF2B5EF4-FFF2-40B4-BE49-F238E27FC236}">
                <a16:creationId xmlns:a16="http://schemas.microsoft.com/office/drawing/2014/main" id="{837E05F8-5A7F-4953-9A5D-C64E1D5B7780}"/>
              </a:ext>
            </a:extLst>
          </p:cNvPr>
          <p:cNvGrpSpPr/>
          <p:nvPr/>
        </p:nvGrpSpPr>
        <p:grpSpPr>
          <a:xfrm>
            <a:off x="-87010" y="864748"/>
            <a:ext cx="5688993" cy="1717080"/>
            <a:chOff x="18816" y="3013793"/>
            <a:chExt cx="5477946" cy="2743886"/>
          </a:xfrm>
        </p:grpSpPr>
        <p:sp>
          <p:nvSpPr>
            <p:cNvPr id="83" name="Rectangle 82">
              <a:extLst>
                <a:ext uri="{FF2B5EF4-FFF2-40B4-BE49-F238E27FC236}">
                  <a16:creationId xmlns:a16="http://schemas.microsoft.com/office/drawing/2014/main" id="{5E866539-4757-4E62-A34E-46EFCBD521CA}"/>
                </a:ext>
              </a:extLst>
            </p:cNvPr>
            <p:cNvSpPr/>
            <p:nvPr/>
          </p:nvSpPr>
          <p:spPr>
            <a:xfrm>
              <a:off x="507130" y="3839559"/>
              <a:ext cx="3021060" cy="1918120"/>
            </a:xfrm>
            <a:prstGeom prst="rect">
              <a:avLst/>
            </a:prstGeom>
          </p:spPr>
          <p:txBody>
            <a:bodyPr wrap="square">
              <a:spAutoFit/>
            </a:bodyPr>
            <a:lstStyle/>
            <a:p>
              <a:pPr algn="just"/>
              <a:r>
                <a:rPr lang="en-US" dirty="0"/>
                <a:t> </a:t>
              </a:r>
              <a:r>
                <a:rPr lang="fr-CM" dirty="0"/>
                <a:t>Le système ne génère pas automatique des configurations et n’accompagne pas l’étudiant dans sa configuration.</a:t>
              </a:r>
              <a:r>
                <a:rPr lang="fr-CM" sz="1600" dirty="0"/>
                <a:t>. </a:t>
              </a:r>
              <a:endParaRPr lang="en-US" sz="1200" dirty="0">
                <a:solidFill>
                  <a:schemeClr val="accent1"/>
                </a:solidFill>
              </a:endParaRPr>
            </a:p>
          </p:txBody>
        </p:sp>
        <p:sp>
          <p:nvSpPr>
            <p:cNvPr id="84" name="TextBox 47">
              <a:extLst>
                <a:ext uri="{FF2B5EF4-FFF2-40B4-BE49-F238E27FC236}">
                  <a16:creationId xmlns:a16="http://schemas.microsoft.com/office/drawing/2014/main" id="{B35A031D-1153-48D5-A15E-1B4092FAE9AF}"/>
                </a:ext>
              </a:extLst>
            </p:cNvPr>
            <p:cNvSpPr txBox="1"/>
            <p:nvPr/>
          </p:nvSpPr>
          <p:spPr>
            <a:xfrm>
              <a:off x="18816" y="3013793"/>
              <a:ext cx="5477946" cy="590191"/>
            </a:xfrm>
            <a:prstGeom prst="rect">
              <a:avLst/>
            </a:prstGeom>
            <a:noFill/>
          </p:spPr>
          <p:txBody>
            <a:bodyPr wrap="none" rtlCol="0">
              <a:spAutoFit/>
            </a:bodyPr>
            <a:lstStyle/>
            <a:p>
              <a:pPr marL="342900" indent="-342900" algn="r">
                <a:buFont typeface="Arial" panose="020B0604020202020204" pitchFamily="34" charset="0"/>
                <a:buChar char="•"/>
              </a:pPr>
              <a:r>
                <a:rPr lang="fr-CM" dirty="0"/>
                <a:t>Absence de génération automatique de configurations.</a:t>
              </a:r>
              <a:endParaRPr lang="en-US" sz="3200" b="1" dirty="0">
                <a:solidFill>
                  <a:schemeClr val="accent2"/>
                </a:solidFill>
              </a:endParaRPr>
            </a:p>
          </p:txBody>
        </p:sp>
      </p:grpSp>
      <p:grpSp>
        <p:nvGrpSpPr>
          <p:cNvPr id="86" name="Group 2">
            <a:extLst>
              <a:ext uri="{FF2B5EF4-FFF2-40B4-BE49-F238E27FC236}">
                <a16:creationId xmlns:a16="http://schemas.microsoft.com/office/drawing/2014/main" id="{837E05F8-5A7F-4953-9A5D-C64E1D5B7780}"/>
              </a:ext>
            </a:extLst>
          </p:cNvPr>
          <p:cNvGrpSpPr/>
          <p:nvPr/>
        </p:nvGrpSpPr>
        <p:grpSpPr>
          <a:xfrm>
            <a:off x="6845980" y="4642733"/>
            <a:ext cx="5122236" cy="1249746"/>
            <a:chOff x="7506649" y="2956788"/>
            <a:chExt cx="5187788" cy="544877"/>
          </a:xfrm>
        </p:grpSpPr>
        <p:sp>
          <p:nvSpPr>
            <p:cNvPr id="87" name="Rectangle 86">
              <a:extLst>
                <a:ext uri="{FF2B5EF4-FFF2-40B4-BE49-F238E27FC236}">
                  <a16:creationId xmlns:a16="http://schemas.microsoft.com/office/drawing/2014/main" id="{5E866539-4757-4E62-A34E-46EFCBD521CA}"/>
                </a:ext>
              </a:extLst>
            </p:cNvPr>
            <p:cNvSpPr/>
            <p:nvPr/>
          </p:nvSpPr>
          <p:spPr>
            <a:xfrm>
              <a:off x="7819805" y="3219871"/>
              <a:ext cx="4329588" cy="281794"/>
            </a:xfrm>
            <a:prstGeom prst="rect">
              <a:avLst/>
            </a:prstGeom>
          </p:spPr>
          <p:txBody>
            <a:bodyPr wrap="square">
              <a:spAutoFit/>
            </a:bodyPr>
            <a:lstStyle/>
            <a:p>
              <a:pPr algn="ctr"/>
              <a:r>
                <a:rPr lang="fr-CM" dirty="0"/>
                <a:t>Absence d’espace d’apprentissage pour étudiant dans des sujets clés.</a:t>
              </a:r>
              <a:endParaRPr lang="en-US" sz="2400" dirty="0">
                <a:solidFill>
                  <a:schemeClr val="accent1"/>
                </a:solidFill>
              </a:endParaRPr>
            </a:p>
          </p:txBody>
        </p:sp>
        <p:sp>
          <p:nvSpPr>
            <p:cNvPr id="88" name="TextBox 47">
              <a:extLst>
                <a:ext uri="{FF2B5EF4-FFF2-40B4-BE49-F238E27FC236}">
                  <a16:creationId xmlns:a16="http://schemas.microsoft.com/office/drawing/2014/main" id="{B35A031D-1153-48D5-A15E-1B4092FAE9AF}"/>
                </a:ext>
              </a:extLst>
            </p:cNvPr>
            <p:cNvSpPr txBox="1"/>
            <p:nvPr/>
          </p:nvSpPr>
          <p:spPr>
            <a:xfrm>
              <a:off x="7506649" y="2956788"/>
              <a:ext cx="5187788" cy="148194"/>
            </a:xfrm>
            <a:prstGeom prst="rect">
              <a:avLst/>
            </a:prstGeom>
            <a:noFill/>
          </p:spPr>
          <p:txBody>
            <a:bodyPr wrap="none" rtlCol="0">
              <a:spAutoFit/>
            </a:bodyPr>
            <a:lstStyle/>
            <a:p>
              <a:pPr marL="342900" marR="14605" lvl="0" indent="-342900" algn="just">
                <a:lnSpc>
                  <a:spcPct val="108000"/>
                </a:lnSpc>
                <a:spcBef>
                  <a:spcPts val="600"/>
                </a:spcBef>
                <a:spcAft>
                  <a:spcPts val="0"/>
                </a:spcAft>
                <a:buFont typeface="Symbol" panose="05050102010706020507" pitchFamily="18" charset="2"/>
                <a:buChar char=""/>
              </a:pPr>
              <a:r>
                <a:rPr lang="fr-FR" sz="1600" b="1"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Absence du suivi dans la configuration des réseaux.</a:t>
              </a:r>
            </a:p>
          </p:txBody>
        </p:sp>
      </p:grpSp>
    </p:spTree>
    <p:extLst>
      <p:ext uri="{BB962C8B-B14F-4D97-AF65-F5344CB8AC3E}">
        <p14:creationId xmlns:p14="http://schemas.microsoft.com/office/powerpoint/2010/main" val="875191317"/>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6"/>
                                        </p:tgtEl>
                                        <p:attrNameLst>
                                          <p:attrName>style.visibility</p:attrName>
                                        </p:attrNameLst>
                                      </p:cBhvr>
                                      <p:to>
                                        <p:strVal val="visible"/>
                                      </p:to>
                                    </p:set>
                                    <p:anim calcmode="lin" valueType="num">
                                      <p:cBhvr>
                                        <p:cTn id="7" dur="500" fill="hold"/>
                                        <p:tgtEl>
                                          <p:spTgt spid="46"/>
                                        </p:tgtEl>
                                        <p:attrNameLst>
                                          <p:attrName>ppt_w</p:attrName>
                                        </p:attrNameLst>
                                      </p:cBhvr>
                                      <p:tavLst>
                                        <p:tav tm="0">
                                          <p:val>
                                            <p:fltVal val="0"/>
                                          </p:val>
                                        </p:tav>
                                        <p:tav tm="100000">
                                          <p:val>
                                            <p:strVal val="#ppt_w"/>
                                          </p:val>
                                        </p:tav>
                                      </p:tavLst>
                                    </p:anim>
                                    <p:anim calcmode="lin" valueType="num">
                                      <p:cBhvr>
                                        <p:cTn id="8" dur="500" fill="hold"/>
                                        <p:tgtEl>
                                          <p:spTgt spid="46"/>
                                        </p:tgtEl>
                                        <p:attrNameLst>
                                          <p:attrName>ppt_h</p:attrName>
                                        </p:attrNameLst>
                                      </p:cBhvr>
                                      <p:tavLst>
                                        <p:tav tm="0">
                                          <p:val>
                                            <p:fltVal val="0"/>
                                          </p:val>
                                        </p:tav>
                                        <p:tav tm="100000">
                                          <p:val>
                                            <p:strVal val="#ppt_h"/>
                                          </p:val>
                                        </p:tav>
                                      </p:tavLst>
                                    </p:anim>
                                    <p:animEffect transition="in" filter="fade">
                                      <p:cBhvr>
                                        <p:cTn id="9" dur="500"/>
                                        <p:tgtEl>
                                          <p:spTgt spid="46"/>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0"/>
                                        </p:tgtEl>
                                        <p:attrNameLst>
                                          <p:attrName>style.visibility</p:attrName>
                                        </p:attrNameLst>
                                      </p:cBhvr>
                                      <p:to>
                                        <p:strVal val="visible"/>
                                      </p:to>
                                    </p:set>
                                    <p:anim calcmode="lin" valueType="num">
                                      <p:cBhvr>
                                        <p:cTn id="12" dur="500" fill="hold"/>
                                        <p:tgtEl>
                                          <p:spTgt spid="50"/>
                                        </p:tgtEl>
                                        <p:attrNameLst>
                                          <p:attrName>ppt_w</p:attrName>
                                        </p:attrNameLst>
                                      </p:cBhvr>
                                      <p:tavLst>
                                        <p:tav tm="0">
                                          <p:val>
                                            <p:fltVal val="0"/>
                                          </p:val>
                                        </p:tav>
                                        <p:tav tm="100000">
                                          <p:val>
                                            <p:strVal val="#ppt_w"/>
                                          </p:val>
                                        </p:tav>
                                      </p:tavLst>
                                    </p:anim>
                                    <p:anim calcmode="lin" valueType="num">
                                      <p:cBhvr>
                                        <p:cTn id="13" dur="500" fill="hold"/>
                                        <p:tgtEl>
                                          <p:spTgt spid="50"/>
                                        </p:tgtEl>
                                        <p:attrNameLst>
                                          <p:attrName>ppt_h</p:attrName>
                                        </p:attrNameLst>
                                      </p:cBhvr>
                                      <p:tavLst>
                                        <p:tav tm="0">
                                          <p:val>
                                            <p:fltVal val="0"/>
                                          </p:val>
                                        </p:tav>
                                        <p:tav tm="100000">
                                          <p:val>
                                            <p:strVal val="#ppt_h"/>
                                          </p:val>
                                        </p:tav>
                                      </p:tavLst>
                                    </p:anim>
                                    <p:animEffect transition="in" filter="fade">
                                      <p:cBhvr>
                                        <p:cTn id="14" dur="500"/>
                                        <p:tgtEl>
                                          <p:spTgt spid="50"/>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51"/>
                                        </p:tgtEl>
                                        <p:attrNameLst>
                                          <p:attrName>style.visibility</p:attrName>
                                        </p:attrNameLst>
                                      </p:cBhvr>
                                      <p:to>
                                        <p:strVal val="visible"/>
                                      </p:to>
                                    </p:set>
                                    <p:anim calcmode="lin" valueType="num">
                                      <p:cBhvr>
                                        <p:cTn id="17" dur="500" fill="hold"/>
                                        <p:tgtEl>
                                          <p:spTgt spid="51"/>
                                        </p:tgtEl>
                                        <p:attrNameLst>
                                          <p:attrName>ppt_w</p:attrName>
                                        </p:attrNameLst>
                                      </p:cBhvr>
                                      <p:tavLst>
                                        <p:tav tm="0">
                                          <p:val>
                                            <p:fltVal val="0"/>
                                          </p:val>
                                        </p:tav>
                                        <p:tav tm="100000">
                                          <p:val>
                                            <p:strVal val="#ppt_w"/>
                                          </p:val>
                                        </p:tav>
                                      </p:tavLst>
                                    </p:anim>
                                    <p:anim calcmode="lin" valueType="num">
                                      <p:cBhvr>
                                        <p:cTn id="18" dur="500" fill="hold"/>
                                        <p:tgtEl>
                                          <p:spTgt spid="51"/>
                                        </p:tgtEl>
                                        <p:attrNameLst>
                                          <p:attrName>ppt_h</p:attrName>
                                        </p:attrNameLst>
                                      </p:cBhvr>
                                      <p:tavLst>
                                        <p:tav tm="0">
                                          <p:val>
                                            <p:fltVal val="0"/>
                                          </p:val>
                                        </p:tav>
                                        <p:tav tm="100000">
                                          <p:val>
                                            <p:strVal val="#ppt_h"/>
                                          </p:val>
                                        </p:tav>
                                      </p:tavLst>
                                    </p:anim>
                                    <p:animEffect transition="in" filter="fade">
                                      <p:cBhvr>
                                        <p:cTn id="19" dur="500"/>
                                        <p:tgtEl>
                                          <p:spTgt spid="51"/>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48"/>
                                        </p:tgtEl>
                                        <p:attrNameLst>
                                          <p:attrName>style.visibility</p:attrName>
                                        </p:attrNameLst>
                                      </p:cBhvr>
                                      <p:to>
                                        <p:strVal val="visible"/>
                                      </p:to>
                                    </p:set>
                                    <p:anim calcmode="lin" valueType="num">
                                      <p:cBhvr>
                                        <p:cTn id="22" dur="500" fill="hold"/>
                                        <p:tgtEl>
                                          <p:spTgt spid="48"/>
                                        </p:tgtEl>
                                        <p:attrNameLst>
                                          <p:attrName>ppt_w</p:attrName>
                                        </p:attrNameLst>
                                      </p:cBhvr>
                                      <p:tavLst>
                                        <p:tav tm="0">
                                          <p:val>
                                            <p:fltVal val="0"/>
                                          </p:val>
                                        </p:tav>
                                        <p:tav tm="100000">
                                          <p:val>
                                            <p:strVal val="#ppt_w"/>
                                          </p:val>
                                        </p:tav>
                                      </p:tavLst>
                                    </p:anim>
                                    <p:anim calcmode="lin" valueType="num">
                                      <p:cBhvr>
                                        <p:cTn id="23" dur="500" fill="hold"/>
                                        <p:tgtEl>
                                          <p:spTgt spid="48"/>
                                        </p:tgtEl>
                                        <p:attrNameLst>
                                          <p:attrName>ppt_h</p:attrName>
                                        </p:attrNameLst>
                                      </p:cBhvr>
                                      <p:tavLst>
                                        <p:tav tm="0">
                                          <p:val>
                                            <p:fltVal val="0"/>
                                          </p:val>
                                        </p:tav>
                                        <p:tav tm="100000">
                                          <p:val>
                                            <p:strVal val="#ppt_h"/>
                                          </p:val>
                                        </p:tav>
                                      </p:tavLst>
                                    </p:anim>
                                    <p:animEffect transition="in" filter="fade">
                                      <p:cBhvr>
                                        <p:cTn id="24" dur="500"/>
                                        <p:tgtEl>
                                          <p:spTgt spid="48"/>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49"/>
                                        </p:tgtEl>
                                        <p:attrNameLst>
                                          <p:attrName>style.visibility</p:attrName>
                                        </p:attrNameLst>
                                      </p:cBhvr>
                                      <p:to>
                                        <p:strVal val="visible"/>
                                      </p:to>
                                    </p:set>
                                    <p:anim calcmode="lin" valueType="num">
                                      <p:cBhvr>
                                        <p:cTn id="27" dur="500" fill="hold"/>
                                        <p:tgtEl>
                                          <p:spTgt spid="49"/>
                                        </p:tgtEl>
                                        <p:attrNameLst>
                                          <p:attrName>ppt_w</p:attrName>
                                        </p:attrNameLst>
                                      </p:cBhvr>
                                      <p:tavLst>
                                        <p:tav tm="0">
                                          <p:val>
                                            <p:fltVal val="0"/>
                                          </p:val>
                                        </p:tav>
                                        <p:tav tm="100000">
                                          <p:val>
                                            <p:strVal val="#ppt_w"/>
                                          </p:val>
                                        </p:tav>
                                      </p:tavLst>
                                    </p:anim>
                                    <p:anim calcmode="lin" valueType="num">
                                      <p:cBhvr>
                                        <p:cTn id="28" dur="500" fill="hold"/>
                                        <p:tgtEl>
                                          <p:spTgt spid="49"/>
                                        </p:tgtEl>
                                        <p:attrNameLst>
                                          <p:attrName>ppt_h</p:attrName>
                                        </p:attrNameLst>
                                      </p:cBhvr>
                                      <p:tavLst>
                                        <p:tav tm="0">
                                          <p:val>
                                            <p:fltVal val="0"/>
                                          </p:val>
                                        </p:tav>
                                        <p:tav tm="100000">
                                          <p:val>
                                            <p:strVal val="#ppt_h"/>
                                          </p:val>
                                        </p:tav>
                                      </p:tavLst>
                                    </p:anim>
                                    <p:animEffect transition="in" filter="fade">
                                      <p:cBhvr>
                                        <p:cTn id="29" dur="500"/>
                                        <p:tgtEl>
                                          <p:spTgt spid="49"/>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47"/>
                                        </p:tgtEl>
                                        <p:attrNameLst>
                                          <p:attrName>style.visibility</p:attrName>
                                        </p:attrNameLst>
                                      </p:cBhvr>
                                      <p:to>
                                        <p:strVal val="visible"/>
                                      </p:to>
                                    </p:set>
                                    <p:anim calcmode="lin" valueType="num">
                                      <p:cBhvr>
                                        <p:cTn id="32" dur="500" fill="hold"/>
                                        <p:tgtEl>
                                          <p:spTgt spid="47"/>
                                        </p:tgtEl>
                                        <p:attrNameLst>
                                          <p:attrName>ppt_w</p:attrName>
                                        </p:attrNameLst>
                                      </p:cBhvr>
                                      <p:tavLst>
                                        <p:tav tm="0">
                                          <p:val>
                                            <p:fltVal val="0"/>
                                          </p:val>
                                        </p:tav>
                                        <p:tav tm="100000">
                                          <p:val>
                                            <p:strVal val="#ppt_w"/>
                                          </p:val>
                                        </p:tav>
                                      </p:tavLst>
                                    </p:anim>
                                    <p:anim calcmode="lin" valueType="num">
                                      <p:cBhvr>
                                        <p:cTn id="33" dur="500" fill="hold"/>
                                        <p:tgtEl>
                                          <p:spTgt spid="47"/>
                                        </p:tgtEl>
                                        <p:attrNameLst>
                                          <p:attrName>ppt_h</p:attrName>
                                        </p:attrNameLst>
                                      </p:cBhvr>
                                      <p:tavLst>
                                        <p:tav tm="0">
                                          <p:val>
                                            <p:fltVal val="0"/>
                                          </p:val>
                                        </p:tav>
                                        <p:tav tm="100000">
                                          <p:val>
                                            <p:strVal val="#ppt_h"/>
                                          </p:val>
                                        </p:tav>
                                      </p:tavLst>
                                    </p:anim>
                                    <p:animEffect transition="in" filter="fade">
                                      <p:cBhvr>
                                        <p:cTn id="34" dur="500"/>
                                        <p:tgtEl>
                                          <p:spTgt spid="47"/>
                                        </p:tgtEl>
                                      </p:cBhvr>
                                    </p:animEffect>
                                  </p:childTnLst>
                                </p:cTn>
                              </p:par>
                            </p:childTnLst>
                          </p:cTn>
                        </p:par>
                        <p:par>
                          <p:cTn id="35" fill="hold">
                            <p:stCondLst>
                              <p:cond delay="500"/>
                            </p:stCondLst>
                            <p:childTnLst>
                              <p:par>
                                <p:cTn id="36" presetID="10" presetClass="entr" presetSubtype="0" fill="hold" nodeType="afterEffect">
                                  <p:stCondLst>
                                    <p:cond delay="0"/>
                                  </p:stCondLst>
                                  <p:childTnLst>
                                    <p:set>
                                      <p:cBhvr>
                                        <p:cTn id="37" dur="1" fill="hold">
                                          <p:stCondLst>
                                            <p:cond delay="0"/>
                                          </p:stCondLst>
                                        </p:cTn>
                                        <p:tgtEl>
                                          <p:spTgt spid="52"/>
                                        </p:tgtEl>
                                        <p:attrNameLst>
                                          <p:attrName>style.visibility</p:attrName>
                                        </p:attrNameLst>
                                      </p:cBhvr>
                                      <p:to>
                                        <p:strVal val="visible"/>
                                      </p:to>
                                    </p:set>
                                    <p:animEffect transition="in" filter="fade">
                                      <p:cBhvr>
                                        <p:cTn id="38" dur="500"/>
                                        <p:tgtEl>
                                          <p:spTgt spid="5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82"/>
                                        </p:tgtEl>
                                        <p:attrNameLst>
                                          <p:attrName>style.visibility</p:attrName>
                                        </p:attrNameLst>
                                      </p:cBhvr>
                                      <p:to>
                                        <p:strVal val="visible"/>
                                      </p:to>
                                    </p:set>
                                    <p:animEffect transition="in" filter="fade">
                                      <p:cBhvr>
                                        <p:cTn id="43" dur="500"/>
                                        <p:tgtEl>
                                          <p:spTgt spid="82"/>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79"/>
                                        </p:tgtEl>
                                        <p:attrNameLst>
                                          <p:attrName>style.visibility</p:attrName>
                                        </p:attrNameLst>
                                      </p:cBhvr>
                                      <p:to>
                                        <p:strVal val="visible"/>
                                      </p:to>
                                    </p:set>
                                    <p:animEffect transition="in" filter="fade">
                                      <p:cBhvr>
                                        <p:cTn id="48" dur="500"/>
                                        <p:tgtEl>
                                          <p:spTgt spid="79"/>
                                        </p:tgtEl>
                                      </p:cBhvr>
                                    </p:animEffect>
                                  </p:childTnLst>
                                </p:cTn>
                              </p:par>
                            </p:childTnLst>
                          </p:cTn>
                        </p:par>
                      </p:childTnLst>
                    </p:cTn>
                  </p:par>
                  <p:par>
                    <p:cTn id="49" fill="hold">
                      <p:stCondLst>
                        <p:cond delay="indefinite"/>
                      </p:stCondLst>
                      <p:childTnLst>
                        <p:par>
                          <p:cTn id="50" fill="hold">
                            <p:stCondLst>
                              <p:cond delay="0"/>
                            </p:stCondLst>
                            <p:childTnLst>
                              <p:par>
                                <p:cTn id="51" presetID="8" presetClass="emph" presetSubtype="0" fill="hold" nodeType="clickEffect">
                                  <p:stCondLst>
                                    <p:cond delay="0"/>
                                  </p:stCondLst>
                                  <p:childTnLst>
                                    <p:animRot by="10800000">
                                      <p:cBhvr>
                                        <p:cTn id="52" dur="750" fill="hold"/>
                                        <p:tgtEl>
                                          <p:spTgt spid="52"/>
                                        </p:tgtEl>
                                        <p:attrNameLst>
                                          <p:attrName>r</p:attrName>
                                        </p:attrNameLst>
                                      </p:cBhvr>
                                    </p:animRo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73"/>
                                        </p:tgtEl>
                                        <p:attrNameLst>
                                          <p:attrName>style.visibility</p:attrName>
                                        </p:attrNameLst>
                                      </p:cBhvr>
                                      <p:to>
                                        <p:strVal val="visible"/>
                                      </p:to>
                                    </p:set>
                                    <p:animEffect transition="in" filter="fade">
                                      <p:cBhvr>
                                        <p:cTn id="57" dur="500"/>
                                        <p:tgtEl>
                                          <p:spTgt spid="7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86"/>
                                        </p:tgtEl>
                                        <p:attrNameLst>
                                          <p:attrName>style.visibility</p:attrName>
                                        </p:attrNameLst>
                                      </p:cBhvr>
                                      <p:to>
                                        <p:strVal val="visible"/>
                                      </p:to>
                                    </p:set>
                                    <p:animEffect transition="in" filter="fade">
                                      <p:cBhvr>
                                        <p:cTn id="62" dur="5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50" grpId="0" animBg="1"/>
      <p:bldP spid="5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1B2A7B1-E2B6-7035-D595-D2F4558999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929198"/>
            <a:ext cx="4269997" cy="3325260"/>
          </a:xfrm>
          <a:prstGeom prst="rect">
            <a:avLst/>
          </a:prstGeom>
        </p:spPr>
      </p:pic>
      <p:sp>
        <p:nvSpPr>
          <p:cNvPr id="5" name="Pensées 4"/>
          <p:cNvSpPr/>
          <p:nvPr/>
        </p:nvSpPr>
        <p:spPr>
          <a:xfrm>
            <a:off x="4000501" y="1576875"/>
            <a:ext cx="7727042" cy="5253167"/>
          </a:xfrm>
          <a:prstGeom prst="cloudCallout">
            <a:avLst>
              <a:gd name="adj1" fmla="val -67194"/>
              <a:gd name="adj2" fmla="val -25185"/>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4000" b="1" dirty="0">
              <a:solidFill>
                <a:schemeClr val="tx1"/>
              </a:solidFill>
              <a:latin typeface="Cambria" panose="02040503050406030204" pitchFamily="18" charset="0"/>
              <a:ea typeface="Cambria" panose="02040503050406030204" pitchFamily="18" charset="0"/>
            </a:endParaRPr>
          </a:p>
        </p:txBody>
      </p:sp>
      <p:sp>
        <p:nvSpPr>
          <p:cNvPr id="12" name="Rectangle à coins arrondis 11"/>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8</a:t>
            </a:r>
          </a:p>
        </p:txBody>
      </p:sp>
      <p:sp>
        <p:nvSpPr>
          <p:cNvPr id="2" name="Rectangle 1"/>
          <p:cNvSpPr/>
          <p:nvPr/>
        </p:nvSpPr>
        <p:spPr>
          <a:xfrm>
            <a:off x="4816022" y="2995180"/>
            <a:ext cx="6230520" cy="2126864"/>
          </a:xfrm>
          <a:prstGeom prst="rect">
            <a:avLst/>
          </a:prstGeom>
        </p:spPr>
        <p:txBody>
          <a:bodyPr wrap="square">
            <a:spAutoFit/>
          </a:bodyPr>
          <a:lstStyle/>
          <a:p>
            <a:pPr marL="85725" marR="14605" indent="449580" algn="just">
              <a:lnSpc>
                <a:spcPct val="150000"/>
              </a:lnSpc>
              <a:spcBef>
                <a:spcPts val="600"/>
              </a:spcBef>
              <a:spcAft>
                <a:spcPts val="600"/>
              </a:spcAft>
            </a:pPr>
            <a:r>
              <a:rPr lang="fr-CM" dirty="0"/>
              <a:t>Pour donner suite à l’existant présenté ci haut ainsi qu’aux différentes limites exposées, on peut se poser la question de savoir comment faciliter le processus d’apprentissage, conception, configuration et déploiement des réseaux informatique par des ingénieurs réseaux ?</a:t>
            </a:r>
          </a:p>
        </p:txBody>
      </p:sp>
      <p:grpSp>
        <p:nvGrpSpPr>
          <p:cNvPr id="7" name="Groupe 6">
            <a:extLst>
              <a:ext uri="{FF2B5EF4-FFF2-40B4-BE49-F238E27FC236}">
                <a16:creationId xmlns:a16="http://schemas.microsoft.com/office/drawing/2014/main" id="{95504EEF-9FFF-4C9F-9F16-51EAA47DED1B}"/>
              </a:ext>
            </a:extLst>
          </p:cNvPr>
          <p:cNvGrpSpPr/>
          <p:nvPr/>
        </p:nvGrpSpPr>
        <p:grpSpPr>
          <a:xfrm>
            <a:off x="661635" y="87337"/>
            <a:ext cx="10796940" cy="928663"/>
            <a:chOff x="413054" y="114664"/>
            <a:chExt cx="12573585" cy="992947"/>
          </a:xfrm>
          <a:solidFill>
            <a:srgbClr val="00B050"/>
          </a:solidFill>
        </p:grpSpPr>
        <p:sp>
          <p:nvSpPr>
            <p:cNvPr id="8" name="Signalisation droite 5">
              <a:extLst>
                <a:ext uri="{FF2B5EF4-FFF2-40B4-BE49-F238E27FC236}">
                  <a16:creationId xmlns:a16="http://schemas.microsoft.com/office/drawing/2014/main" id="{BE092505-8B09-B74D-AB5D-F737400CEEDB}"/>
                </a:ext>
              </a:extLst>
            </p:cNvPr>
            <p:cNvSpPr/>
            <p:nvPr/>
          </p:nvSpPr>
          <p:spPr>
            <a:xfrm>
              <a:off x="1675627" y="114664"/>
              <a:ext cx="11311012"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3200" b="1" dirty="0">
                  <a:latin typeface="Cambria" panose="02040503050406030204" pitchFamily="18" charset="0"/>
                  <a:ea typeface="Cambria" panose="02040503050406030204" pitchFamily="18" charset="0"/>
                </a:rPr>
                <a:t>PROBLEMATIQUE ET SOLUTIONS PROPOSEES</a:t>
              </a:r>
              <a:endParaRPr lang="fr-FR" sz="4800" b="1" dirty="0">
                <a:latin typeface="Cambria" panose="02040503050406030204" pitchFamily="18" charset="0"/>
                <a:ea typeface="Cambria" panose="02040503050406030204" pitchFamily="18" charset="0"/>
              </a:endParaRPr>
            </a:p>
          </p:txBody>
        </p:sp>
        <p:sp>
          <p:nvSpPr>
            <p:cNvPr id="9" name="Larme 8">
              <a:extLst>
                <a:ext uri="{FF2B5EF4-FFF2-40B4-BE49-F238E27FC236}">
                  <a16:creationId xmlns:a16="http://schemas.microsoft.com/office/drawing/2014/main" id="{D9D66D36-2DC1-4453-91F8-DFC07EE7998C}"/>
                </a:ext>
              </a:extLst>
            </p:cNvPr>
            <p:cNvSpPr/>
            <p:nvPr/>
          </p:nvSpPr>
          <p:spPr>
            <a:xfrm>
              <a:off x="413054" y="184084"/>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3</a:t>
              </a:r>
            </a:p>
          </p:txBody>
        </p:sp>
      </p:grpSp>
      <p:sp>
        <p:nvSpPr>
          <p:cNvPr id="10" name="ZoneTexte 9"/>
          <p:cNvSpPr txBox="1"/>
          <p:nvPr/>
        </p:nvSpPr>
        <p:spPr>
          <a:xfrm>
            <a:off x="3274798" y="1250339"/>
            <a:ext cx="4350118" cy="523220"/>
          </a:xfrm>
          <a:prstGeom prst="rect">
            <a:avLst/>
          </a:prstGeom>
          <a:noFill/>
        </p:spPr>
        <p:txBody>
          <a:bodyPr wrap="square" rtlCol="0">
            <a:spAutoFit/>
          </a:bodyPr>
          <a:lstStyle/>
          <a:p>
            <a:pPr marL="285750" indent="-285750">
              <a:buFont typeface="Wingdings" panose="05000000000000000000" pitchFamily="2" charset="2"/>
              <a:buChar char="v"/>
            </a:pPr>
            <a:r>
              <a:rPr lang="en-US" sz="2800" b="1" dirty="0">
                <a:solidFill>
                  <a:srgbClr val="00B0F0"/>
                </a:solidFill>
                <a:latin typeface="Cambria" panose="02040503050406030204" pitchFamily="18" charset="0"/>
                <a:ea typeface="Cambria" panose="02040503050406030204" pitchFamily="18" charset="0"/>
              </a:rPr>
              <a:t>PROBLAMATIQUE</a:t>
            </a:r>
            <a:endParaRPr lang="fr-FR" sz="2800" b="1" dirty="0">
              <a:solidFill>
                <a:srgbClr val="00B0F0"/>
              </a:solidFill>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4160758631"/>
      </p:ext>
    </p:extLst>
  </p:cSld>
  <p:clrMapOvr>
    <a:masterClrMapping/>
  </p:clrMapOvr>
  <p:transition spd="slow">
    <p:wheel spokes="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p:cTn id="14" dur="500" fill="hold"/>
                                        <p:tgtEl>
                                          <p:spTgt spid="2"/>
                                        </p:tgtEl>
                                        <p:attrNameLst>
                                          <p:attrName>ppt_w</p:attrName>
                                        </p:attrNameLst>
                                      </p:cBhvr>
                                      <p:tavLst>
                                        <p:tav tm="0">
                                          <p:val>
                                            <p:fltVal val="0"/>
                                          </p:val>
                                        </p:tav>
                                        <p:tav tm="100000">
                                          <p:val>
                                            <p:strVal val="#ppt_w"/>
                                          </p:val>
                                        </p:tav>
                                      </p:tavLst>
                                    </p:anim>
                                    <p:anim calcmode="lin" valueType="num">
                                      <p:cBhvr>
                                        <p:cTn id="15" dur="500" fill="hold"/>
                                        <p:tgtEl>
                                          <p:spTgt spid="2"/>
                                        </p:tgtEl>
                                        <p:attrNameLst>
                                          <p:attrName>ppt_h</p:attrName>
                                        </p:attrNameLst>
                                      </p:cBhvr>
                                      <p:tavLst>
                                        <p:tav tm="0">
                                          <p:val>
                                            <p:fltVal val="0"/>
                                          </p:val>
                                        </p:tav>
                                        <p:tav tm="100000">
                                          <p:val>
                                            <p:strVal val="#ppt_h"/>
                                          </p:val>
                                        </p:tav>
                                      </p:tavLst>
                                    </p:anim>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EED2B-8793-7516-A543-13112EB20042}"/>
            </a:ext>
          </a:extLst>
        </p:cNvPr>
        <p:cNvGrpSpPr/>
        <p:nvPr/>
      </p:nvGrpSpPr>
      <p:grpSpPr>
        <a:xfrm>
          <a:off x="0" y="0"/>
          <a:ext cx="0" cy="0"/>
          <a:chOff x="0" y="0"/>
          <a:chExt cx="0" cy="0"/>
        </a:xfrm>
      </p:grpSpPr>
      <p:sp>
        <p:nvSpPr>
          <p:cNvPr id="5" name="Pensées 4">
            <a:extLst>
              <a:ext uri="{FF2B5EF4-FFF2-40B4-BE49-F238E27FC236}">
                <a16:creationId xmlns:a16="http://schemas.microsoft.com/office/drawing/2014/main" id="{739B5829-F705-58D0-885C-8FA1A0067C38}"/>
              </a:ext>
            </a:extLst>
          </p:cNvPr>
          <p:cNvSpPr/>
          <p:nvPr/>
        </p:nvSpPr>
        <p:spPr>
          <a:xfrm>
            <a:off x="2062370" y="1162004"/>
            <a:ext cx="8860733" cy="5608659"/>
          </a:xfrm>
          <a:prstGeom prst="cloudCallout">
            <a:avLst>
              <a:gd name="adj1" fmla="val -67194"/>
              <a:gd name="adj2" fmla="val -25185"/>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4000" b="1" dirty="0">
              <a:solidFill>
                <a:schemeClr val="tx1"/>
              </a:solidFill>
              <a:latin typeface="Cambria" panose="02040503050406030204" pitchFamily="18" charset="0"/>
              <a:ea typeface="Cambria" panose="02040503050406030204" pitchFamily="18" charset="0"/>
            </a:endParaRPr>
          </a:p>
        </p:txBody>
      </p:sp>
      <p:sp>
        <p:nvSpPr>
          <p:cNvPr id="12" name="Rectangle à coins arrondis 11">
            <a:extLst>
              <a:ext uri="{FF2B5EF4-FFF2-40B4-BE49-F238E27FC236}">
                <a16:creationId xmlns:a16="http://schemas.microsoft.com/office/drawing/2014/main" id="{849F675C-1D4B-E105-BF6B-94F0FF8D7429}"/>
              </a:ext>
            </a:extLst>
          </p:cNvPr>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8</a:t>
            </a:r>
          </a:p>
        </p:txBody>
      </p:sp>
      <p:sp>
        <p:nvSpPr>
          <p:cNvPr id="2" name="Rectangle 1">
            <a:extLst>
              <a:ext uri="{FF2B5EF4-FFF2-40B4-BE49-F238E27FC236}">
                <a16:creationId xmlns:a16="http://schemas.microsoft.com/office/drawing/2014/main" id="{AFC00CB1-B69B-2334-7446-56CE99F56827}"/>
              </a:ext>
            </a:extLst>
          </p:cNvPr>
          <p:cNvSpPr/>
          <p:nvPr/>
        </p:nvSpPr>
        <p:spPr>
          <a:xfrm>
            <a:off x="3129123" y="2733063"/>
            <a:ext cx="6230520" cy="2187587"/>
          </a:xfrm>
          <a:prstGeom prst="rect">
            <a:avLst/>
          </a:prstGeom>
        </p:spPr>
        <p:txBody>
          <a:bodyPr wrap="square">
            <a:spAutoFit/>
          </a:bodyPr>
          <a:lstStyle/>
          <a:p>
            <a:pPr indent="228600" algn="just">
              <a:lnSpc>
                <a:spcPct val="115000"/>
              </a:lnSpc>
              <a:spcAft>
                <a:spcPts val="800"/>
              </a:spcAft>
              <a:buNone/>
            </a:pPr>
            <a:r>
              <a:rPr lang="fr-CM" sz="2000" kern="100" dirty="0">
                <a:latin typeface="Times New Roman" panose="02020603050405020304" pitchFamily="18" charset="0"/>
                <a:ea typeface="Tw Cen MT" panose="020B0602020104020603" pitchFamily="34" charset="0"/>
                <a:cs typeface="Times New Roman" panose="02020603050405020304" pitchFamily="18" charset="0"/>
              </a:rPr>
              <a:t>L'objectif général de cette recherche est de révolutionner la gestion des infrastructures réseaux en développant une plateforme intelligente qui unifie automatisation, assistance pédagogique et supervision technique pour éliminer les erreurs humaines et optimiser les performances des réseaux informatiques.</a:t>
            </a:r>
          </a:p>
        </p:txBody>
      </p:sp>
      <p:grpSp>
        <p:nvGrpSpPr>
          <p:cNvPr id="7" name="Groupe 6">
            <a:extLst>
              <a:ext uri="{FF2B5EF4-FFF2-40B4-BE49-F238E27FC236}">
                <a16:creationId xmlns:a16="http://schemas.microsoft.com/office/drawing/2014/main" id="{A83DAC89-09C5-8536-6940-5C44F24150D5}"/>
              </a:ext>
            </a:extLst>
          </p:cNvPr>
          <p:cNvGrpSpPr/>
          <p:nvPr/>
        </p:nvGrpSpPr>
        <p:grpSpPr>
          <a:xfrm>
            <a:off x="661635" y="87337"/>
            <a:ext cx="10796940" cy="928663"/>
            <a:chOff x="413054" y="114664"/>
            <a:chExt cx="12573585" cy="992947"/>
          </a:xfrm>
          <a:solidFill>
            <a:srgbClr val="00B050"/>
          </a:solidFill>
        </p:grpSpPr>
        <p:sp>
          <p:nvSpPr>
            <p:cNvPr id="8" name="Signalisation droite 5">
              <a:extLst>
                <a:ext uri="{FF2B5EF4-FFF2-40B4-BE49-F238E27FC236}">
                  <a16:creationId xmlns:a16="http://schemas.microsoft.com/office/drawing/2014/main" id="{1836049A-239F-7E18-663F-68584E5C88C3}"/>
                </a:ext>
              </a:extLst>
            </p:cNvPr>
            <p:cNvSpPr/>
            <p:nvPr/>
          </p:nvSpPr>
          <p:spPr>
            <a:xfrm>
              <a:off x="1675627" y="114664"/>
              <a:ext cx="11311012"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3200" b="1" dirty="0">
                  <a:latin typeface="Cambria" panose="02040503050406030204" pitchFamily="18" charset="0"/>
                  <a:ea typeface="Cambria" panose="02040503050406030204" pitchFamily="18" charset="0"/>
                </a:rPr>
                <a:t>OBJECTIF GENERALE</a:t>
              </a:r>
              <a:endParaRPr lang="fr-FR" sz="4800" b="1" dirty="0">
                <a:latin typeface="Cambria" panose="02040503050406030204" pitchFamily="18" charset="0"/>
                <a:ea typeface="Cambria" panose="02040503050406030204" pitchFamily="18" charset="0"/>
              </a:endParaRPr>
            </a:p>
          </p:txBody>
        </p:sp>
        <p:sp>
          <p:nvSpPr>
            <p:cNvPr id="9" name="Larme 8">
              <a:extLst>
                <a:ext uri="{FF2B5EF4-FFF2-40B4-BE49-F238E27FC236}">
                  <a16:creationId xmlns:a16="http://schemas.microsoft.com/office/drawing/2014/main" id="{26AF1560-8730-7CEA-CF88-5F7F13B85AC7}"/>
                </a:ext>
              </a:extLst>
            </p:cNvPr>
            <p:cNvSpPr/>
            <p:nvPr/>
          </p:nvSpPr>
          <p:spPr>
            <a:xfrm>
              <a:off x="413054" y="184084"/>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3</a:t>
              </a:r>
            </a:p>
          </p:txBody>
        </p:sp>
      </p:grpSp>
    </p:spTree>
    <p:extLst>
      <p:ext uri="{BB962C8B-B14F-4D97-AF65-F5344CB8AC3E}">
        <p14:creationId xmlns:p14="http://schemas.microsoft.com/office/powerpoint/2010/main" val="1149040943"/>
      </p:ext>
    </p:extLst>
  </p:cSld>
  <p:clrMapOvr>
    <a:masterClrMapping/>
  </p:clrMapOvr>
  <p:transition spd="slow">
    <p:wheel spokes="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p:cTn id="14" dur="500" fill="hold"/>
                                        <p:tgtEl>
                                          <p:spTgt spid="2"/>
                                        </p:tgtEl>
                                        <p:attrNameLst>
                                          <p:attrName>ppt_w</p:attrName>
                                        </p:attrNameLst>
                                      </p:cBhvr>
                                      <p:tavLst>
                                        <p:tav tm="0">
                                          <p:val>
                                            <p:fltVal val="0"/>
                                          </p:val>
                                        </p:tav>
                                        <p:tav tm="100000">
                                          <p:val>
                                            <p:strVal val="#ppt_w"/>
                                          </p:val>
                                        </p:tav>
                                      </p:tavLst>
                                    </p:anim>
                                    <p:anim calcmode="lin" valueType="num">
                                      <p:cBhvr>
                                        <p:cTn id="15" dur="500" fill="hold"/>
                                        <p:tgtEl>
                                          <p:spTgt spid="2"/>
                                        </p:tgtEl>
                                        <p:attrNameLst>
                                          <p:attrName>ppt_h</p:attrName>
                                        </p:attrNameLst>
                                      </p:cBhvr>
                                      <p:tavLst>
                                        <p:tav tm="0">
                                          <p:val>
                                            <p:fltVal val="0"/>
                                          </p:val>
                                        </p:tav>
                                        <p:tav tm="100000">
                                          <p:val>
                                            <p:strVal val="#ppt_h"/>
                                          </p:val>
                                        </p:tav>
                                      </p:tavLst>
                                    </p:anim>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à coins arrondis 11"/>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7</a:t>
            </a:r>
          </a:p>
        </p:txBody>
      </p:sp>
      <p:grpSp>
        <p:nvGrpSpPr>
          <p:cNvPr id="13" name="Group 39">
            <a:extLst>
              <a:ext uri="{FF2B5EF4-FFF2-40B4-BE49-F238E27FC236}">
                <a16:creationId xmlns:a16="http://schemas.microsoft.com/office/drawing/2014/main" id="{C24C91F1-5F8D-48DB-8772-1D14287657E4}"/>
              </a:ext>
            </a:extLst>
          </p:cNvPr>
          <p:cNvGrpSpPr/>
          <p:nvPr/>
        </p:nvGrpSpPr>
        <p:grpSpPr>
          <a:xfrm>
            <a:off x="1988248" y="3506954"/>
            <a:ext cx="9795415" cy="1457325"/>
            <a:chOff x="1193006" y="2697956"/>
            <a:chExt cx="9795415" cy="1457325"/>
          </a:xfrm>
        </p:grpSpPr>
        <p:sp>
          <p:nvSpPr>
            <p:cNvPr id="14" name="Freeform: Shape 3">
              <a:extLst>
                <a:ext uri="{FF2B5EF4-FFF2-40B4-BE49-F238E27FC236}">
                  <a16:creationId xmlns:a16="http://schemas.microsoft.com/office/drawing/2014/main" id="{DF4F4132-0C38-4827-B9A8-6B8B847F190B}"/>
                </a:ext>
              </a:extLst>
            </p:cNvPr>
            <p:cNvSpPr/>
            <p:nvPr/>
          </p:nvSpPr>
          <p:spPr>
            <a:xfrm>
              <a:off x="1193006"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5" name="Freeform: Shape 4">
              <a:extLst>
                <a:ext uri="{FF2B5EF4-FFF2-40B4-BE49-F238E27FC236}">
                  <a16:creationId xmlns:a16="http://schemas.microsoft.com/office/drawing/2014/main" id="{9396EBC1-C243-412F-9B85-7768289D692F}"/>
                </a:ext>
              </a:extLst>
            </p:cNvPr>
            <p:cNvSpPr/>
            <p:nvPr/>
          </p:nvSpPr>
          <p:spPr>
            <a:xfrm>
              <a:off x="2384202"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6" name="Freeform: Shape 5">
              <a:extLst>
                <a:ext uri="{FF2B5EF4-FFF2-40B4-BE49-F238E27FC236}">
                  <a16:creationId xmlns:a16="http://schemas.microsoft.com/office/drawing/2014/main" id="{F812C878-B294-44D6-AD36-E882A6E930FE}"/>
                </a:ext>
              </a:extLst>
            </p:cNvPr>
            <p:cNvSpPr/>
            <p:nvPr/>
          </p:nvSpPr>
          <p:spPr>
            <a:xfrm>
              <a:off x="3575304"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7" name="Freeform: Shape 6">
              <a:extLst>
                <a:ext uri="{FF2B5EF4-FFF2-40B4-BE49-F238E27FC236}">
                  <a16:creationId xmlns:a16="http://schemas.microsoft.com/office/drawing/2014/main" id="{D5BF7F3E-C061-4516-9F5F-58DE0E1B2D1A}"/>
                </a:ext>
              </a:extLst>
            </p:cNvPr>
            <p:cNvSpPr/>
            <p:nvPr/>
          </p:nvSpPr>
          <p:spPr>
            <a:xfrm>
              <a:off x="4766500"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8" name="Freeform: Shape 7">
              <a:extLst>
                <a:ext uri="{FF2B5EF4-FFF2-40B4-BE49-F238E27FC236}">
                  <a16:creationId xmlns:a16="http://schemas.microsoft.com/office/drawing/2014/main" id="{6EF891FF-7EA0-4772-9E66-9BB52887E12F}"/>
                </a:ext>
              </a:extLst>
            </p:cNvPr>
            <p:cNvSpPr/>
            <p:nvPr/>
          </p:nvSpPr>
          <p:spPr>
            <a:xfrm>
              <a:off x="5957601"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9" name="Freeform: Shape 8">
              <a:extLst>
                <a:ext uri="{FF2B5EF4-FFF2-40B4-BE49-F238E27FC236}">
                  <a16:creationId xmlns:a16="http://schemas.microsoft.com/office/drawing/2014/main" id="{F939B7A8-35B8-4EB9-B26C-B72AC015DD02}"/>
                </a:ext>
              </a:extLst>
            </p:cNvPr>
            <p:cNvSpPr/>
            <p:nvPr/>
          </p:nvSpPr>
          <p:spPr>
            <a:xfrm>
              <a:off x="7148798"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20" name="Freeform: Shape 9">
              <a:extLst>
                <a:ext uri="{FF2B5EF4-FFF2-40B4-BE49-F238E27FC236}">
                  <a16:creationId xmlns:a16="http://schemas.microsoft.com/office/drawing/2014/main" id="{9C139A8D-7273-43EA-871E-A811A66A83C4}"/>
                </a:ext>
              </a:extLst>
            </p:cNvPr>
            <p:cNvSpPr/>
            <p:nvPr/>
          </p:nvSpPr>
          <p:spPr>
            <a:xfrm>
              <a:off x="8339899"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21" name="Freeform: Shape 10">
              <a:extLst>
                <a:ext uri="{FF2B5EF4-FFF2-40B4-BE49-F238E27FC236}">
                  <a16:creationId xmlns:a16="http://schemas.microsoft.com/office/drawing/2014/main" id="{2232CDBD-0383-4423-AF95-C34F9979ACAB}"/>
                </a:ext>
              </a:extLst>
            </p:cNvPr>
            <p:cNvSpPr/>
            <p:nvPr/>
          </p:nvSpPr>
          <p:spPr>
            <a:xfrm>
              <a:off x="9531096"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22" name="Freeform: Shape 11">
              <a:extLst>
                <a:ext uri="{FF2B5EF4-FFF2-40B4-BE49-F238E27FC236}">
                  <a16:creationId xmlns:a16="http://schemas.microsoft.com/office/drawing/2014/main" id="{22F53FC5-C6BE-4F4A-80F2-C44890CDF0EE}"/>
                </a:ext>
              </a:extLst>
            </p:cNvPr>
            <p:cNvSpPr/>
            <p:nvPr/>
          </p:nvSpPr>
          <p:spPr>
            <a:xfrm>
              <a:off x="9531096"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3" name="Freeform: Shape 12">
              <a:extLst>
                <a:ext uri="{FF2B5EF4-FFF2-40B4-BE49-F238E27FC236}">
                  <a16:creationId xmlns:a16="http://schemas.microsoft.com/office/drawing/2014/main" id="{B90F78D0-6FAE-4D8E-9F17-8C95831E9F18}"/>
                </a:ext>
              </a:extLst>
            </p:cNvPr>
            <p:cNvSpPr/>
            <p:nvPr/>
          </p:nvSpPr>
          <p:spPr>
            <a:xfrm>
              <a:off x="8339899"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4" name="Freeform: Shape 13">
              <a:extLst>
                <a:ext uri="{FF2B5EF4-FFF2-40B4-BE49-F238E27FC236}">
                  <a16:creationId xmlns:a16="http://schemas.microsoft.com/office/drawing/2014/main" id="{0037ACEF-AE43-4F5B-9425-2A9B9E5BF64E}"/>
                </a:ext>
              </a:extLst>
            </p:cNvPr>
            <p:cNvSpPr/>
            <p:nvPr/>
          </p:nvSpPr>
          <p:spPr>
            <a:xfrm>
              <a:off x="7148798"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5" name="Freeform: Shape 14">
              <a:extLst>
                <a:ext uri="{FF2B5EF4-FFF2-40B4-BE49-F238E27FC236}">
                  <a16:creationId xmlns:a16="http://schemas.microsoft.com/office/drawing/2014/main" id="{1C2CF717-9BA2-403F-9619-4213D0A0F363}"/>
                </a:ext>
              </a:extLst>
            </p:cNvPr>
            <p:cNvSpPr/>
            <p:nvPr/>
          </p:nvSpPr>
          <p:spPr>
            <a:xfrm>
              <a:off x="5957601"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6" name="Freeform: Shape 15">
              <a:extLst>
                <a:ext uri="{FF2B5EF4-FFF2-40B4-BE49-F238E27FC236}">
                  <a16:creationId xmlns:a16="http://schemas.microsoft.com/office/drawing/2014/main" id="{336BC861-8FE3-4F05-9C81-855BB82AAF3C}"/>
                </a:ext>
              </a:extLst>
            </p:cNvPr>
            <p:cNvSpPr/>
            <p:nvPr/>
          </p:nvSpPr>
          <p:spPr>
            <a:xfrm>
              <a:off x="4766500"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7" name="Freeform: Shape 16">
              <a:extLst>
                <a:ext uri="{FF2B5EF4-FFF2-40B4-BE49-F238E27FC236}">
                  <a16:creationId xmlns:a16="http://schemas.microsoft.com/office/drawing/2014/main" id="{A78557D0-2C17-4F1D-BA38-AC1C75BBFB1A}"/>
                </a:ext>
              </a:extLst>
            </p:cNvPr>
            <p:cNvSpPr/>
            <p:nvPr/>
          </p:nvSpPr>
          <p:spPr>
            <a:xfrm>
              <a:off x="3575304"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8" name="Freeform: Shape 17">
              <a:extLst>
                <a:ext uri="{FF2B5EF4-FFF2-40B4-BE49-F238E27FC236}">
                  <a16:creationId xmlns:a16="http://schemas.microsoft.com/office/drawing/2014/main" id="{A1DC1C66-567D-4611-9D6C-1392249C46A1}"/>
                </a:ext>
              </a:extLst>
            </p:cNvPr>
            <p:cNvSpPr/>
            <p:nvPr/>
          </p:nvSpPr>
          <p:spPr>
            <a:xfrm>
              <a:off x="2384202"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9" name="Freeform: Shape 18">
              <a:extLst>
                <a:ext uri="{FF2B5EF4-FFF2-40B4-BE49-F238E27FC236}">
                  <a16:creationId xmlns:a16="http://schemas.microsoft.com/office/drawing/2014/main" id="{D4782C0F-592D-4205-8E69-6BB21ADF0B04}"/>
                </a:ext>
              </a:extLst>
            </p:cNvPr>
            <p:cNvSpPr/>
            <p:nvPr/>
          </p:nvSpPr>
          <p:spPr>
            <a:xfrm>
              <a:off x="1193006"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grpSp>
      <p:sp>
        <p:nvSpPr>
          <p:cNvPr id="30" name="Freeform: Shape 19">
            <a:extLst>
              <a:ext uri="{FF2B5EF4-FFF2-40B4-BE49-F238E27FC236}">
                <a16:creationId xmlns:a16="http://schemas.microsoft.com/office/drawing/2014/main" id="{91135E06-5103-4F6E-8162-6B22AF70B7DF}"/>
              </a:ext>
            </a:extLst>
          </p:cNvPr>
          <p:cNvSpPr/>
          <p:nvPr/>
        </p:nvSpPr>
        <p:spPr>
          <a:xfrm>
            <a:off x="2126168" y="3704598"/>
            <a:ext cx="1205103" cy="1074801"/>
          </a:xfrm>
          <a:custGeom>
            <a:avLst/>
            <a:gdLst>
              <a:gd name="connsiteX0" fmla="*/ 895636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636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636"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2" y="7144"/>
                  <a:pt x="1086231" y="92393"/>
                  <a:pt x="1086231" y="197644"/>
                </a:cubicBezTo>
                <a:lnTo>
                  <a:pt x="1086231" y="895731"/>
                </a:lnTo>
                <a:cubicBezTo>
                  <a:pt x="1086136" y="1000887"/>
                  <a:pt x="1000887" y="1086231"/>
                  <a:pt x="895636"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31" name="Freeform: Shape 24">
            <a:extLst>
              <a:ext uri="{FF2B5EF4-FFF2-40B4-BE49-F238E27FC236}">
                <a16:creationId xmlns:a16="http://schemas.microsoft.com/office/drawing/2014/main" id="{FBFA64D0-A9A1-45BC-BB06-03CC70BDE515}"/>
              </a:ext>
            </a:extLst>
          </p:cNvPr>
          <p:cNvSpPr/>
          <p:nvPr/>
        </p:nvSpPr>
        <p:spPr>
          <a:xfrm>
            <a:off x="2559081" y="3983204"/>
            <a:ext cx="504825" cy="504825"/>
          </a:xfrm>
          <a:custGeom>
            <a:avLst/>
            <a:gdLst>
              <a:gd name="connsiteX0" fmla="*/ 506825 w 504825"/>
              <a:gd name="connsiteY0" fmla="*/ 256985 h 504825"/>
              <a:gd name="connsiteX1" fmla="*/ 256984 w 504825"/>
              <a:gd name="connsiteY1" fmla="*/ 506825 h 504825"/>
              <a:gd name="connsiteX2" fmla="*/ 7144 w 504825"/>
              <a:gd name="connsiteY2" fmla="*/ 256985 h 504825"/>
              <a:gd name="connsiteX3" fmla="*/ 256984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8" y="506825"/>
                  <a:pt x="256984" y="506825"/>
                </a:cubicBezTo>
                <a:cubicBezTo>
                  <a:pt x="119001" y="506825"/>
                  <a:pt x="7144" y="394968"/>
                  <a:pt x="7144" y="256985"/>
                </a:cubicBezTo>
                <a:cubicBezTo>
                  <a:pt x="7144" y="119001"/>
                  <a:pt x="119001" y="7144"/>
                  <a:pt x="256984" y="7144"/>
                </a:cubicBezTo>
                <a:cubicBezTo>
                  <a:pt x="394968" y="7144"/>
                  <a:pt x="506825" y="119001"/>
                  <a:pt x="506825" y="256985"/>
                </a:cubicBezTo>
                <a:close/>
              </a:path>
            </a:pathLst>
          </a:custGeom>
          <a:solidFill>
            <a:srgbClr val="0A1931"/>
          </a:solidFill>
          <a:ln w="9525" cap="flat">
            <a:noFill/>
            <a:prstDash val="solid"/>
            <a:miter/>
          </a:ln>
        </p:spPr>
        <p:txBody>
          <a:bodyPr rtlCol="0" anchor="ctr"/>
          <a:lstStyle/>
          <a:p>
            <a:endParaRPr lang="en-US"/>
          </a:p>
        </p:txBody>
      </p:sp>
      <p:sp>
        <p:nvSpPr>
          <p:cNvPr id="32" name="Freeform: Shape 29">
            <a:extLst>
              <a:ext uri="{FF2B5EF4-FFF2-40B4-BE49-F238E27FC236}">
                <a16:creationId xmlns:a16="http://schemas.microsoft.com/office/drawing/2014/main" id="{374AB686-A3D6-445A-A094-5AA92F4BB872}"/>
              </a:ext>
            </a:extLst>
          </p:cNvPr>
          <p:cNvSpPr/>
          <p:nvPr/>
        </p:nvSpPr>
        <p:spPr>
          <a:xfrm>
            <a:off x="2801778" y="4225901"/>
            <a:ext cx="28575" cy="1095375"/>
          </a:xfrm>
          <a:custGeom>
            <a:avLst/>
            <a:gdLst>
              <a:gd name="connsiteX0" fmla="*/ 14288 w 28575"/>
              <a:gd name="connsiteY0" fmla="*/ 14288 h 1095375"/>
              <a:gd name="connsiteX1" fmla="*/ 14288 w 28575"/>
              <a:gd name="connsiteY1" fmla="*/ 1082802 h 1095375"/>
            </a:gdLst>
            <a:ahLst/>
            <a:cxnLst>
              <a:cxn ang="0">
                <a:pos x="connsiteX0" y="connsiteY0"/>
              </a:cxn>
              <a:cxn ang="0">
                <a:pos x="connsiteX1" y="connsiteY1"/>
              </a:cxn>
            </a:cxnLst>
            <a:rect l="l" t="t" r="r" b="b"/>
            <a:pathLst>
              <a:path w="28575" h="1095375">
                <a:moveTo>
                  <a:pt x="14288" y="14288"/>
                </a:moveTo>
                <a:lnTo>
                  <a:pt x="14288" y="1082802"/>
                </a:lnTo>
              </a:path>
            </a:pathLst>
          </a:custGeom>
          <a:ln w="19050" cap="flat">
            <a:solidFill>
              <a:srgbClr val="0A1931"/>
            </a:solidFill>
            <a:prstDash val="solid"/>
            <a:miter/>
          </a:ln>
        </p:spPr>
        <p:txBody>
          <a:bodyPr rtlCol="0" anchor="ctr"/>
          <a:lstStyle/>
          <a:p>
            <a:endParaRPr lang="en-US"/>
          </a:p>
        </p:txBody>
      </p:sp>
      <p:sp>
        <p:nvSpPr>
          <p:cNvPr id="33" name="Freeform: Shape 20">
            <a:extLst>
              <a:ext uri="{FF2B5EF4-FFF2-40B4-BE49-F238E27FC236}">
                <a16:creationId xmlns:a16="http://schemas.microsoft.com/office/drawing/2014/main" id="{49090680-9F27-4B59-BF35-A89A482660A3}"/>
              </a:ext>
            </a:extLst>
          </p:cNvPr>
          <p:cNvSpPr/>
          <p:nvPr/>
        </p:nvSpPr>
        <p:spPr>
          <a:xfrm>
            <a:off x="4604195" y="3755032"/>
            <a:ext cx="1085850" cy="1085850"/>
          </a:xfrm>
          <a:custGeom>
            <a:avLst/>
            <a:gdLst>
              <a:gd name="connsiteX0" fmla="*/ 895731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731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731"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2" y="7144"/>
                  <a:pt x="1086231" y="92393"/>
                  <a:pt x="1086231" y="197644"/>
                </a:cubicBezTo>
                <a:lnTo>
                  <a:pt x="1086231" y="895731"/>
                </a:lnTo>
                <a:cubicBezTo>
                  <a:pt x="1086231" y="1000887"/>
                  <a:pt x="1000887" y="1086231"/>
                  <a:pt x="895731"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34" name="Freeform: Shape 25">
            <a:extLst>
              <a:ext uri="{FF2B5EF4-FFF2-40B4-BE49-F238E27FC236}">
                <a16:creationId xmlns:a16="http://schemas.microsoft.com/office/drawing/2014/main" id="{CC3204D5-26E6-40A6-A4C0-62A3E951C594}"/>
              </a:ext>
            </a:extLst>
          </p:cNvPr>
          <p:cNvSpPr/>
          <p:nvPr/>
        </p:nvSpPr>
        <p:spPr>
          <a:xfrm>
            <a:off x="4893850" y="4059201"/>
            <a:ext cx="504825" cy="504825"/>
          </a:xfrm>
          <a:custGeom>
            <a:avLst/>
            <a:gdLst>
              <a:gd name="connsiteX0" fmla="*/ 506825 w 504825"/>
              <a:gd name="connsiteY0" fmla="*/ 256985 h 504825"/>
              <a:gd name="connsiteX1" fmla="*/ 256984 w 504825"/>
              <a:gd name="connsiteY1" fmla="*/ 506825 h 504825"/>
              <a:gd name="connsiteX2" fmla="*/ 7143 w 504825"/>
              <a:gd name="connsiteY2" fmla="*/ 256985 h 504825"/>
              <a:gd name="connsiteX3" fmla="*/ 256984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8" y="506825"/>
                  <a:pt x="256984" y="506825"/>
                </a:cubicBezTo>
                <a:cubicBezTo>
                  <a:pt x="119001" y="506825"/>
                  <a:pt x="7143" y="394968"/>
                  <a:pt x="7143" y="256985"/>
                </a:cubicBezTo>
                <a:cubicBezTo>
                  <a:pt x="7143" y="119001"/>
                  <a:pt x="119001" y="7144"/>
                  <a:pt x="256984" y="7144"/>
                </a:cubicBezTo>
                <a:cubicBezTo>
                  <a:pt x="394967" y="7144"/>
                  <a:pt x="506825" y="119001"/>
                  <a:pt x="506825" y="256985"/>
                </a:cubicBezTo>
                <a:close/>
              </a:path>
            </a:pathLst>
          </a:custGeom>
          <a:solidFill>
            <a:srgbClr val="00B0F0"/>
          </a:solidFill>
          <a:ln w="9525" cap="flat">
            <a:noFill/>
            <a:prstDash val="solid"/>
            <a:miter/>
          </a:ln>
        </p:spPr>
        <p:txBody>
          <a:bodyPr rtlCol="0" anchor="ctr"/>
          <a:lstStyle/>
          <a:p>
            <a:endParaRPr lang="en-US"/>
          </a:p>
        </p:txBody>
      </p:sp>
      <p:sp>
        <p:nvSpPr>
          <p:cNvPr id="35" name="Freeform: Shape 30">
            <a:extLst>
              <a:ext uri="{FF2B5EF4-FFF2-40B4-BE49-F238E27FC236}">
                <a16:creationId xmlns:a16="http://schemas.microsoft.com/office/drawing/2014/main" id="{6E08EBF0-0919-4A05-91C5-29B7C7B18322}"/>
              </a:ext>
            </a:extLst>
          </p:cNvPr>
          <p:cNvSpPr/>
          <p:nvPr/>
        </p:nvSpPr>
        <p:spPr>
          <a:xfrm>
            <a:off x="5136547" y="3213631"/>
            <a:ext cx="28575" cy="1095375"/>
          </a:xfrm>
          <a:custGeom>
            <a:avLst/>
            <a:gdLst>
              <a:gd name="connsiteX0" fmla="*/ 14288 w 28575"/>
              <a:gd name="connsiteY0" fmla="*/ 14288 h 1095375"/>
              <a:gd name="connsiteX1" fmla="*/ 14288 w 28575"/>
              <a:gd name="connsiteY1" fmla="*/ 1082802 h 1095375"/>
            </a:gdLst>
            <a:ahLst/>
            <a:cxnLst>
              <a:cxn ang="0">
                <a:pos x="connsiteX0" y="connsiteY0"/>
              </a:cxn>
              <a:cxn ang="0">
                <a:pos x="connsiteX1" y="connsiteY1"/>
              </a:cxn>
            </a:cxnLst>
            <a:rect l="l" t="t" r="r" b="b"/>
            <a:pathLst>
              <a:path w="28575" h="1095375">
                <a:moveTo>
                  <a:pt x="14288" y="14288"/>
                </a:moveTo>
                <a:lnTo>
                  <a:pt x="14288" y="1082802"/>
                </a:lnTo>
              </a:path>
            </a:pathLst>
          </a:custGeom>
          <a:ln w="19050" cap="flat">
            <a:solidFill>
              <a:srgbClr val="185ADB"/>
            </a:solidFill>
            <a:prstDash val="solid"/>
            <a:miter/>
          </a:ln>
        </p:spPr>
        <p:txBody>
          <a:bodyPr rtlCol="0" anchor="ctr"/>
          <a:lstStyle/>
          <a:p>
            <a:endParaRPr lang="en-US"/>
          </a:p>
        </p:txBody>
      </p:sp>
      <p:sp>
        <p:nvSpPr>
          <p:cNvPr id="36" name="Freeform: Shape 21">
            <a:extLst>
              <a:ext uri="{FF2B5EF4-FFF2-40B4-BE49-F238E27FC236}">
                <a16:creationId xmlns:a16="http://schemas.microsoft.com/office/drawing/2014/main" id="{C4CB2738-454A-4961-9AB8-71B180044293}"/>
              </a:ext>
            </a:extLst>
          </p:cNvPr>
          <p:cNvSpPr/>
          <p:nvPr/>
        </p:nvSpPr>
        <p:spPr>
          <a:xfrm>
            <a:off x="6933674" y="3711141"/>
            <a:ext cx="1085850" cy="1085850"/>
          </a:xfrm>
          <a:custGeom>
            <a:avLst/>
            <a:gdLst>
              <a:gd name="connsiteX0" fmla="*/ 895731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731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731"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2" y="7144"/>
                  <a:pt x="1086231" y="92393"/>
                  <a:pt x="1086231" y="197644"/>
                </a:cubicBezTo>
                <a:lnTo>
                  <a:pt x="1086231" y="895731"/>
                </a:lnTo>
                <a:cubicBezTo>
                  <a:pt x="1086231" y="1000887"/>
                  <a:pt x="1000887" y="1086231"/>
                  <a:pt x="895731"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37" name="Freeform: Shape 26">
            <a:extLst>
              <a:ext uri="{FF2B5EF4-FFF2-40B4-BE49-F238E27FC236}">
                <a16:creationId xmlns:a16="http://schemas.microsoft.com/office/drawing/2014/main" id="{7D46A9D2-3FF7-4F78-A944-0DD2233B96BD}"/>
              </a:ext>
            </a:extLst>
          </p:cNvPr>
          <p:cNvSpPr/>
          <p:nvPr/>
        </p:nvSpPr>
        <p:spPr>
          <a:xfrm>
            <a:off x="7252944" y="4015310"/>
            <a:ext cx="504825" cy="504825"/>
          </a:xfrm>
          <a:custGeom>
            <a:avLst/>
            <a:gdLst>
              <a:gd name="connsiteX0" fmla="*/ 506825 w 504825"/>
              <a:gd name="connsiteY0" fmla="*/ 256985 h 504825"/>
              <a:gd name="connsiteX1" fmla="*/ 256985 w 504825"/>
              <a:gd name="connsiteY1" fmla="*/ 506825 h 504825"/>
              <a:gd name="connsiteX2" fmla="*/ 7144 w 504825"/>
              <a:gd name="connsiteY2" fmla="*/ 256985 h 504825"/>
              <a:gd name="connsiteX3" fmla="*/ 256985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8" y="506825"/>
                  <a:pt x="256985" y="506825"/>
                </a:cubicBezTo>
                <a:cubicBezTo>
                  <a:pt x="119002" y="506825"/>
                  <a:pt x="7144" y="394968"/>
                  <a:pt x="7144" y="256985"/>
                </a:cubicBezTo>
                <a:cubicBezTo>
                  <a:pt x="7144" y="119001"/>
                  <a:pt x="119001" y="7144"/>
                  <a:pt x="256985" y="7144"/>
                </a:cubicBezTo>
                <a:cubicBezTo>
                  <a:pt x="394968" y="7144"/>
                  <a:pt x="506825" y="119001"/>
                  <a:pt x="506825" y="256985"/>
                </a:cubicBezTo>
                <a:close/>
              </a:path>
            </a:pathLst>
          </a:custGeom>
          <a:solidFill>
            <a:srgbClr val="0A1931"/>
          </a:solidFill>
          <a:ln w="9525" cap="flat">
            <a:noFill/>
            <a:prstDash val="solid"/>
            <a:miter/>
          </a:ln>
        </p:spPr>
        <p:txBody>
          <a:bodyPr rtlCol="0" anchor="ctr"/>
          <a:lstStyle/>
          <a:p>
            <a:endParaRPr lang="en-US"/>
          </a:p>
        </p:txBody>
      </p:sp>
      <p:sp>
        <p:nvSpPr>
          <p:cNvPr id="38" name="Freeform: Shape 31">
            <a:extLst>
              <a:ext uri="{FF2B5EF4-FFF2-40B4-BE49-F238E27FC236}">
                <a16:creationId xmlns:a16="http://schemas.microsoft.com/office/drawing/2014/main" id="{67EEC671-119C-4DAD-AE3D-0FC04685D6B7}"/>
              </a:ext>
            </a:extLst>
          </p:cNvPr>
          <p:cNvSpPr/>
          <p:nvPr/>
        </p:nvSpPr>
        <p:spPr>
          <a:xfrm>
            <a:off x="7518606" y="4225901"/>
            <a:ext cx="28575" cy="1095375"/>
          </a:xfrm>
          <a:custGeom>
            <a:avLst/>
            <a:gdLst>
              <a:gd name="connsiteX0" fmla="*/ 14287 w 28575"/>
              <a:gd name="connsiteY0" fmla="*/ 14288 h 1095375"/>
              <a:gd name="connsiteX1" fmla="*/ 14287 w 28575"/>
              <a:gd name="connsiteY1" fmla="*/ 1082802 h 1095375"/>
            </a:gdLst>
            <a:ahLst/>
            <a:cxnLst>
              <a:cxn ang="0">
                <a:pos x="connsiteX0" y="connsiteY0"/>
              </a:cxn>
              <a:cxn ang="0">
                <a:pos x="connsiteX1" y="connsiteY1"/>
              </a:cxn>
            </a:cxnLst>
            <a:rect l="l" t="t" r="r" b="b"/>
            <a:pathLst>
              <a:path w="28575" h="1095375">
                <a:moveTo>
                  <a:pt x="14287" y="14288"/>
                </a:moveTo>
                <a:lnTo>
                  <a:pt x="14287" y="1082802"/>
                </a:lnTo>
              </a:path>
            </a:pathLst>
          </a:custGeom>
          <a:ln w="19050" cap="flat">
            <a:solidFill>
              <a:srgbClr val="0A1931"/>
            </a:solidFill>
            <a:prstDash val="solid"/>
            <a:miter/>
          </a:ln>
        </p:spPr>
        <p:txBody>
          <a:bodyPr rtlCol="0" anchor="ctr"/>
          <a:lstStyle/>
          <a:p>
            <a:endParaRPr lang="en-US"/>
          </a:p>
        </p:txBody>
      </p:sp>
      <p:sp>
        <p:nvSpPr>
          <p:cNvPr id="39" name="Freeform: Shape 22">
            <a:extLst>
              <a:ext uri="{FF2B5EF4-FFF2-40B4-BE49-F238E27FC236}">
                <a16:creationId xmlns:a16="http://schemas.microsoft.com/office/drawing/2014/main" id="{A1F64971-CAB9-4C22-9178-1571F080B5D3}"/>
              </a:ext>
            </a:extLst>
          </p:cNvPr>
          <p:cNvSpPr/>
          <p:nvPr/>
        </p:nvSpPr>
        <p:spPr>
          <a:xfrm>
            <a:off x="9320927" y="3807016"/>
            <a:ext cx="1085850" cy="1085850"/>
          </a:xfrm>
          <a:custGeom>
            <a:avLst/>
            <a:gdLst>
              <a:gd name="connsiteX0" fmla="*/ 895731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731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731"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3" y="7144"/>
                  <a:pt x="1086231" y="92393"/>
                  <a:pt x="1086231" y="197644"/>
                </a:cubicBezTo>
                <a:lnTo>
                  <a:pt x="1086231" y="895731"/>
                </a:lnTo>
                <a:cubicBezTo>
                  <a:pt x="1086231" y="1000887"/>
                  <a:pt x="1000983" y="1086231"/>
                  <a:pt x="895731"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40" name="Freeform: Shape 27">
            <a:extLst>
              <a:ext uri="{FF2B5EF4-FFF2-40B4-BE49-F238E27FC236}">
                <a16:creationId xmlns:a16="http://schemas.microsoft.com/office/drawing/2014/main" id="{A1D7431E-7715-4328-8A2D-234982702BB8}"/>
              </a:ext>
            </a:extLst>
          </p:cNvPr>
          <p:cNvSpPr/>
          <p:nvPr/>
        </p:nvSpPr>
        <p:spPr>
          <a:xfrm>
            <a:off x="9610678" y="4096671"/>
            <a:ext cx="504825" cy="504825"/>
          </a:xfrm>
          <a:custGeom>
            <a:avLst/>
            <a:gdLst>
              <a:gd name="connsiteX0" fmla="*/ 506825 w 504825"/>
              <a:gd name="connsiteY0" fmla="*/ 256985 h 504825"/>
              <a:gd name="connsiteX1" fmla="*/ 256984 w 504825"/>
              <a:gd name="connsiteY1" fmla="*/ 506825 h 504825"/>
              <a:gd name="connsiteX2" fmla="*/ 7144 w 504825"/>
              <a:gd name="connsiteY2" fmla="*/ 256985 h 504825"/>
              <a:gd name="connsiteX3" fmla="*/ 256984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7" y="506825"/>
                  <a:pt x="256984" y="506825"/>
                </a:cubicBezTo>
                <a:cubicBezTo>
                  <a:pt x="119001" y="506825"/>
                  <a:pt x="7144" y="394968"/>
                  <a:pt x="7144" y="256985"/>
                </a:cubicBezTo>
                <a:cubicBezTo>
                  <a:pt x="7144" y="119001"/>
                  <a:pt x="119002" y="7144"/>
                  <a:pt x="256984" y="7144"/>
                </a:cubicBezTo>
                <a:cubicBezTo>
                  <a:pt x="394968" y="7144"/>
                  <a:pt x="506825" y="119001"/>
                  <a:pt x="506825" y="256985"/>
                </a:cubicBezTo>
                <a:close/>
              </a:path>
            </a:pathLst>
          </a:custGeom>
          <a:solidFill>
            <a:srgbClr val="00B0F0"/>
          </a:solidFill>
          <a:ln w="9525" cap="flat">
            <a:noFill/>
            <a:prstDash val="solid"/>
            <a:miter/>
          </a:ln>
        </p:spPr>
        <p:txBody>
          <a:bodyPr rtlCol="0" anchor="ctr"/>
          <a:lstStyle/>
          <a:p>
            <a:endParaRPr lang="en-US"/>
          </a:p>
        </p:txBody>
      </p:sp>
      <p:sp>
        <p:nvSpPr>
          <p:cNvPr id="41" name="Freeform: Shape 32">
            <a:extLst>
              <a:ext uri="{FF2B5EF4-FFF2-40B4-BE49-F238E27FC236}">
                <a16:creationId xmlns:a16="http://schemas.microsoft.com/office/drawing/2014/main" id="{DFE81F44-31DC-4E24-BD68-D036AFDCE427}"/>
              </a:ext>
            </a:extLst>
          </p:cNvPr>
          <p:cNvSpPr/>
          <p:nvPr/>
        </p:nvSpPr>
        <p:spPr>
          <a:xfrm>
            <a:off x="9853375" y="3265615"/>
            <a:ext cx="28575" cy="1095375"/>
          </a:xfrm>
          <a:custGeom>
            <a:avLst/>
            <a:gdLst>
              <a:gd name="connsiteX0" fmla="*/ 14287 w 28575"/>
              <a:gd name="connsiteY0" fmla="*/ 14288 h 1095375"/>
              <a:gd name="connsiteX1" fmla="*/ 14287 w 28575"/>
              <a:gd name="connsiteY1" fmla="*/ 1082802 h 1095375"/>
            </a:gdLst>
            <a:ahLst/>
            <a:cxnLst>
              <a:cxn ang="0">
                <a:pos x="connsiteX0" y="connsiteY0"/>
              </a:cxn>
              <a:cxn ang="0">
                <a:pos x="connsiteX1" y="connsiteY1"/>
              </a:cxn>
            </a:cxnLst>
            <a:rect l="l" t="t" r="r" b="b"/>
            <a:pathLst>
              <a:path w="28575" h="1095375">
                <a:moveTo>
                  <a:pt x="14287" y="14288"/>
                </a:moveTo>
                <a:lnTo>
                  <a:pt x="14287" y="1082802"/>
                </a:lnTo>
              </a:path>
            </a:pathLst>
          </a:custGeom>
          <a:ln w="19050" cap="flat">
            <a:solidFill>
              <a:srgbClr val="185ADB"/>
            </a:solidFill>
            <a:prstDash val="solid"/>
            <a:miter/>
          </a:ln>
        </p:spPr>
        <p:txBody>
          <a:bodyPr rtlCol="0" anchor="ctr"/>
          <a:lstStyle/>
          <a:p>
            <a:endParaRPr lang="en-US"/>
          </a:p>
        </p:txBody>
      </p:sp>
      <p:sp>
        <p:nvSpPr>
          <p:cNvPr id="45" name="Rectangle 44">
            <a:extLst>
              <a:ext uri="{FF2B5EF4-FFF2-40B4-BE49-F238E27FC236}">
                <a16:creationId xmlns:a16="http://schemas.microsoft.com/office/drawing/2014/main" id="{D1B1E611-7105-44B9-A5BA-0E475648C821}"/>
              </a:ext>
            </a:extLst>
          </p:cNvPr>
          <p:cNvSpPr/>
          <p:nvPr/>
        </p:nvSpPr>
        <p:spPr>
          <a:xfrm>
            <a:off x="764564" y="5313014"/>
            <a:ext cx="3335340" cy="1200329"/>
          </a:xfrm>
          <a:prstGeom prst="rect">
            <a:avLst/>
          </a:prstGeom>
        </p:spPr>
        <p:txBody>
          <a:bodyPr wrap="square">
            <a:spAutoFit/>
          </a:bodyPr>
          <a:lstStyle/>
          <a:p>
            <a:pPr algn="ctr"/>
            <a:r>
              <a:rPr lang="fr-CM" dirty="0"/>
              <a:t>Service de génération de configurations automatique et d’accompagnement dans la configuration de son réseau.</a:t>
            </a:r>
            <a:endParaRPr lang="en-US" dirty="0">
              <a:solidFill>
                <a:schemeClr val="accent1"/>
              </a:solidFill>
            </a:endParaRPr>
          </a:p>
        </p:txBody>
      </p:sp>
      <p:sp>
        <p:nvSpPr>
          <p:cNvPr id="46" name="Rectangle 45">
            <a:extLst>
              <a:ext uri="{FF2B5EF4-FFF2-40B4-BE49-F238E27FC236}">
                <a16:creationId xmlns:a16="http://schemas.microsoft.com/office/drawing/2014/main" id="{5AAEE324-846A-481C-8C41-EE451358C250}"/>
              </a:ext>
            </a:extLst>
          </p:cNvPr>
          <p:cNvSpPr/>
          <p:nvPr/>
        </p:nvSpPr>
        <p:spPr>
          <a:xfrm>
            <a:off x="5481399" y="5373542"/>
            <a:ext cx="4074413" cy="923330"/>
          </a:xfrm>
          <a:prstGeom prst="rect">
            <a:avLst/>
          </a:prstGeom>
        </p:spPr>
        <p:txBody>
          <a:bodyPr wrap="square">
            <a:spAutoFit/>
          </a:bodyPr>
          <a:lstStyle/>
          <a:p>
            <a:pPr algn="ctr"/>
            <a:r>
              <a:rPr lang="fr-CM" dirty="0"/>
              <a:t>Offre d’un espace de déploiement intelligente des architectures montés par les utilisateurs.</a:t>
            </a:r>
            <a:endParaRPr lang="en-US" sz="1400" dirty="0">
              <a:solidFill>
                <a:schemeClr val="accent1"/>
              </a:solidFill>
            </a:endParaRPr>
          </a:p>
        </p:txBody>
      </p:sp>
      <p:sp>
        <p:nvSpPr>
          <p:cNvPr id="48" name="Rectangle 47">
            <a:extLst>
              <a:ext uri="{FF2B5EF4-FFF2-40B4-BE49-F238E27FC236}">
                <a16:creationId xmlns:a16="http://schemas.microsoft.com/office/drawing/2014/main" id="{9FFF0077-345E-4065-88C3-E6E9EABDE083}"/>
              </a:ext>
            </a:extLst>
          </p:cNvPr>
          <p:cNvSpPr/>
          <p:nvPr/>
        </p:nvSpPr>
        <p:spPr>
          <a:xfrm>
            <a:off x="3296377" y="2330740"/>
            <a:ext cx="3874611" cy="646331"/>
          </a:xfrm>
          <a:prstGeom prst="rect">
            <a:avLst/>
          </a:prstGeom>
        </p:spPr>
        <p:txBody>
          <a:bodyPr wrap="square">
            <a:spAutoFit/>
          </a:bodyPr>
          <a:lstStyle/>
          <a:p>
            <a:pPr algn="ctr"/>
            <a:r>
              <a:rPr lang="en-US" dirty="0" err="1"/>
              <a:t>Offre</a:t>
            </a:r>
            <a:r>
              <a:rPr lang="en-US" dirty="0"/>
              <a:t> d’un </a:t>
            </a:r>
            <a:r>
              <a:rPr lang="en-US" dirty="0" err="1"/>
              <a:t>éditeur</a:t>
            </a:r>
            <a:r>
              <a:rPr lang="en-US" dirty="0"/>
              <a:t> </a:t>
            </a:r>
            <a:r>
              <a:rPr lang="en-US" dirty="0" err="1"/>
              <a:t>graphique</a:t>
            </a:r>
            <a:r>
              <a:rPr lang="en-US" dirty="0"/>
              <a:t> des réseaux </a:t>
            </a:r>
            <a:r>
              <a:rPr lang="en-US" dirty="0" err="1"/>
              <a:t>informatiques</a:t>
            </a:r>
            <a:r>
              <a:rPr lang="en-US" dirty="0"/>
              <a:t>.</a:t>
            </a:r>
          </a:p>
        </p:txBody>
      </p:sp>
      <p:sp>
        <p:nvSpPr>
          <p:cNvPr id="49" name="Rectangle 48">
            <a:extLst>
              <a:ext uri="{FF2B5EF4-FFF2-40B4-BE49-F238E27FC236}">
                <a16:creationId xmlns:a16="http://schemas.microsoft.com/office/drawing/2014/main" id="{6166843E-6759-4122-AA61-2139DD0C84D9}"/>
              </a:ext>
            </a:extLst>
          </p:cNvPr>
          <p:cNvSpPr/>
          <p:nvPr/>
        </p:nvSpPr>
        <p:spPr>
          <a:xfrm>
            <a:off x="7702180" y="2222157"/>
            <a:ext cx="4323245" cy="923330"/>
          </a:xfrm>
          <a:prstGeom prst="rect">
            <a:avLst/>
          </a:prstGeom>
        </p:spPr>
        <p:txBody>
          <a:bodyPr wrap="square">
            <a:spAutoFit/>
          </a:bodyPr>
          <a:lstStyle/>
          <a:p>
            <a:pPr algn="ctr"/>
            <a:r>
              <a:rPr lang="fr-CM" dirty="0"/>
              <a:t>Service de micro-e-learning accompagnant les novices du réseau dans le parcours scolaire..</a:t>
            </a:r>
            <a:endParaRPr lang="en-US" sz="2000" dirty="0">
              <a:solidFill>
                <a:schemeClr val="accent1"/>
              </a:solidFill>
            </a:endParaRPr>
          </a:p>
        </p:txBody>
      </p:sp>
      <p:sp>
        <p:nvSpPr>
          <p:cNvPr id="50" name="Freeform: Shape 86">
            <a:extLst>
              <a:ext uri="{FF2B5EF4-FFF2-40B4-BE49-F238E27FC236}">
                <a16:creationId xmlns:a16="http://schemas.microsoft.com/office/drawing/2014/main" id="{798CADB7-B8B8-4EAE-8F10-B49B6670FDC8}"/>
              </a:ext>
            </a:extLst>
          </p:cNvPr>
          <p:cNvSpPr/>
          <p:nvPr/>
        </p:nvSpPr>
        <p:spPr>
          <a:xfrm>
            <a:off x="2766079" y="1806567"/>
            <a:ext cx="357282" cy="114042"/>
          </a:xfrm>
          <a:custGeom>
            <a:avLst/>
            <a:gdLst>
              <a:gd name="connsiteX0" fmla="*/ 183928 w 190500"/>
              <a:gd name="connsiteY0" fmla="*/ 95536 h 190500"/>
              <a:gd name="connsiteX1" fmla="*/ 95536 w 190500"/>
              <a:gd name="connsiteY1" fmla="*/ 183928 h 190500"/>
              <a:gd name="connsiteX2" fmla="*/ 7144 w 190500"/>
              <a:gd name="connsiteY2" fmla="*/ 95536 h 190500"/>
              <a:gd name="connsiteX3" fmla="*/ 95536 w 190500"/>
              <a:gd name="connsiteY3" fmla="*/ 7144 h 190500"/>
              <a:gd name="connsiteX4" fmla="*/ 183928 w 190500"/>
              <a:gd name="connsiteY4" fmla="*/ 95536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500" h="190500">
                <a:moveTo>
                  <a:pt x="183928" y="95536"/>
                </a:moveTo>
                <a:cubicBezTo>
                  <a:pt x="183928" y="144353"/>
                  <a:pt x="144353" y="183928"/>
                  <a:pt x="95536" y="183928"/>
                </a:cubicBezTo>
                <a:cubicBezTo>
                  <a:pt x="46718" y="183928"/>
                  <a:pt x="7144" y="144353"/>
                  <a:pt x="7144" y="95536"/>
                </a:cubicBezTo>
                <a:cubicBezTo>
                  <a:pt x="7144" y="46718"/>
                  <a:pt x="46718" y="7144"/>
                  <a:pt x="95536" y="7144"/>
                </a:cubicBezTo>
                <a:cubicBezTo>
                  <a:pt x="144353" y="7144"/>
                  <a:pt x="183928" y="46718"/>
                  <a:pt x="183928" y="95536"/>
                </a:cubicBezTo>
                <a:close/>
              </a:path>
            </a:pathLst>
          </a:custGeom>
          <a:solidFill>
            <a:srgbClr val="FFC947"/>
          </a:solidFill>
          <a:ln w="9525" cap="flat">
            <a:noFill/>
            <a:prstDash val="solid"/>
            <a:miter/>
          </a:ln>
        </p:spPr>
        <p:txBody>
          <a:bodyPr rtlCol="0" anchor="ctr"/>
          <a:lstStyle/>
          <a:p>
            <a:endParaRPr lang="en-US"/>
          </a:p>
        </p:txBody>
      </p:sp>
      <p:sp>
        <p:nvSpPr>
          <p:cNvPr id="51" name="Freeform: Shape 88">
            <a:extLst>
              <a:ext uri="{FF2B5EF4-FFF2-40B4-BE49-F238E27FC236}">
                <a16:creationId xmlns:a16="http://schemas.microsoft.com/office/drawing/2014/main" id="{50F2AECE-4F95-4A67-A7AC-0745E569C6DB}"/>
              </a:ext>
            </a:extLst>
          </p:cNvPr>
          <p:cNvSpPr/>
          <p:nvPr/>
        </p:nvSpPr>
        <p:spPr>
          <a:xfrm>
            <a:off x="8716899" y="6448703"/>
            <a:ext cx="190500" cy="190500"/>
          </a:xfrm>
          <a:custGeom>
            <a:avLst/>
            <a:gdLst>
              <a:gd name="connsiteX0" fmla="*/ 183928 w 190500"/>
              <a:gd name="connsiteY0" fmla="*/ 95536 h 190500"/>
              <a:gd name="connsiteX1" fmla="*/ 95535 w 190500"/>
              <a:gd name="connsiteY1" fmla="*/ 183928 h 190500"/>
              <a:gd name="connsiteX2" fmla="*/ 7143 w 190500"/>
              <a:gd name="connsiteY2" fmla="*/ 95536 h 190500"/>
              <a:gd name="connsiteX3" fmla="*/ 95535 w 190500"/>
              <a:gd name="connsiteY3" fmla="*/ 7144 h 190500"/>
              <a:gd name="connsiteX4" fmla="*/ 183928 w 190500"/>
              <a:gd name="connsiteY4" fmla="*/ 95536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500" h="190500">
                <a:moveTo>
                  <a:pt x="183928" y="95536"/>
                </a:moveTo>
                <a:cubicBezTo>
                  <a:pt x="183928" y="144353"/>
                  <a:pt x="144353" y="183928"/>
                  <a:pt x="95535" y="183928"/>
                </a:cubicBezTo>
                <a:cubicBezTo>
                  <a:pt x="46718" y="183928"/>
                  <a:pt x="7143" y="144354"/>
                  <a:pt x="7143" y="95536"/>
                </a:cubicBezTo>
                <a:cubicBezTo>
                  <a:pt x="7143" y="46719"/>
                  <a:pt x="46717" y="7144"/>
                  <a:pt x="95535" y="7144"/>
                </a:cubicBezTo>
                <a:cubicBezTo>
                  <a:pt x="144353" y="7144"/>
                  <a:pt x="183928" y="46718"/>
                  <a:pt x="183928" y="95536"/>
                </a:cubicBezTo>
                <a:close/>
              </a:path>
            </a:pathLst>
          </a:custGeom>
          <a:solidFill>
            <a:srgbClr val="FFC947"/>
          </a:solidFill>
          <a:ln w="9525" cap="flat">
            <a:noFill/>
            <a:prstDash val="solid"/>
            <a:miter/>
          </a:ln>
        </p:spPr>
        <p:txBody>
          <a:bodyPr rtlCol="0" anchor="ctr"/>
          <a:lstStyle/>
          <a:p>
            <a:endParaRPr lang="en-US"/>
          </a:p>
        </p:txBody>
      </p:sp>
      <p:sp>
        <p:nvSpPr>
          <p:cNvPr id="56" name="ZoneTexte 55"/>
          <p:cNvSpPr txBox="1"/>
          <p:nvPr/>
        </p:nvSpPr>
        <p:spPr>
          <a:xfrm>
            <a:off x="3274798" y="119030"/>
            <a:ext cx="4935370" cy="523220"/>
          </a:xfrm>
          <a:prstGeom prst="rect">
            <a:avLst/>
          </a:prstGeom>
          <a:noFill/>
        </p:spPr>
        <p:txBody>
          <a:bodyPr wrap="square" rtlCol="0">
            <a:spAutoFit/>
          </a:bodyPr>
          <a:lstStyle/>
          <a:p>
            <a:pPr marL="285750" indent="-285750">
              <a:buFont typeface="Wingdings" panose="05000000000000000000" pitchFamily="2" charset="2"/>
              <a:buChar char="v"/>
            </a:pPr>
            <a:r>
              <a:rPr lang="en-US" sz="2800" b="1" dirty="0">
                <a:solidFill>
                  <a:srgbClr val="00B0F0"/>
                </a:solidFill>
                <a:latin typeface="Cambria" panose="02040503050406030204" pitchFamily="18" charset="0"/>
                <a:ea typeface="Cambria" panose="02040503050406030204" pitchFamily="18" charset="0"/>
              </a:rPr>
              <a:t>SOLUTIONS PROPOSEES</a:t>
            </a:r>
            <a:endParaRPr lang="fr-FR" sz="2800" b="1" dirty="0">
              <a:solidFill>
                <a:srgbClr val="00B0F0"/>
              </a:solidFill>
              <a:latin typeface="Cambria" panose="02040503050406030204" pitchFamily="18" charset="0"/>
              <a:ea typeface="Cambria" panose="02040503050406030204" pitchFamily="18" charset="0"/>
            </a:endParaRPr>
          </a:p>
        </p:txBody>
      </p:sp>
      <p:pic>
        <p:nvPicPr>
          <p:cNvPr id="2" name="Picture 1">
            <a:extLst>
              <a:ext uri="{FF2B5EF4-FFF2-40B4-BE49-F238E27FC236}">
                <a16:creationId xmlns:a16="http://schemas.microsoft.com/office/drawing/2014/main" id="{67D6872B-1508-5009-06B5-CE82729DB8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11253" y="119031"/>
            <a:ext cx="2172410" cy="884822"/>
          </a:xfrm>
          <a:prstGeom prst="rect">
            <a:avLst/>
          </a:prstGeom>
        </p:spPr>
      </p:pic>
      <p:pic>
        <p:nvPicPr>
          <p:cNvPr id="5" name="Picture 4">
            <a:extLst>
              <a:ext uri="{FF2B5EF4-FFF2-40B4-BE49-F238E27FC236}">
                <a16:creationId xmlns:a16="http://schemas.microsoft.com/office/drawing/2014/main" id="{5315655F-015E-1D74-370E-263D74B71AA9}"/>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48891" y="745435"/>
            <a:ext cx="3396682" cy="2288399"/>
          </a:xfrm>
          <a:prstGeom prst="rect">
            <a:avLst/>
          </a:prstGeom>
          <a:ln>
            <a:noFill/>
          </a:ln>
          <a:effectLst>
            <a:softEdge rad="112500"/>
          </a:effectLst>
        </p:spPr>
      </p:pic>
    </p:spTree>
    <p:extLst>
      <p:ext uri="{BB962C8B-B14F-4D97-AF65-F5344CB8AC3E}">
        <p14:creationId xmlns:p14="http://schemas.microsoft.com/office/powerpoint/2010/main" val="3741400424"/>
      </p:ext>
    </p:extLst>
  </p:cSld>
  <p:clrMapOvr>
    <a:masterClrMapping/>
  </p:clrMapOvr>
  <p:transition spd="slow">
    <p:wheel spokes="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cBhvr>
                                        <p:cTn id="7" dur="500" fill="hold"/>
                                        <p:tgtEl>
                                          <p:spTgt spid="50"/>
                                        </p:tgtEl>
                                        <p:attrNameLst>
                                          <p:attrName>ppt_w</p:attrName>
                                        </p:attrNameLst>
                                      </p:cBhvr>
                                      <p:tavLst>
                                        <p:tav tm="0">
                                          <p:val>
                                            <p:fltVal val="0"/>
                                          </p:val>
                                        </p:tav>
                                        <p:tav tm="100000">
                                          <p:val>
                                            <p:strVal val="#ppt_w"/>
                                          </p:val>
                                        </p:tav>
                                      </p:tavLst>
                                    </p:anim>
                                    <p:anim calcmode="lin" valueType="num">
                                      <p:cBhvr>
                                        <p:cTn id="8" dur="500" fill="hold"/>
                                        <p:tgtEl>
                                          <p:spTgt spid="50"/>
                                        </p:tgtEl>
                                        <p:attrNameLst>
                                          <p:attrName>ppt_h</p:attrName>
                                        </p:attrNameLst>
                                      </p:cBhvr>
                                      <p:tavLst>
                                        <p:tav tm="0">
                                          <p:val>
                                            <p:fltVal val="0"/>
                                          </p:val>
                                        </p:tav>
                                        <p:tav tm="100000">
                                          <p:val>
                                            <p:strVal val="#ppt_h"/>
                                          </p:val>
                                        </p:tav>
                                      </p:tavLst>
                                    </p:anim>
                                    <p:animEffect transition="in" filter="fade">
                                      <p:cBhvr>
                                        <p:cTn id="9" dur="500"/>
                                        <p:tgtEl>
                                          <p:spTgt spid="50"/>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1"/>
                                        </p:tgtEl>
                                        <p:attrNameLst>
                                          <p:attrName>style.visibility</p:attrName>
                                        </p:attrNameLst>
                                      </p:cBhvr>
                                      <p:to>
                                        <p:strVal val="visible"/>
                                      </p:to>
                                    </p:set>
                                    <p:anim calcmode="lin" valueType="num">
                                      <p:cBhvr>
                                        <p:cTn id="12" dur="500" fill="hold"/>
                                        <p:tgtEl>
                                          <p:spTgt spid="51"/>
                                        </p:tgtEl>
                                        <p:attrNameLst>
                                          <p:attrName>ppt_w</p:attrName>
                                        </p:attrNameLst>
                                      </p:cBhvr>
                                      <p:tavLst>
                                        <p:tav tm="0">
                                          <p:val>
                                            <p:fltVal val="0"/>
                                          </p:val>
                                        </p:tav>
                                        <p:tav tm="100000">
                                          <p:val>
                                            <p:strVal val="#ppt_w"/>
                                          </p:val>
                                        </p:tav>
                                      </p:tavLst>
                                    </p:anim>
                                    <p:anim calcmode="lin" valueType="num">
                                      <p:cBhvr>
                                        <p:cTn id="13" dur="500" fill="hold"/>
                                        <p:tgtEl>
                                          <p:spTgt spid="51"/>
                                        </p:tgtEl>
                                        <p:attrNameLst>
                                          <p:attrName>ppt_h</p:attrName>
                                        </p:attrNameLst>
                                      </p:cBhvr>
                                      <p:tavLst>
                                        <p:tav tm="0">
                                          <p:val>
                                            <p:fltVal val="0"/>
                                          </p:val>
                                        </p:tav>
                                        <p:tav tm="100000">
                                          <p:val>
                                            <p:strVal val="#ppt_h"/>
                                          </p:val>
                                        </p:tav>
                                      </p:tavLst>
                                    </p:anim>
                                    <p:animEffect transition="in" filter="fade">
                                      <p:cBhvr>
                                        <p:cTn id="14" dur="500"/>
                                        <p:tgtEl>
                                          <p:spTgt spid="51"/>
                                        </p:tgtEl>
                                      </p:cBhvr>
                                    </p:animEffect>
                                  </p:childTnLst>
                                </p:cTn>
                              </p:par>
                            </p:childTnLst>
                          </p:cTn>
                        </p:par>
                        <p:par>
                          <p:cTn id="15" fill="hold">
                            <p:stCondLst>
                              <p:cond delay="500"/>
                            </p:stCondLst>
                            <p:childTnLst>
                              <p:par>
                                <p:cTn id="16" presetID="2" presetClass="entr" presetSubtype="8" decel="100000" fill="hold" nodeType="afterEffect">
                                  <p:stCondLst>
                                    <p:cond delay="0"/>
                                  </p:stCondLst>
                                  <p:childTnLst>
                                    <p:set>
                                      <p:cBhvr>
                                        <p:cTn id="17" dur="1" fill="hold">
                                          <p:stCondLst>
                                            <p:cond delay="0"/>
                                          </p:stCondLst>
                                        </p:cTn>
                                        <p:tgtEl>
                                          <p:spTgt spid="13"/>
                                        </p:tgtEl>
                                        <p:attrNameLst>
                                          <p:attrName>style.visibility</p:attrName>
                                        </p:attrNameLst>
                                      </p:cBhvr>
                                      <p:to>
                                        <p:strVal val="visible"/>
                                      </p:to>
                                    </p:set>
                                    <p:anim calcmode="lin" valueType="num">
                                      <p:cBhvr additive="base">
                                        <p:cTn id="18" dur="1000" fill="hold"/>
                                        <p:tgtEl>
                                          <p:spTgt spid="13"/>
                                        </p:tgtEl>
                                        <p:attrNameLst>
                                          <p:attrName>ppt_x</p:attrName>
                                        </p:attrNameLst>
                                      </p:cBhvr>
                                      <p:tavLst>
                                        <p:tav tm="0">
                                          <p:val>
                                            <p:strVal val="0-#ppt_w/2"/>
                                          </p:val>
                                        </p:tav>
                                        <p:tav tm="100000">
                                          <p:val>
                                            <p:strVal val="#ppt_x"/>
                                          </p:val>
                                        </p:tav>
                                      </p:tavLst>
                                    </p:anim>
                                    <p:anim calcmode="lin" valueType="num">
                                      <p:cBhvr additive="base">
                                        <p:cTn id="19" dur="1000" fill="hold"/>
                                        <p:tgtEl>
                                          <p:spTgt spid="13"/>
                                        </p:tgtEl>
                                        <p:attrNameLst>
                                          <p:attrName>ppt_y</p:attrName>
                                        </p:attrNameLst>
                                      </p:cBhvr>
                                      <p:tavLst>
                                        <p:tav tm="0">
                                          <p:val>
                                            <p:strVal val="#ppt_y"/>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30"/>
                                        </p:tgtEl>
                                        <p:attrNameLst>
                                          <p:attrName>style.visibility</p:attrName>
                                        </p:attrNameLst>
                                      </p:cBhvr>
                                      <p:to>
                                        <p:strVal val="visible"/>
                                      </p:to>
                                    </p:set>
                                    <p:anim calcmode="lin" valueType="num">
                                      <p:cBhvr>
                                        <p:cTn id="24" dur="500" fill="hold"/>
                                        <p:tgtEl>
                                          <p:spTgt spid="30"/>
                                        </p:tgtEl>
                                        <p:attrNameLst>
                                          <p:attrName>ppt_w</p:attrName>
                                        </p:attrNameLst>
                                      </p:cBhvr>
                                      <p:tavLst>
                                        <p:tav tm="0">
                                          <p:val>
                                            <p:fltVal val="0"/>
                                          </p:val>
                                        </p:tav>
                                        <p:tav tm="100000">
                                          <p:val>
                                            <p:strVal val="#ppt_w"/>
                                          </p:val>
                                        </p:tav>
                                      </p:tavLst>
                                    </p:anim>
                                    <p:anim calcmode="lin" valueType="num">
                                      <p:cBhvr>
                                        <p:cTn id="25" dur="500" fill="hold"/>
                                        <p:tgtEl>
                                          <p:spTgt spid="30"/>
                                        </p:tgtEl>
                                        <p:attrNameLst>
                                          <p:attrName>ppt_h</p:attrName>
                                        </p:attrNameLst>
                                      </p:cBhvr>
                                      <p:tavLst>
                                        <p:tav tm="0">
                                          <p:val>
                                            <p:fltVal val="0"/>
                                          </p:val>
                                        </p:tav>
                                        <p:tav tm="100000">
                                          <p:val>
                                            <p:strVal val="#ppt_h"/>
                                          </p:val>
                                        </p:tav>
                                      </p:tavLst>
                                    </p:anim>
                                    <p:animEffect transition="in" filter="fade">
                                      <p:cBhvr>
                                        <p:cTn id="26" dur="500"/>
                                        <p:tgtEl>
                                          <p:spTgt spid="30"/>
                                        </p:tgtEl>
                                      </p:cBhvr>
                                    </p:animEffect>
                                  </p:childTnLst>
                                </p:cTn>
                              </p:par>
                            </p:childTnLst>
                          </p:cTn>
                        </p:par>
                        <p:par>
                          <p:cTn id="27" fill="hold">
                            <p:stCondLst>
                              <p:cond delay="500"/>
                            </p:stCondLst>
                            <p:childTnLst>
                              <p:par>
                                <p:cTn id="28" presetID="53" presetClass="entr" presetSubtype="16" fill="hold" grpId="0" nodeType="afterEffect">
                                  <p:stCondLst>
                                    <p:cond delay="0"/>
                                  </p:stCondLst>
                                  <p:childTnLst>
                                    <p:set>
                                      <p:cBhvr>
                                        <p:cTn id="29" dur="1" fill="hold">
                                          <p:stCondLst>
                                            <p:cond delay="0"/>
                                          </p:stCondLst>
                                        </p:cTn>
                                        <p:tgtEl>
                                          <p:spTgt spid="31"/>
                                        </p:tgtEl>
                                        <p:attrNameLst>
                                          <p:attrName>style.visibility</p:attrName>
                                        </p:attrNameLst>
                                      </p:cBhvr>
                                      <p:to>
                                        <p:strVal val="visible"/>
                                      </p:to>
                                    </p:set>
                                    <p:anim calcmode="lin" valueType="num">
                                      <p:cBhvr>
                                        <p:cTn id="30" dur="500" fill="hold"/>
                                        <p:tgtEl>
                                          <p:spTgt spid="31"/>
                                        </p:tgtEl>
                                        <p:attrNameLst>
                                          <p:attrName>ppt_w</p:attrName>
                                        </p:attrNameLst>
                                      </p:cBhvr>
                                      <p:tavLst>
                                        <p:tav tm="0">
                                          <p:val>
                                            <p:fltVal val="0"/>
                                          </p:val>
                                        </p:tav>
                                        <p:tav tm="100000">
                                          <p:val>
                                            <p:strVal val="#ppt_w"/>
                                          </p:val>
                                        </p:tav>
                                      </p:tavLst>
                                    </p:anim>
                                    <p:anim calcmode="lin" valueType="num">
                                      <p:cBhvr>
                                        <p:cTn id="31" dur="500" fill="hold"/>
                                        <p:tgtEl>
                                          <p:spTgt spid="31"/>
                                        </p:tgtEl>
                                        <p:attrNameLst>
                                          <p:attrName>ppt_h</p:attrName>
                                        </p:attrNameLst>
                                      </p:cBhvr>
                                      <p:tavLst>
                                        <p:tav tm="0">
                                          <p:val>
                                            <p:fltVal val="0"/>
                                          </p:val>
                                        </p:tav>
                                        <p:tav tm="100000">
                                          <p:val>
                                            <p:strVal val="#ppt_h"/>
                                          </p:val>
                                        </p:tav>
                                      </p:tavLst>
                                    </p:anim>
                                    <p:animEffect transition="in" filter="fade">
                                      <p:cBhvr>
                                        <p:cTn id="32" dur="500"/>
                                        <p:tgtEl>
                                          <p:spTgt spid="31"/>
                                        </p:tgtEl>
                                      </p:cBhvr>
                                    </p:animEffect>
                                  </p:childTnLst>
                                </p:cTn>
                              </p:par>
                            </p:childTnLst>
                          </p:cTn>
                        </p:par>
                        <p:par>
                          <p:cTn id="33" fill="hold">
                            <p:stCondLst>
                              <p:cond delay="1000"/>
                            </p:stCondLst>
                            <p:childTnLst>
                              <p:par>
                                <p:cTn id="34" presetID="22" presetClass="entr" presetSubtype="1" fill="hold" grpId="0" nodeType="after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wipe(up)">
                                      <p:cBhvr>
                                        <p:cTn id="36" dur="500"/>
                                        <p:tgtEl>
                                          <p:spTgt spid="32"/>
                                        </p:tgtEl>
                                      </p:cBhvr>
                                    </p:animEffect>
                                  </p:childTnLst>
                                </p:cTn>
                              </p:par>
                            </p:childTnLst>
                          </p:cTn>
                        </p:par>
                        <p:par>
                          <p:cTn id="37" fill="hold">
                            <p:stCondLst>
                              <p:cond delay="1500"/>
                            </p:stCondLst>
                            <p:childTnLst>
                              <p:par>
                                <p:cTn id="38" presetID="10" presetClass="entr" presetSubtype="0" fill="hold" grpId="0" nodeType="afterEffect">
                                  <p:stCondLst>
                                    <p:cond delay="0"/>
                                  </p:stCondLst>
                                  <p:childTnLst>
                                    <p:set>
                                      <p:cBhvr>
                                        <p:cTn id="39" dur="1" fill="hold">
                                          <p:stCondLst>
                                            <p:cond delay="0"/>
                                          </p:stCondLst>
                                        </p:cTn>
                                        <p:tgtEl>
                                          <p:spTgt spid="45"/>
                                        </p:tgtEl>
                                        <p:attrNameLst>
                                          <p:attrName>style.visibility</p:attrName>
                                        </p:attrNameLst>
                                      </p:cBhvr>
                                      <p:to>
                                        <p:strVal val="visible"/>
                                      </p:to>
                                    </p:set>
                                    <p:animEffect transition="in" filter="fade">
                                      <p:cBhvr>
                                        <p:cTn id="40" dur="500"/>
                                        <p:tgtEl>
                                          <p:spTgt spid="45"/>
                                        </p:tgtEl>
                                      </p:cBhvr>
                                    </p:animEffect>
                                  </p:childTnLst>
                                </p:cTn>
                              </p:par>
                            </p:childTnLst>
                          </p:cTn>
                        </p:par>
                      </p:childTnLst>
                    </p:cTn>
                  </p:par>
                  <p:par>
                    <p:cTn id="41" fill="hold">
                      <p:stCondLst>
                        <p:cond delay="indefinite"/>
                      </p:stCondLst>
                      <p:childTnLst>
                        <p:par>
                          <p:cTn id="42" fill="hold">
                            <p:stCondLst>
                              <p:cond delay="0"/>
                            </p:stCondLst>
                            <p:childTnLst>
                              <p:par>
                                <p:cTn id="43" presetID="53" presetClass="entr" presetSubtype="16" fill="hold" grpId="0" nodeType="clickEffect">
                                  <p:stCondLst>
                                    <p:cond delay="0"/>
                                  </p:stCondLst>
                                  <p:childTnLst>
                                    <p:set>
                                      <p:cBhvr>
                                        <p:cTn id="44" dur="1" fill="hold">
                                          <p:stCondLst>
                                            <p:cond delay="0"/>
                                          </p:stCondLst>
                                        </p:cTn>
                                        <p:tgtEl>
                                          <p:spTgt spid="33"/>
                                        </p:tgtEl>
                                        <p:attrNameLst>
                                          <p:attrName>style.visibility</p:attrName>
                                        </p:attrNameLst>
                                      </p:cBhvr>
                                      <p:to>
                                        <p:strVal val="visible"/>
                                      </p:to>
                                    </p:set>
                                    <p:anim calcmode="lin" valueType="num">
                                      <p:cBhvr>
                                        <p:cTn id="45" dur="500" fill="hold"/>
                                        <p:tgtEl>
                                          <p:spTgt spid="33"/>
                                        </p:tgtEl>
                                        <p:attrNameLst>
                                          <p:attrName>ppt_w</p:attrName>
                                        </p:attrNameLst>
                                      </p:cBhvr>
                                      <p:tavLst>
                                        <p:tav tm="0">
                                          <p:val>
                                            <p:fltVal val="0"/>
                                          </p:val>
                                        </p:tav>
                                        <p:tav tm="100000">
                                          <p:val>
                                            <p:strVal val="#ppt_w"/>
                                          </p:val>
                                        </p:tav>
                                      </p:tavLst>
                                    </p:anim>
                                    <p:anim calcmode="lin" valueType="num">
                                      <p:cBhvr>
                                        <p:cTn id="46" dur="500" fill="hold"/>
                                        <p:tgtEl>
                                          <p:spTgt spid="33"/>
                                        </p:tgtEl>
                                        <p:attrNameLst>
                                          <p:attrName>ppt_h</p:attrName>
                                        </p:attrNameLst>
                                      </p:cBhvr>
                                      <p:tavLst>
                                        <p:tav tm="0">
                                          <p:val>
                                            <p:fltVal val="0"/>
                                          </p:val>
                                        </p:tav>
                                        <p:tav tm="100000">
                                          <p:val>
                                            <p:strVal val="#ppt_h"/>
                                          </p:val>
                                        </p:tav>
                                      </p:tavLst>
                                    </p:anim>
                                    <p:animEffect transition="in" filter="fade">
                                      <p:cBhvr>
                                        <p:cTn id="47" dur="500"/>
                                        <p:tgtEl>
                                          <p:spTgt spid="33"/>
                                        </p:tgtEl>
                                      </p:cBhvr>
                                    </p:animEffect>
                                  </p:childTnLst>
                                </p:cTn>
                              </p:par>
                            </p:childTnLst>
                          </p:cTn>
                        </p:par>
                        <p:par>
                          <p:cTn id="48" fill="hold">
                            <p:stCondLst>
                              <p:cond delay="500"/>
                            </p:stCondLst>
                            <p:childTnLst>
                              <p:par>
                                <p:cTn id="49" presetID="53" presetClass="entr" presetSubtype="16" fill="hold" grpId="0" nodeType="afterEffect">
                                  <p:stCondLst>
                                    <p:cond delay="0"/>
                                  </p:stCondLst>
                                  <p:childTnLst>
                                    <p:set>
                                      <p:cBhvr>
                                        <p:cTn id="50" dur="1" fill="hold">
                                          <p:stCondLst>
                                            <p:cond delay="0"/>
                                          </p:stCondLst>
                                        </p:cTn>
                                        <p:tgtEl>
                                          <p:spTgt spid="34"/>
                                        </p:tgtEl>
                                        <p:attrNameLst>
                                          <p:attrName>style.visibility</p:attrName>
                                        </p:attrNameLst>
                                      </p:cBhvr>
                                      <p:to>
                                        <p:strVal val="visible"/>
                                      </p:to>
                                    </p:set>
                                    <p:anim calcmode="lin" valueType="num">
                                      <p:cBhvr>
                                        <p:cTn id="51" dur="500" fill="hold"/>
                                        <p:tgtEl>
                                          <p:spTgt spid="34"/>
                                        </p:tgtEl>
                                        <p:attrNameLst>
                                          <p:attrName>ppt_w</p:attrName>
                                        </p:attrNameLst>
                                      </p:cBhvr>
                                      <p:tavLst>
                                        <p:tav tm="0">
                                          <p:val>
                                            <p:fltVal val="0"/>
                                          </p:val>
                                        </p:tav>
                                        <p:tav tm="100000">
                                          <p:val>
                                            <p:strVal val="#ppt_w"/>
                                          </p:val>
                                        </p:tav>
                                      </p:tavLst>
                                    </p:anim>
                                    <p:anim calcmode="lin" valueType="num">
                                      <p:cBhvr>
                                        <p:cTn id="52" dur="500" fill="hold"/>
                                        <p:tgtEl>
                                          <p:spTgt spid="34"/>
                                        </p:tgtEl>
                                        <p:attrNameLst>
                                          <p:attrName>ppt_h</p:attrName>
                                        </p:attrNameLst>
                                      </p:cBhvr>
                                      <p:tavLst>
                                        <p:tav tm="0">
                                          <p:val>
                                            <p:fltVal val="0"/>
                                          </p:val>
                                        </p:tav>
                                        <p:tav tm="100000">
                                          <p:val>
                                            <p:strVal val="#ppt_h"/>
                                          </p:val>
                                        </p:tav>
                                      </p:tavLst>
                                    </p:anim>
                                    <p:animEffect transition="in" filter="fade">
                                      <p:cBhvr>
                                        <p:cTn id="53" dur="500"/>
                                        <p:tgtEl>
                                          <p:spTgt spid="34"/>
                                        </p:tgtEl>
                                      </p:cBhvr>
                                    </p:animEffect>
                                  </p:childTnLst>
                                </p:cTn>
                              </p:par>
                            </p:childTnLst>
                          </p:cTn>
                        </p:par>
                        <p:par>
                          <p:cTn id="54" fill="hold">
                            <p:stCondLst>
                              <p:cond delay="1000"/>
                            </p:stCondLst>
                            <p:childTnLst>
                              <p:par>
                                <p:cTn id="55" presetID="22" presetClass="entr" presetSubtype="4" fill="hold" grpId="0" nodeType="after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wipe(down)">
                                      <p:cBhvr>
                                        <p:cTn id="57" dur="500"/>
                                        <p:tgtEl>
                                          <p:spTgt spid="35"/>
                                        </p:tgtEl>
                                      </p:cBhvr>
                                    </p:animEffect>
                                  </p:childTnLst>
                                </p:cTn>
                              </p:par>
                            </p:childTnLst>
                          </p:cTn>
                        </p:par>
                        <p:par>
                          <p:cTn id="58" fill="hold">
                            <p:stCondLst>
                              <p:cond delay="1500"/>
                            </p:stCondLst>
                            <p:childTnLst>
                              <p:par>
                                <p:cTn id="59" presetID="10" presetClass="entr" presetSubtype="0" fill="hold" grpId="0" nodeType="afterEffect">
                                  <p:stCondLst>
                                    <p:cond delay="0"/>
                                  </p:stCondLst>
                                  <p:childTnLst>
                                    <p:set>
                                      <p:cBhvr>
                                        <p:cTn id="60" dur="1" fill="hold">
                                          <p:stCondLst>
                                            <p:cond delay="0"/>
                                          </p:stCondLst>
                                        </p:cTn>
                                        <p:tgtEl>
                                          <p:spTgt spid="48"/>
                                        </p:tgtEl>
                                        <p:attrNameLst>
                                          <p:attrName>style.visibility</p:attrName>
                                        </p:attrNameLst>
                                      </p:cBhvr>
                                      <p:to>
                                        <p:strVal val="visible"/>
                                      </p:to>
                                    </p:set>
                                    <p:animEffect transition="in" filter="fade">
                                      <p:cBhvr>
                                        <p:cTn id="61" dur="500"/>
                                        <p:tgtEl>
                                          <p:spTgt spid="48"/>
                                        </p:tgtEl>
                                      </p:cBhvr>
                                    </p:animEffect>
                                  </p:childTnLst>
                                </p:cTn>
                              </p:par>
                            </p:childTnLst>
                          </p:cTn>
                        </p:par>
                      </p:childTnLst>
                    </p:cTn>
                  </p:par>
                  <p:par>
                    <p:cTn id="62" fill="hold">
                      <p:stCondLst>
                        <p:cond delay="indefinite"/>
                      </p:stCondLst>
                      <p:childTnLst>
                        <p:par>
                          <p:cTn id="63" fill="hold">
                            <p:stCondLst>
                              <p:cond delay="0"/>
                            </p:stCondLst>
                            <p:childTnLst>
                              <p:par>
                                <p:cTn id="64" presetID="53" presetClass="entr" presetSubtype="16" fill="hold" grpId="0" nodeType="clickEffect">
                                  <p:stCondLst>
                                    <p:cond delay="0"/>
                                  </p:stCondLst>
                                  <p:childTnLst>
                                    <p:set>
                                      <p:cBhvr>
                                        <p:cTn id="65" dur="1" fill="hold">
                                          <p:stCondLst>
                                            <p:cond delay="0"/>
                                          </p:stCondLst>
                                        </p:cTn>
                                        <p:tgtEl>
                                          <p:spTgt spid="36"/>
                                        </p:tgtEl>
                                        <p:attrNameLst>
                                          <p:attrName>style.visibility</p:attrName>
                                        </p:attrNameLst>
                                      </p:cBhvr>
                                      <p:to>
                                        <p:strVal val="visible"/>
                                      </p:to>
                                    </p:set>
                                    <p:anim calcmode="lin" valueType="num">
                                      <p:cBhvr>
                                        <p:cTn id="66" dur="500" fill="hold"/>
                                        <p:tgtEl>
                                          <p:spTgt spid="36"/>
                                        </p:tgtEl>
                                        <p:attrNameLst>
                                          <p:attrName>ppt_w</p:attrName>
                                        </p:attrNameLst>
                                      </p:cBhvr>
                                      <p:tavLst>
                                        <p:tav tm="0">
                                          <p:val>
                                            <p:fltVal val="0"/>
                                          </p:val>
                                        </p:tav>
                                        <p:tav tm="100000">
                                          <p:val>
                                            <p:strVal val="#ppt_w"/>
                                          </p:val>
                                        </p:tav>
                                      </p:tavLst>
                                    </p:anim>
                                    <p:anim calcmode="lin" valueType="num">
                                      <p:cBhvr>
                                        <p:cTn id="67" dur="500" fill="hold"/>
                                        <p:tgtEl>
                                          <p:spTgt spid="36"/>
                                        </p:tgtEl>
                                        <p:attrNameLst>
                                          <p:attrName>ppt_h</p:attrName>
                                        </p:attrNameLst>
                                      </p:cBhvr>
                                      <p:tavLst>
                                        <p:tav tm="0">
                                          <p:val>
                                            <p:fltVal val="0"/>
                                          </p:val>
                                        </p:tav>
                                        <p:tav tm="100000">
                                          <p:val>
                                            <p:strVal val="#ppt_h"/>
                                          </p:val>
                                        </p:tav>
                                      </p:tavLst>
                                    </p:anim>
                                    <p:animEffect transition="in" filter="fade">
                                      <p:cBhvr>
                                        <p:cTn id="68" dur="500"/>
                                        <p:tgtEl>
                                          <p:spTgt spid="36"/>
                                        </p:tgtEl>
                                      </p:cBhvr>
                                    </p:animEffect>
                                  </p:childTnLst>
                                </p:cTn>
                              </p:par>
                            </p:childTnLst>
                          </p:cTn>
                        </p:par>
                        <p:par>
                          <p:cTn id="69" fill="hold">
                            <p:stCondLst>
                              <p:cond delay="500"/>
                            </p:stCondLst>
                            <p:childTnLst>
                              <p:par>
                                <p:cTn id="70" presetID="53" presetClass="entr" presetSubtype="16" fill="hold" grpId="0" nodeType="afterEffect">
                                  <p:stCondLst>
                                    <p:cond delay="0"/>
                                  </p:stCondLst>
                                  <p:childTnLst>
                                    <p:set>
                                      <p:cBhvr>
                                        <p:cTn id="71" dur="1" fill="hold">
                                          <p:stCondLst>
                                            <p:cond delay="0"/>
                                          </p:stCondLst>
                                        </p:cTn>
                                        <p:tgtEl>
                                          <p:spTgt spid="37"/>
                                        </p:tgtEl>
                                        <p:attrNameLst>
                                          <p:attrName>style.visibility</p:attrName>
                                        </p:attrNameLst>
                                      </p:cBhvr>
                                      <p:to>
                                        <p:strVal val="visible"/>
                                      </p:to>
                                    </p:set>
                                    <p:anim calcmode="lin" valueType="num">
                                      <p:cBhvr>
                                        <p:cTn id="72" dur="500" fill="hold"/>
                                        <p:tgtEl>
                                          <p:spTgt spid="37"/>
                                        </p:tgtEl>
                                        <p:attrNameLst>
                                          <p:attrName>ppt_w</p:attrName>
                                        </p:attrNameLst>
                                      </p:cBhvr>
                                      <p:tavLst>
                                        <p:tav tm="0">
                                          <p:val>
                                            <p:fltVal val="0"/>
                                          </p:val>
                                        </p:tav>
                                        <p:tav tm="100000">
                                          <p:val>
                                            <p:strVal val="#ppt_w"/>
                                          </p:val>
                                        </p:tav>
                                      </p:tavLst>
                                    </p:anim>
                                    <p:anim calcmode="lin" valueType="num">
                                      <p:cBhvr>
                                        <p:cTn id="73" dur="500" fill="hold"/>
                                        <p:tgtEl>
                                          <p:spTgt spid="37"/>
                                        </p:tgtEl>
                                        <p:attrNameLst>
                                          <p:attrName>ppt_h</p:attrName>
                                        </p:attrNameLst>
                                      </p:cBhvr>
                                      <p:tavLst>
                                        <p:tav tm="0">
                                          <p:val>
                                            <p:fltVal val="0"/>
                                          </p:val>
                                        </p:tav>
                                        <p:tav tm="100000">
                                          <p:val>
                                            <p:strVal val="#ppt_h"/>
                                          </p:val>
                                        </p:tav>
                                      </p:tavLst>
                                    </p:anim>
                                    <p:animEffect transition="in" filter="fade">
                                      <p:cBhvr>
                                        <p:cTn id="74" dur="500"/>
                                        <p:tgtEl>
                                          <p:spTgt spid="37"/>
                                        </p:tgtEl>
                                      </p:cBhvr>
                                    </p:animEffect>
                                  </p:childTnLst>
                                </p:cTn>
                              </p:par>
                            </p:childTnLst>
                          </p:cTn>
                        </p:par>
                        <p:par>
                          <p:cTn id="75" fill="hold">
                            <p:stCondLst>
                              <p:cond delay="1000"/>
                            </p:stCondLst>
                            <p:childTnLst>
                              <p:par>
                                <p:cTn id="76" presetID="22" presetClass="entr" presetSubtype="1" fill="hold" grpId="0" nodeType="afterEffect">
                                  <p:stCondLst>
                                    <p:cond delay="0"/>
                                  </p:stCondLst>
                                  <p:childTnLst>
                                    <p:set>
                                      <p:cBhvr>
                                        <p:cTn id="77" dur="1" fill="hold">
                                          <p:stCondLst>
                                            <p:cond delay="0"/>
                                          </p:stCondLst>
                                        </p:cTn>
                                        <p:tgtEl>
                                          <p:spTgt spid="38"/>
                                        </p:tgtEl>
                                        <p:attrNameLst>
                                          <p:attrName>style.visibility</p:attrName>
                                        </p:attrNameLst>
                                      </p:cBhvr>
                                      <p:to>
                                        <p:strVal val="visible"/>
                                      </p:to>
                                    </p:set>
                                    <p:animEffect transition="in" filter="wipe(up)">
                                      <p:cBhvr>
                                        <p:cTn id="78" dur="500"/>
                                        <p:tgtEl>
                                          <p:spTgt spid="38"/>
                                        </p:tgtEl>
                                      </p:cBhvr>
                                    </p:animEffect>
                                  </p:childTnLst>
                                </p:cTn>
                              </p:par>
                            </p:childTnLst>
                          </p:cTn>
                        </p:par>
                        <p:par>
                          <p:cTn id="79" fill="hold">
                            <p:stCondLst>
                              <p:cond delay="1500"/>
                            </p:stCondLst>
                            <p:childTnLst>
                              <p:par>
                                <p:cTn id="80" presetID="10" presetClass="entr" presetSubtype="0" fill="hold" grpId="0" nodeType="after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500"/>
                                        <p:tgtEl>
                                          <p:spTgt spid="46"/>
                                        </p:tgtEl>
                                      </p:cBhvr>
                                    </p:animEffect>
                                  </p:childTnLst>
                                </p:cTn>
                              </p:par>
                            </p:childTnLst>
                          </p:cTn>
                        </p:par>
                      </p:childTnLst>
                    </p:cTn>
                  </p:par>
                  <p:par>
                    <p:cTn id="83" fill="hold">
                      <p:stCondLst>
                        <p:cond delay="indefinite"/>
                      </p:stCondLst>
                      <p:childTnLst>
                        <p:par>
                          <p:cTn id="84" fill="hold">
                            <p:stCondLst>
                              <p:cond delay="0"/>
                            </p:stCondLst>
                            <p:childTnLst>
                              <p:par>
                                <p:cTn id="85" presetID="53" presetClass="entr" presetSubtype="16" fill="hold" grpId="0" nodeType="clickEffect">
                                  <p:stCondLst>
                                    <p:cond delay="0"/>
                                  </p:stCondLst>
                                  <p:childTnLst>
                                    <p:set>
                                      <p:cBhvr>
                                        <p:cTn id="86" dur="1" fill="hold">
                                          <p:stCondLst>
                                            <p:cond delay="0"/>
                                          </p:stCondLst>
                                        </p:cTn>
                                        <p:tgtEl>
                                          <p:spTgt spid="39"/>
                                        </p:tgtEl>
                                        <p:attrNameLst>
                                          <p:attrName>style.visibility</p:attrName>
                                        </p:attrNameLst>
                                      </p:cBhvr>
                                      <p:to>
                                        <p:strVal val="visible"/>
                                      </p:to>
                                    </p:set>
                                    <p:anim calcmode="lin" valueType="num">
                                      <p:cBhvr>
                                        <p:cTn id="87" dur="500" fill="hold"/>
                                        <p:tgtEl>
                                          <p:spTgt spid="39"/>
                                        </p:tgtEl>
                                        <p:attrNameLst>
                                          <p:attrName>ppt_w</p:attrName>
                                        </p:attrNameLst>
                                      </p:cBhvr>
                                      <p:tavLst>
                                        <p:tav tm="0">
                                          <p:val>
                                            <p:fltVal val="0"/>
                                          </p:val>
                                        </p:tav>
                                        <p:tav tm="100000">
                                          <p:val>
                                            <p:strVal val="#ppt_w"/>
                                          </p:val>
                                        </p:tav>
                                      </p:tavLst>
                                    </p:anim>
                                    <p:anim calcmode="lin" valueType="num">
                                      <p:cBhvr>
                                        <p:cTn id="88" dur="500" fill="hold"/>
                                        <p:tgtEl>
                                          <p:spTgt spid="39"/>
                                        </p:tgtEl>
                                        <p:attrNameLst>
                                          <p:attrName>ppt_h</p:attrName>
                                        </p:attrNameLst>
                                      </p:cBhvr>
                                      <p:tavLst>
                                        <p:tav tm="0">
                                          <p:val>
                                            <p:fltVal val="0"/>
                                          </p:val>
                                        </p:tav>
                                        <p:tav tm="100000">
                                          <p:val>
                                            <p:strVal val="#ppt_h"/>
                                          </p:val>
                                        </p:tav>
                                      </p:tavLst>
                                    </p:anim>
                                    <p:animEffect transition="in" filter="fade">
                                      <p:cBhvr>
                                        <p:cTn id="89" dur="500"/>
                                        <p:tgtEl>
                                          <p:spTgt spid="39"/>
                                        </p:tgtEl>
                                      </p:cBhvr>
                                    </p:animEffect>
                                  </p:childTnLst>
                                </p:cTn>
                              </p:par>
                            </p:childTnLst>
                          </p:cTn>
                        </p:par>
                        <p:par>
                          <p:cTn id="90" fill="hold">
                            <p:stCondLst>
                              <p:cond delay="500"/>
                            </p:stCondLst>
                            <p:childTnLst>
                              <p:par>
                                <p:cTn id="91" presetID="53" presetClass="entr" presetSubtype="16" fill="hold" grpId="0" nodeType="afterEffect">
                                  <p:stCondLst>
                                    <p:cond delay="0"/>
                                  </p:stCondLst>
                                  <p:childTnLst>
                                    <p:set>
                                      <p:cBhvr>
                                        <p:cTn id="92" dur="1" fill="hold">
                                          <p:stCondLst>
                                            <p:cond delay="0"/>
                                          </p:stCondLst>
                                        </p:cTn>
                                        <p:tgtEl>
                                          <p:spTgt spid="40"/>
                                        </p:tgtEl>
                                        <p:attrNameLst>
                                          <p:attrName>style.visibility</p:attrName>
                                        </p:attrNameLst>
                                      </p:cBhvr>
                                      <p:to>
                                        <p:strVal val="visible"/>
                                      </p:to>
                                    </p:set>
                                    <p:anim calcmode="lin" valueType="num">
                                      <p:cBhvr>
                                        <p:cTn id="93" dur="500" fill="hold"/>
                                        <p:tgtEl>
                                          <p:spTgt spid="40"/>
                                        </p:tgtEl>
                                        <p:attrNameLst>
                                          <p:attrName>ppt_w</p:attrName>
                                        </p:attrNameLst>
                                      </p:cBhvr>
                                      <p:tavLst>
                                        <p:tav tm="0">
                                          <p:val>
                                            <p:fltVal val="0"/>
                                          </p:val>
                                        </p:tav>
                                        <p:tav tm="100000">
                                          <p:val>
                                            <p:strVal val="#ppt_w"/>
                                          </p:val>
                                        </p:tav>
                                      </p:tavLst>
                                    </p:anim>
                                    <p:anim calcmode="lin" valueType="num">
                                      <p:cBhvr>
                                        <p:cTn id="94" dur="500" fill="hold"/>
                                        <p:tgtEl>
                                          <p:spTgt spid="40"/>
                                        </p:tgtEl>
                                        <p:attrNameLst>
                                          <p:attrName>ppt_h</p:attrName>
                                        </p:attrNameLst>
                                      </p:cBhvr>
                                      <p:tavLst>
                                        <p:tav tm="0">
                                          <p:val>
                                            <p:fltVal val="0"/>
                                          </p:val>
                                        </p:tav>
                                        <p:tav tm="100000">
                                          <p:val>
                                            <p:strVal val="#ppt_h"/>
                                          </p:val>
                                        </p:tav>
                                      </p:tavLst>
                                    </p:anim>
                                    <p:animEffect transition="in" filter="fade">
                                      <p:cBhvr>
                                        <p:cTn id="95" dur="500"/>
                                        <p:tgtEl>
                                          <p:spTgt spid="40"/>
                                        </p:tgtEl>
                                      </p:cBhvr>
                                    </p:animEffect>
                                  </p:childTnLst>
                                </p:cTn>
                              </p:par>
                            </p:childTnLst>
                          </p:cTn>
                        </p:par>
                        <p:par>
                          <p:cTn id="96" fill="hold">
                            <p:stCondLst>
                              <p:cond delay="1000"/>
                            </p:stCondLst>
                            <p:childTnLst>
                              <p:par>
                                <p:cTn id="97" presetID="22" presetClass="entr" presetSubtype="4" fill="hold" grpId="0" nodeType="afterEffect">
                                  <p:stCondLst>
                                    <p:cond delay="0"/>
                                  </p:stCondLst>
                                  <p:childTnLst>
                                    <p:set>
                                      <p:cBhvr>
                                        <p:cTn id="98" dur="1" fill="hold">
                                          <p:stCondLst>
                                            <p:cond delay="0"/>
                                          </p:stCondLst>
                                        </p:cTn>
                                        <p:tgtEl>
                                          <p:spTgt spid="41"/>
                                        </p:tgtEl>
                                        <p:attrNameLst>
                                          <p:attrName>style.visibility</p:attrName>
                                        </p:attrNameLst>
                                      </p:cBhvr>
                                      <p:to>
                                        <p:strVal val="visible"/>
                                      </p:to>
                                    </p:set>
                                    <p:animEffect transition="in" filter="wipe(down)">
                                      <p:cBhvr>
                                        <p:cTn id="99" dur="500"/>
                                        <p:tgtEl>
                                          <p:spTgt spid="41"/>
                                        </p:tgtEl>
                                      </p:cBhvr>
                                    </p:animEffect>
                                  </p:childTnLst>
                                </p:cTn>
                              </p:par>
                            </p:childTnLst>
                          </p:cTn>
                        </p:par>
                        <p:par>
                          <p:cTn id="100" fill="hold">
                            <p:stCondLst>
                              <p:cond delay="1500"/>
                            </p:stCondLst>
                            <p:childTnLst>
                              <p:par>
                                <p:cTn id="101" presetID="10" presetClass="entr" presetSubtype="0" fill="hold" grpId="0" nodeType="afterEffect">
                                  <p:stCondLst>
                                    <p:cond delay="0"/>
                                  </p:stCondLst>
                                  <p:childTnLst>
                                    <p:set>
                                      <p:cBhvr>
                                        <p:cTn id="102" dur="1" fill="hold">
                                          <p:stCondLst>
                                            <p:cond delay="0"/>
                                          </p:stCondLst>
                                        </p:cTn>
                                        <p:tgtEl>
                                          <p:spTgt spid="49"/>
                                        </p:tgtEl>
                                        <p:attrNameLst>
                                          <p:attrName>style.visibility</p:attrName>
                                        </p:attrNameLst>
                                      </p:cBhvr>
                                      <p:to>
                                        <p:strVal val="visible"/>
                                      </p:to>
                                    </p:set>
                                    <p:animEffect transition="in" filter="fade">
                                      <p:cBhvr>
                                        <p:cTn id="103"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5" grpId="0"/>
      <p:bldP spid="46" grpId="0"/>
      <p:bldP spid="48" grpId="0"/>
      <p:bldP spid="49" grpId="0"/>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ZoneTexte 5"/>
          <p:cNvSpPr txBox="1"/>
          <p:nvPr/>
        </p:nvSpPr>
        <p:spPr>
          <a:xfrm>
            <a:off x="369177" y="1712714"/>
            <a:ext cx="6442365" cy="1077218"/>
          </a:xfrm>
          <a:prstGeom prst="rect">
            <a:avLst/>
          </a:prstGeom>
          <a:noFill/>
        </p:spPr>
        <p:txBody>
          <a:bodyPr wrap="square" rtlCol="0">
            <a:spAutoFit/>
          </a:bodyPr>
          <a:lstStyle/>
          <a:p>
            <a:pPr marL="285750" indent="-285750">
              <a:buFont typeface="Wingdings" panose="05000000000000000000" pitchFamily="2" charset="2"/>
              <a:buChar char="v"/>
            </a:pPr>
            <a:r>
              <a:rPr lang="fr-FR" sz="3600" b="1" dirty="0">
                <a:solidFill>
                  <a:srgbClr val="00B0F0"/>
                </a:solidFill>
                <a:latin typeface="Cambria" panose="02040503050406030204" pitchFamily="18" charset="0"/>
                <a:ea typeface="Cambria" panose="02040503050406030204" pitchFamily="18" charset="0"/>
              </a:rPr>
              <a:t> MOTHODOLOGIE</a:t>
            </a:r>
          </a:p>
          <a:p>
            <a:endParaRPr lang="fr-FR" sz="2800" b="1" dirty="0">
              <a:solidFill>
                <a:schemeClr val="accent1"/>
              </a:solidFill>
              <a:latin typeface="Cambria" panose="02040503050406030204" pitchFamily="18" charset="0"/>
              <a:ea typeface="Cambria" panose="02040503050406030204" pitchFamily="18" charset="0"/>
            </a:endParaRPr>
          </a:p>
        </p:txBody>
      </p:sp>
      <p:pic>
        <p:nvPicPr>
          <p:cNvPr id="12" name="Espace réservé du contenu 7">
            <a:extLst>
              <a:ext uri="{FF2B5EF4-FFF2-40B4-BE49-F238E27FC236}">
                <a16:creationId xmlns:a16="http://schemas.microsoft.com/office/drawing/2014/main" id="{7213DE05-BE13-4AF6-827C-57FD3A6299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405575"/>
            <a:ext cx="4568599" cy="4307801"/>
          </a:xfrm>
          <a:prstGeom prst="rect">
            <a:avLst/>
          </a:prstGeom>
          <a:ln>
            <a:noFill/>
          </a:ln>
          <a:effectLst>
            <a:softEdge rad="112500"/>
          </a:effectLst>
        </p:spPr>
      </p:pic>
      <p:sp>
        <p:nvSpPr>
          <p:cNvPr id="9" name="Rectangle à coins arrondis 8"/>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9</a:t>
            </a:r>
          </a:p>
        </p:txBody>
      </p:sp>
      <p:grpSp>
        <p:nvGrpSpPr>
          <p:cNvPr id="13" name="Groupe 12">
            <a:extLst>
              <a:ext uri="{FF2B5EF4-FFF2-40B4-BE49-F238E27FC236}">
                <a16:creationId xmlns:a16="http://schemas.microsoft.com/office/drawing/2014/main" id="{95504EEF-9FFF-4C9F-9F16-51EAA47DED1B}"/>
              </a:ext>
            </a:extLst>
          </p:cNvPr>
          <p:cNvGrpSpPr/>
          <p:nvPr/>
        </p:nvGrpSpPr>
        <p:grpSpPr>
          <a:xfrm>
            <a:off x="641007" y="130455"/>
            <a:ext cx="11048999" cy="1263480"/>
            <a:chOff x="413054" y="135497"/>
            <a:chExt cx="12894425" cy="1276314"/>
          </a:xfrm>
          <a:solidFill>
            <a:srgbClr val="00B050"/>
          </a:solidFill>
        </p:grpSpPr>
        <p:sp>
          <p:nvSpPr>
            <p:cNvPr id="14" name="Signalisation droite 5">
              <a:extLst>
                <a:ext uri="{FF2B5EF4-FFF2-40B4-BE49-F238E27FC236}">
                  <a16:creationId xmlns:a16="http://schemas.microsoft.com/office/drawing/2014/main" id="{BE092505-8B09-B74D-AB5D-F737400CEEDB}"/>
                </a:ext>
              </a:extLst>
            </p:cNvPr>
            <p:cNvSpPr/>
            <p:nvPr/>
          </p:nvSpPr>
          <p:spPr>
            <a:xfrm>
              <a:off x="1675627" y="135497"/>
              <a:ext cx="11631852" cy="1276314"/>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solidFill>
                    <a:prstClr val="white"/>
                  </a:solidFill>
                  <a:latin typeface="Cambria" panose="02040503050406030204" pitchFamily="18" charset="0"/>
                  <a:ea typeface="Cambria" panose="02040503050406030204" pitchFamily="18" charset="0"/>
                </a:rPr>
                <a:t>METHODOLOGIE  ET ARCHITECTURE UTILISEE</a:t>
              </a:r>
            </a:p>
          </p:txBody>
        </p:sp>
        <p:sp>
          <p:nvSpPr>
            <p:cNvPr id="15" name="Larme 14">
              <a:extLst>
                <a:ext uri="{FF2B5EF4-FFF2-40B4-BE49-F238E27FC236}">
                  <a16:creationId xmlns:a16="http://schemas.microsoft.com/office/drawing/2014/main" id="{D9D66D36-2DC1-4453-91F8-DFC07EE7998C}"/>
                </a:ext>
              </a:extLst>
            </p:cNvPr>
            <p:cNvSpPr/>
            <p:nvPr/>
          </p:nvSpPr>
          <p:spPr>
            <a:xfrm>
              <a:off x="413054" y="184082"/>
              <a:ext cx="1262573" cy="1227728"/>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solidFill>
                    <a:prstClr val="white"/>
                  </a:solidFill>
                </a:rPr>
                <a:t>4</a:t>
              </a:r>
            </a:p>
          </p:txBody>
        </p:sp>
      </p:grpSp>
      <p:sp>
        <p:nvSpPr>
          <p:cNvPr id="17" name="Flèche droite 16"/>
          <p:cNvSpPr/>
          <p:nvPr/>
        </p:nvSpPr>
        <p:spPr>
          <a:xfrm>
            <a:off x="4568598" y="5109029"/>
            <a:ext cx="1468647" cy="1447199"/>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000" b="1" dirty="0">
              <a:latin typeface="Cambria" panose="02040503050406030204" pitchFamily="18" charset="0"/>
              <a:ea typeface="Cambria" panose="02040503050406030204" pitchFamily="18" charset="0"/>
            </a:endParaRPr>
          </a:p>
        </p:txBody>
      </p:sp>
      <p:grpSp>
        <p:nvGrpSpPr>
          <p:cNvPr id="18" name="Groupe 17"/>
          <p:cNvGrpSpPr/>
          <p:nvPr/>
        </p:nvGrpSpPr>
        <p:grpSpPr>
          <a:xfrm>
            <a:off x="6037245" y="1882768"/>
            <a:ext cx="6000855" cy="4469325"/>
            <a:chOff x="6191145" y="1438330"/>
            <a:chExt cx="6000855" cy="4789798"/>
          </a:xfrm>
        </p:grpSpPr>
        <p:pic>
          <p:nvPicPr>
            <p:cNvPr id="19" name="Image 1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1145" y="1438330"/>
              <a:ext cx="6000855" cy="4789798"/>
            </a:xfrm>
            <a:prstGeom prst="rect">
              <a:avLst/>
            </a:prstGeom>
          </p:spPr>
        </p:pic>
        <p:sp>
          <p:nvSpPr>
            <p:cNvPr id="20" name="ZoneTexte 19"/>
            <p:cNvSpPr txBox="1"/>
            <p:nvPr/>
          </p:nvSpPr>
          <p:spPr>
            <a:xfrm>
              <a:off x="6612975" y="4901966"/>
              <a:ext cx="2050473" cy="830997"/>
            </a:xfrm>
            <a:prstGeom prst="rect">
              <a:avLst/>
            </a:prstGeom>
            <a:noFill/>
          </p:spPr>
          <p:txBody>
            <a:bodyPr wrap="square" rtlCol="0">
              <a:spAutoFit/>
            </a:bodyPr>
            <a:lstStyle/>
            <a:p>
              <a:r>
                <a:rPr lang="fr-FR" sz="4800" b="1" dirty="0">
                  <a:solidFill>
                    <a:srgbClr val="209890"/>
                  </a:solidFill>
                  <a:latin typeface="Verdana" panose="020B0604030504040204" pitchFamily="34" charset="0"/>
                  <a:ea typeface="Verdana" panose="020B0604030504040204" pitchFamily="34" charset="0"/>
                </a:rPr>
                <a:t>2TUP</a:t>
              </a:r>
            </a:p>
          </p:txBody>
        </p:sp>
      </p:grpSp>
    </p:spTree>
    <p:extLst>
      <p:ext uri="{BB962C8B-B14F-4D97-AF65-F5344CB8AC3E}">
        <p14:creationId xmlns:p14="http://schemas.microsoft.com/office/powerpoint/2010/main" val="411253647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par>
                    <p:cTn id="10" fill="hold">
                      <p:stCondLst>
                        <p:cond delay="indefinite"/>
                      </p:stCondLst>
                      <p:childTnLst>
                        <p:par>
                          <p:cTn id="11" fill="hold">
                            <p:stCondLst>
                              <p:cond delay="0"/>
                            </p:stCondLst>
                            <p:childTnLst>
                              <p:par>
                                <p:cTn id="12" presetID="31" presetClass="entr" presetSubtype="0" fill="hold" grpId="0" nodeType="clickEffect">
                                  <p:stCondLst>
                                    <p:cond delay="0"/>
                                  </p:stCondLst>
                                  <p:childTnLst>
                                    <p:set>
                                      <p:cBhvr>
                                        <p:cTn id="13" dur="1" fill="hold">
                                          <p:stCondLst>
                                            <p:cond delay="0"/>
                                          </p:stCondLst>
                                        </p:cTn>
                                        <p:tgtEl>
                                          <p:spTgt spid="17"/>
                                        </p:tgtEl>
                                        <p:attrNameLst>
                                          <p:attrName>style.visibility</p:attrName>
                                        </p:attrNameLst>
                                      </p:cBhvr>
                                      <p:to>
                                        <p:strVal val="visible"/>
                                      </p:to>
                                    </p:set>
                                    <p:anim calcmode="lin" valueType="num">
                                      <p:cBhvr>
                                        <p:cTn id="14" dur="1000" fill="hold"/>
                                        <p:tgtEl>
                                          <p:spTgt spid="17"/>
                                        </p:tgtEl>
                                        <p:attrNameLst>
                                          <p:attrName>ppt_w</p:attrName>
                                        </p:attrNameLst>
                                      </p:cBhvr>
                                      <p:tavLst>
                                        <p:tav tm="0">
                                          <p:val>
                                            <p:fltVal val="0"/>
                                          </p:val>
                                        </p:tav>
                                        <p:tav tm="100000">
                                          <p:val>
                                            <p:strVal val="#ppt_w"/>
                                          </p:val>
                                        </p:tav>
                                      </p:tavLst>
                                    </p:anim>
                                    <p:anim calcmode="lin" valueType="num">
                                      <p:cBhvr>
                                        <p:cTn id="15" dur="1000" fill="hold"/>
                                        <p:tgtEl>
                                          <p:spTgt spid="17"/>
                                        </p:tgtEl>
                                        <p:attrNameLst>
                                          <p:attrName>ppt_h</p:attrName>
                                        </p:attrNameLst>
                                      </p:cBhvr>
                                      <p:tavLst>
                                        <p:tav tm="0">
                                          <p:val>
                                            <p:fltVal val="0"/>
                                          </p:val>
                                        </p:tav>
                                        <p:tav tm="100000">
                                          <p:val>
                                            <p:strVal val="#ppt_h"/>
                                          </p:val>
                                        </p:tav>
                                      </p:tavLst>
                                    </p:anim>
                                    <p:anim calcmode="lin" valueType="num">
                                      <p:cBhvr>
                                        <p:cTn id="16" dur="1000" fill="hold"/>
                                        <p:tgtEl>
                                          <p:spTgt spid="17"/>
                                        </p:tgtEl>
                                        <p:attrNameLst>
                                          <p:attrName>style.rotation</p:attrName>
                                        </p:attrNameLst>
                                      </p:cBhvr>
                                      <p:tavLst>
                                        <p:tav tm="0">
                                          <p:val>
                                            <p:fltVal val="90"/>
                                          </p:val>
                                        </p:tav>
                                        <p:tav tm="100000">
                                          <p:val>
                                            <p:fltVal val="0"/>
                                          </p:val>
                                        </p:tav>
                                      </p:tavLst>
                                    </p:anim>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 calcmode="lin" valueType="num">
                                      <p:cBhvr>
                                        <p:cTn id="22" dur="500" fill="hold"/>
                                        <p:tgtEl>
                                          <p:spTgt spid="18"/>
                                        </p:tgtEl>
                                        <p:attrNameLst>
                                          <p:attrName>ppt_w</p:attrName>
                                        </p:attrNameLst>
                                      </p:cBhvr>
                                      <p:tavLst>
                                        <p:tav tm="0">
                                          <p:val>
                                            <p:fltVal val="0"/>
                                          </p:val>
                                        </p:tav>
                                        <p:tav tm="100000">
                                          <p:val>
                                            <p:strVal val="#ppt_w"/>
                                          </p:val>
                                        </p:tav>
                                      </p:tavLst>
                                    </p:anim>
                                    <p:anim calcmode="lin" valueType="num">
                                      <p:cBhvr>
                                        <p:cTn id="23" dur="500" fill="hold"/>
                                        <p:tgtEl>
                                          <p:spTgt spid="18"/>
                                        </p:tgtEl>
                                        <p:attrNameLst>
                                          <p:attrName>ppt_h</p:attrName>
                                        </p:attrNameLst>
                                      </p:cBhvr>
                                      <p:tavLst>
                                        <p:tav tm="0">
                                          <p:val>
                                            <p:fltVal val="0"/>
                                          </p:val>
                                        </p:tav>
                                        <p:tav tm="100000">
                                          <p:val>
                                            <p:strVal val="#ppt_h"/>
                                          </p:val>
                                        </p:tav>
                                      </p:tavLst>
                                    </p:anim>
                                    <p:animEffect transition="in" filter="fade">
                                      <p:cBhvr>
                                        <p:cTn id="24"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e 4"/>
          <p:cNvGrpSpPr/>
          <p:nvPr/>
        </p:nvGrpSpPr>
        <p:grpSpPr>
          <a:xfrm>
            <a:off x="-469236" y="-239266"/>
            <a:ext cx="11519415" cy="1294342"/>
            <a:chOff x="853127" y="14457"/>
            <a:chExt cx="11519415" cy="1294342"/>
          </a:xfrm>
        </p:grpSpPr>
        <p:sp>
          <p:nvSpPr>
            <p:cNvPr id="6" name="ZoneTexte 5"/>
            <p:cNvSpPr txBox="1"/>
            <p:nvPr/>
          </p:nvSpPr>
          <p:spPr>
            <a:xfrm>
              <a:off x="853127" y="332509"/>
              <a:ext cx="7079674" cy="523220"/>
            </a:xfrm>
            <a:prstGeom prst="rect">
              <a:avLst/>
            </a:prstGeom>
            <a:noFill/>
          </p:spPr>
          <p:txBody>
            <a:bodyPr wrap="square" rtlCol="0">
              <a:spAutoFit/>
            </a:bodyPr>
            <a:lstStyle/>
            <a:p>
              <a:pPr marL="914400" lvl="1" indent="-457200">
                <a:buFont typeface="Wingdings" panose="05000000000000000000" pitchFamily="2" charset="2"/>
                <a:buChar char="q"/>
              </a:pPr>
              <a:r>
                <a:rPr lang="fr-FR" sz="2800" b="1" dirty="0">
                  <a:solidFill>
                    <a:srgbClr val="00B0F0"/>
                  </a:solidFill>
                  <a:latin typeface="Cambria" panose="02040503050406030204" pitchFamily="18" charset="0"/>
                  <a:ea typeface="Cambria" panose="02040503050406030204" pitchFamily="18" charset="0"/>
                </a:rPr>
                <a:t>PRESENTATION DES DIAGRAMMES</a:t>
              </a:r>
            </a:p>
          </p:txBody>
        </p:sp>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975379" y="14457"/>
              <a:ext cx="1397163" cy="1294342"/>
            </a:xfrm>
            <a:prstGeom prst="rect">
              <a:avLst/>
            </a:prstGeom>
          </p:spPr>
        </p:pic>
      </p:grpSp>
      <p:sp>
        <p:nvSpPr>
          <p:cNvPr id="10" name="Flèche droite 9"/>
          <p:cNvSpPr/>
          <p:nvPr/>
        </p:nvSpPr>
        <p:spPr>
          <a:xfrm>
            <a:off x="0" y="2519265"/>
            <a:ext cx="1872343" cy="2168849"/>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USE CASE GLOBAL</a:t>
            </a:r>
          </a:p>
        </p:txBody>
      </p:sp>
      <p:sp>
        <p:nvSpPr>
          <p:cNvPr id="2" name="Espace réservé du numéro de diapositive 1"/>
          <p:cNvSpPr>
            <a:spLocks noGrp="1"/>
          </p:cNvSpPr>
          <p:nvPr>
            <p:ph type="sldNum" sz="quarter" idx="12"/>
          </p:nvPr>
        </p:nvSpPr>
        <p:spPr/>
        <p:txBody>
          <a:bodyPr/>
          <a:lstStyle/>
          <a:p>
            <a:pPr>
              <a:defRPr/>
            </a:pPr>
            <a:fld id="{0781903A-58DF-6D41-AA0F-B39FBAFEBD29}" type="slidenum">
              <a:rPr lang="fr-FR" smtClean="0"/>
              <a:pPr>
                <a:defRPr/>
              </a:pPr>
              <a:t>11</a:t>
            </a:fld>
            <a:endParaRPr lang="fr-FR"/>
          </a:p>
        </p:txBody>
      </p:sp>
      <p:sp>
        <p:nvSpPr>
          <p:cNvPr id="9" name="Rectangle à coins arrondis 8"/>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10</a:t>
            </a:r>
          </a:p>
        </p:txBody>
      </p:sp>
      <p:pic>
        <p:nvPicPr>
          <p:cNvPr id="4" name="Picture 3">
            <a:extLst>
              <a:ext uri="{FF2B5EF4-FFF2-40B4-BE49-F238E27FC236}">
                <a16:creationId xmlns:a16="http://schemas.microsoft.com/office/drawing/2014/main" id="{28ADCAC7-31F4-7AA6-7CB2-79406708F1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77118" y="1092053"/>
            <a:ext cx="8904004" cy="5464175"/>
          </a:xfrm>
          <a:prstGeom prst="rect">
            <a:avLst/>
          </a:prstGeom>
        </p:spPr>
      </p:pic>
    </p:spTree>
    <p:extLst>
      <p:ext uri="{BB962C8B-B14F-4D97-AF65-F5344CB8AC3E}">
        <p14:creationId xmlns:p14="http://schemas.microsoft.com/office/powerpoint/2010/main" val="64894439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1" y="2801257"/>
            <a:ext cx="2278967" cy="2530398"/>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DIAGRAMME DE</a:t>
            </a:r>
          </a:p>
          <a:p>
            <a:pPr algn="ctr"/>
            <a:r>
              <a:rPr lang="fr-FR" sz="2000" b="1" dirty="0">
                <a:latin typeface="Cambria" panose="02040503050406030204" pitchFamily="18" charset="0"/>
                <a:ea typeface="Cambria" panose="02040503050406030204" pitchFamily="18" charset="0"/>
              </a:rPr>
              <a:t>SEQUENCE</a:t>
            </a:r>
          </a:p>
        </p:txBody>
      </p:sp>
      <p:sp>
        <p:nvSpPr>
          <p:cNvPr id="6" name="Rectangle à coins arrondis 5"/>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11</a:t>
            </a:r>
          </a:p>
        </p:txBody>
      </p:sp>
      <p:sp>
        <p:nvSpPr>
          <p:cNvPr id="4" name="ZoneTexte 3">
            <a:extLst>
              <a:ext uri="{FF2B5EF4-FFF2-40B4-BE49-F238E27FC236}">
                <a16:creationId xmlns:a16="http://schemas.microsoft.com/office/drawing/2014/main" id="{28D80BCA-D8F9-39EA-5E88-0CF0D9126DA5}"/>
              </a:ext>
            </a:extLst>
          </p:cNvPr>
          <p:cNvSpPr txBox="1"/>
          <p:nvPr/>
        </p:nvSpPr>
        <p:spPr>
          <a:xfrm>
            <a:off x="9081429" y="123335"/>
            <a:ext cx="3110571" cy="369332"/>
          </a:xfrm>
          <a:prstGeom prst="rect">
            <a:avLst/>
          </a:prstGeom>
          <a:solidFill>
            <a:srgbClr val="00B0F0"/>
          </a:solidFill>
        </p:spPr>
        <p:txBody>
          <a:bodyPr wrap="square" rtlCol="0">
            <a:spAutoFit/>
          </a:bodyPr>
          <a:lstStyle/>
          <a:p>
            <a:r>
              <a:rPr lang="fr-FR" dirty="0">
                <a:solidFill>
                  <a:schemeClr val="bg1"/>
                </a:solidFill>
              </a:rPr>
              <a:t>CONSULTER DOSSIER MEDICAL</a:t>
            </a:r>
            <a:endParaRPr lang="fr-CM" dirty="0">
              <a:solidFill>
                <a:schemeClr val="bg1"/>
              </a:solidFill>
            </a:endParaRPr>
          </a:p>
        </p:txBody>
      </p:sp>
      <p:pic>
        <p:nvPicPr>
          <p:cNvPr id="3" name="Picture 2">
            <a:extLst>
              <a:ext uri="{FF2B5EF4-FFF2-40B4-BE49-F238E27FC236}">
                <a16:creationId xmlns:a16="http://schemas.microsoft.com/office/drawing/2014/main" id="{B55265E1-3D54-ABAB-54C3-2F4245908B0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367307" y="522052"/>
            <a:ext cx="8754580" cy="6087470"/>
          </a:xfrm>
          <a:prstGeom prst="rect">
            <a:avLst/>
          </a:prstGeom>
        </p:spPr>
      </p:pic>
    </p:spTree>
    <p:extLst>
      <p:ext uri="{BB962C8B-B14F-4D97-AF65-F5344CB8AC3E}">
        <p14:creationId xmlns:p14="http://schemas.microsoft.com/office/powerpoint/2010/main" val="278535757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1" y="3025467"/>
            <a:ext cx="2236762" cy="1884158"/>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DIAGRAMME D’ACTIVITE</a:t>
            </a:r>
          </a:p>
        </p:txBody>
      </p:sp>
      <p:sp>
        <p:nvSpPr>
          <p:cNvPr id="6" name="Rectangle à coins arrondis 5"/>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12</a:t>
            </a:r>
          </a:p>
        </p:txBody>
      </p:sp>
      <p:sp>
        <p:nvSpPr>
          <p:cNvPr id="4" name="ZoneTexte 3">
            <a:extLst>
              <a:ext uri="{FF2B5EF4-FFF2-40B4-BE49-F238E27FC236}">
                <a16:creationId xmlns:a16="http://schemas.microsoft.com/office/drawing/2014/main" id="{28D80BCA-D8F9-39EA-5E88-0CF0D9126DA5}"/>
              </a:ext>
            </a:extLst>
          </p:cNvPr>
          <p:cNvSpPr txBox="1"/>
          <p:nvPr/>
        </p:nvSpPr>
        <p:spPr>
          <a:xfrm>
            <a:off x="9945858" y="52997"/>
            <a:ext cx="2246142" cy="369332"/>
          </a:xfrm>
          <a:prstGeom prst="rect">
            <a:avLst/>
          </a:prstGeom>
          <a:solidFill>
            <a:srgbClr val="00B0F0"/>
          </a:solidFill>
        </p:spPr>
        <p:txBody>
          <a:bodyPr wrap="square" rtlCol="0">
            <a:spAutoFit/>
          </a:bodyPr>
          <a:lstStyle/>
          <a:p>
            <a:r>
              <a:rPr lang="en-US" dirty="0">
                <a:solidFill>
                  <a:schemeClr val="bg1"/>
                </a:solidFill>
              </a:rPr>
              <a:t>REGISTRER PATIENT</a:t>
            </a:r>
            <a:endParaRPr lang="fr-CM" dirty="0">
              <a:solidFill>
                <a:schemeClr val="bg1"/>
              </a:solidFill>
            </a:endParaRPr>
          </a:p>
        </p:txBody>
      </p:sp>
      <p:pic>
        <p:nvPicPr>
          <p:cNvPr id="3" name="Picture 2">
            <a:extLst>
              <a:ext uri="{FF2B5EF4-FFF2-40B4-BE49-F238E27FC236}">
                <a16:creationId xmlns:a16="http://schemas.microsoft.com/office/drawing/2014/main" id="{829BA33A-0C99-7E5D-DAD3-365CCD1436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365513" y="422330"/>
            <a:ext cx="8703416" cy="6382674"/>
          </a:xfrm>
          <a:prstGeom prst="rect">
            <a:avLst/>
          </a:prstGeom>
        </p:spPr>
      </p:pic>
    </p:spTree>
    <p:extLst>
      <p:ext uri="{BB962C8B-B14F-4D97-AF65-F5344CB8AC3E}">
        <p14:creationId xmlns:p14="http://schemas.microsoft.com/office/powerpoint/2010/main" val="332565288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0" y="1800238"/>
            <a:ext cx="2096086" cy="1870365"/>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DIGRAMME DE CLASSE</a:t>
            </a:r>
          </a:p>
        </p:txBody>
      </p:sp>
      <p:sp>
        <p:nvSpPr>
          <p:cNvPr id="8" name="Rectangle à coins arrondis 7"/>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13</a:t>
            </a:r>
          </a:p>
        </p:txBody>
      </p:sp>
      <p:pic>
        <p:nvPicPr>
          <p:cNvPr id="3" name="Picture 2">
            <a:extLst>
              <a:ext uri="{FF2B5EF4-FFF2-40B4-BE49-F238E27FC236}">
                <a16:creationId xmlns:a16="http://schemas.microsoft.com/office/drawing/2014/main" id="{B085CDCE-BBFF-C148-0FDF-9178FADC5A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607" y="316053"/>
            <a:ext cx="8974602" cy="6382921"/>
          </a:xfrm>
          <a:prstGeom prst="rect">
            <a:avLst/>
          </a:prstGeom>
        </p:spPr>
      </p:pic>
    </p:spTree>
    <p:extLst>
      <p:ext uri="{BB962C8B-B14F-4D97-AF65-F5344CB8AC3E}">
        <p14:creationId xmlns:p14="http://schemas.microsoft.com/office/powerpoint/2010/main" val="278033059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28166" y="3286724"/>
            <a:ext cx="2630689" cy="1981962"/>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DIAGRAMME DE </a:t>
            </a:r>
          </a:p>
          <a:p>
            <a:pPr algn="ctr"/>
            <a:r>
              <a:rPr lang="fr-FR" sz="2000" b="1" dirty="0">
                <a:latin typeface="Cambria" panose="02040503050406030204" pitchFamily="18" charset="0"/>
                <a:ea typeface="Cambria" panose="02040503050406030204" pitchFamily="18" charset="0"/>
              </a:rPr>
              <a:t>DEPLOIEMENT</a:t>
            </a:r>
          </a:p>
        </p:txBody>
      </p:sp>
      <p:sp>
        <p:nvSpPr>
          <p:cNvPr id="8" name="Rectangle à coins arrondis 7"/>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14</a:t>
            </a:r>
          </a:p>
        </p:txBody>
      </p:sp>
      <p:pic>
        <p:nvPicPr>
          <p:cNvPr id="2" name="Picture 1">
            <a:extLst>
              <a:ext uri="{FF2B5EF4-FFF2-40B4-BE49-F238E27FC236}">
                <a16:creationId xmlns:a16="http://schemas.microsoft.com/office/drawing/2014/main" id="{68115CEC-35F8-5FF8-3F64-E6474E52F5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12032" y="481809"/>
            <a:ext cx="9530842" cy="5581061"/>
          </a:xfrm>
          <a:prstGeom prst="rect">
            <a:avLst/>
          </a:prstGeom>
          <a:ln>
            <a:noFill/>
          </a:ln>
          <a:effectLst>
            <a:softEdge rad="112500"/>
          </a:effectLst>
        </p:spPr>
      </p:pic>
    </p:spTree>
    <p:extLst>
      <p:ext uri="{BB962C8B-B14F-4D97-AF65-F5344CB8AC3E}">
        <p14:creationId xmlns:p14="http://schemas.microsoft.com/office/powerpoint/2010/main" val="352978434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lèche droite 9">
            <a:extLst>
              <a:ext uri="{FF2B5EF4-FFF2-40B4-BE49-F238E27FC236}">
                <a16:creationId xmlns:a16="http://schemas.microsoft.com/office/drawing/2014/main" id="{7797BFE7-2B51-4480-75CA-8D9737337D33}"/>
              </a:ext>
            </a:extLst>
          </p:cNvPr>
          <p:cNvSpPr/>
          <p:nvPr/>
        </p:nvSpPr>
        <p:spPr>
          <a:xfrm>
            <a:off x="-2" y="2540711"/>
            <a:ext cx="3077031" cy="3335701"/>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ARCHITECHTURE</a:t>
            </a:r>
          </a:p>
          <a:p>
            <a:pPr algn="ctr"/>
            <a:r>
              <a:rPr lang="fr-FR" sz="2000" b="1" dirty="0">
                <a:latin typeface="Cambria" panose="02040503050406030204" pitchFamily="18" charset="0"/>
                <a:ea typeface="Cambria" panose="02040503050406030204" pitchFamily="18" charset="0"/>
              </a:rPr>
              <a:t>PHYSIQUE</a:t>
            </a:r>
          </a:p>
        </p:txBody>
      </p:sp>
      <p:sp>
        <p:nvSpPr>
          <p:cNvPr id="10" name="ZoneTexte 9"/>
          <p:cNvSpPr txBox="1"/>
          <p:nvPr/>
        </p:nvSpPr>
        <p:spPr>
          <a:xfrm>
            <a:off x="347964" y="-78287"/>
            <a:ext cx="6523993" cy="1446550"/>
          </a:xfrm>
          <a:prstGeom prst="rect">
            <a:avLst/>
          </a:prstGeom>
          <a:noFill/>
        </p:spPr>
        <p:txBody>
          <a:bodyPr wrap="square" rtlCol="0">
            <a:spAutoFit/>
          </a:bodyPr>
          <a:lstStyle/>
          <a:p>
            <a:pPr marL="285750" indent="-285750">
              <a:buFont typeface="Wingdings" panose="05000000000000000000" pitchFamily="2" charset="2"/>
              <a:buChar char="v"/>
            </a:pPr>
            <a:r>
              <a:rPr lang="fr-FR" sz="4800" b="1" dirty="0">
                <a:solidFill>
                  <a:schemeClr val="bg1"/>
                </a:solidFill>
                <a:latin typeface="Cambria" panose="02040503050406030204" pitchFamily="18" charset="0"/>
                <a:ea typeface="Cambria" panose="02040503050406030204" pitchFamily="18" charset="0"/>
              </a:rPr>
              <a:t> ARCHITCTURE</a:t>
            </a:r>
          </a:p>
          <a:p>
            <a:endParaRPr lang="fr-FR" sz="4000" b="1" dirty="0">
              <a:solidFill>
                <a:schemeClr val="accent1"/>
              </a:solidFill>
              <a:latin typeface="Cambria" panose="02040503050406030204" pitchFamily="18" charset="0"/>
              <a:ea typeface="Cambria" panose="02040503050406030204" pitchFamily="18" charset="0"/>
            </a:endParaRPr>
          </a:p>
        </p:txBody>
      </p:sp>
      <p:sp>
        <p:nvSpPr>
          <p:cNvPr id="11" name="Rectangle à coins arrondis 10"/>
          <p:cNvSpPr/>
          <p:nvPr/>
        </p:nvSpPr>
        <p:spPr>
          <a:xfrm>
            <a:off x="11458575" y="6297562"/>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15</a:t>
            </a:r>
          </a:p>
        </p:txBody>
      </p:sp>
      <p:pic>
        <p:nvPicPr>
          <p:cNvPr id="5" name="Image 4"/>
          <p:cNvPicPr/>
          <p:nvPr/>
        </p:nvPicPr>
        <p:blipFill>
          <a:blip r:embed="rId2">
            <a:extLst>
              <a:ext uri="{28A0092B-C50C-407E-A947-70E740481C1C}">
                <a14:useLocalDpi xmlns:a14="http://schemas.microsoft.com/office/drawing/2010/main" val="0"/>
              </a:ext>
            </a:extLst>
          </a:blip>
          <a:stretch>
            <a:fillRect/>
          </a:stretch>
        </p:blipFill>
        <p:spPr>
          <a:xfrm>
            <a:off x="3181711" y="1123004"/>
            <a:ext cx="8422005" cy="5256980"/>
          </a:xfrm>
          <a:prstGeom prst="rect">
            <a:avLst/>
          </a:prstGeom>
          <a:ln>
            <a:noFill/>
          </a:ln>
          <a:effectLst>
            <a:softEdge rad="112500"/>
          </a:effectLst>
        </p:spPr>
      </p:pic>
    </p:spTree>
    <p:extLst>
      <p:ext uri="{BB962C8B-B14F-4D97-AF65-F5344CB8AC3E}">
        <p14:creationId xmlns:p14="http://schemas.microsoft.com/office/powerpoint/2010/main" val="133387711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lèche droite 9">
            <a:extLst>
              <a:ext uri="{FF2B5EF4-FFF2-40B4-BE49-F238E27FC236}">
                <a16:creationId xmlns:a16="http://schemas.microsoft.com/office/drawing/2014/main" id="{7797BFE7-2B51-4480-75CA-8D9737337D33}"/>
              </a:ext>
            </a:extLst>
          </p:cNvPr>
          <p:cNvSpPr/>
          <p:nvPr/>
        </p:nvSpPr>
        <p:spPr>
          <a:xfrm>
            <a:off x="0" y="2921023"/>
            <a:ext cx="3263901" cy="2006600"/>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ARCHITECHTURE  LOGIQUE</a:t>
            </a:r>
          </a:p>
        </p:txBody>
      </p:sp>
      <p:sp>
        <p:nvSpPr>
          <p:cNvPr id="6" name="Rectangle à coins arrondis 5">
            <a:extLst>
              <a:ext uri="{FF2B5EF4-FFF2-40B4-BE49-F238E27FC236}">
                <a16:creationId xmlns:a16="http://schemas.microsoft.com/office/drawing/2014/main" id="{20AB6750-46F0-D5FC-491D-EF376E85B347}"/>
              </a:ext>
            </a:extLst>
          </p:cNvPr>
          <p:cNvSpPr/>
          <p:nvPr/>
        </p:nvSpPr>
        <p:spPr>
          <a:xfrm>
            <a:off x="11458575" y="6254458"/>
            <a:ext cx="733425" cy="603541"/>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0</a:t>
            </a:r>
          </a:p>
        </p:txBody>
      </p:sp>
      <p:sp>
        <p:nvSpPr>
          <p:cNvPr id="10" name="ZoneTexte 9"/>
          <p:cNvSpPr txBox="1"/>
          <p:nvPr/>
        </p:nvSpPr>
        <p:spPr>
          <a:xfrm>
            <a:off x="0" y="105594"/>
            <a:ext cx="5089978" cy="1446550"/>
          </a:xfrm>
          <a:prstGeom prst="rect">
            <a:avLst/>
          </a:prstGeom>
          <a:noFill/>
        </p:spPr>
        <p:txBody>
          <a:bodyPr wrap="square" rtlCol="0">
            <a:spAutoFit/>
          </a:bodyPr>
          <a:lstStyle/>
          <a:p>
            <a:pPr marL="285750" indent="-285750">
              <a:buFont typeface="Wingdings" panose="05000000000000000000" pitchFamily="2" charset="2"/>
              <a:buChar char="v"/>
            </a:pPr>
            <a:r>
              <a:rPr lang="fr-FR" sz="4800" b="1" dirty="0">
                <a:solidFill>
                  <a:schemeClr val="bg1"/>
                </a:solidFill>
                <a:latin typeface="Cambria" panose="02040503050406030204" pitchFamily="18" charset="0"/>
                <a:ea typeface="Cambria" panose="02040503050406030204" pitchFamily="18" charset="0"/>
              </a:rPr>
              <a:t> ARCHITCTURE</a:t>
            </a:r>
          </a:p>
          <a:p>
            <a:endParaRPr lang="fr-FR" sz="4000" b="1" dirty="0">
              <a:solidFill>
                <a:schemeClr val="accent1"/>
              </a:solidFill>
              <a:latin typeface="Cambria" panose="02040503050406030204" pitchFamily="18" charset="0"/>
              <a:ea typeface="Cambria" panose="02040503050406030204" pitchFamily="18" charset="0"/>
            </a:endParaRPr>
          </a:p>
        </p:txBody>
      </p:sp>
      <p:sp>
        <p:nvSpPr>
          <p:cNvPr id="7" name="Rectangle à coins arrondis 6"/>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16</a:t>
            </a:r>
          </a:p>
        </p:txBody>
      </p:sp>
      <p:pic>
        <p:nvPicPr>
          <p:cNvPr id="3" name="Picture 2">
            <a:extLst>
              <a:ext uri="{FF2B5EF4-FFF2-40B4-BE49-F238E27FC236}">
                <a16:creationId xmlns:a16="http://schemas.microsoft.com/office/drawing/2014/main" id="{335765A0-7B94-4648-F18E-4CD686B88A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63901" y="1618458"/>
            <a:ext cx="8705356" cy="3728794"/>
          </a:xfrm>
          <a:prstGeom prst="rect">
            <a:avLst/>
          </a:prstGeom>
          <a:ln>
            <a:noFill/>
          </a:ln>
          <a:effectLst>
            <a:softEdge rad="112500"/>
          </a:effectLst>
        </p:spPr>
      </p:pic>
    </p:spTree>
    <p:extLst>
      <p:ext uri="{BB962C8B-B14F-4D97-AF65-F5344CB8AC3E}">
        <p14:creationId xmlns:p14="http://schemas.microsoft.com/office/powerpoint/2010/main" val="214846913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e 6">
            <a:extLst>
              <a:ext uri="{FF2B5EF4-FFF2-40B4-BE49-F238E27FC236}">
                <a16:creationId xmlns:a16="http://schemas.microsoft.com/office/drawing/2014/main" id="{95504EEF-9FFF-4C9F-9F16-51EAA47DED1B}"/>
              </a:ext>
            </a:extLst>
          </p:cNvPr>
          <p:cNvGrpSpPr/>
          <p:nvPr/>
        </p:nvGrpSpPr>
        <p:grpSpPr>
          <a:xfrm>
            <a:off x="641007" y="187569"/>
            <a:ext cx="11048999" cy="1263479"/>
            <a:chOff x="413054" y="135497"/>
            <a:chExt cx="12894425" cy="1276313"/>
          </a:xfrm>
          <a:solidFill>
            <a:srgbClr val="00B0F0"/>
          </a:solidFill>
        </p:grpSpPr>
        <p:sp>
          <p:nvSpPr>
            <p:cNvPr id="8" name="Signalisation droite 5">
              <a:extLst>
                <a:ext uri="{FF2B5EF4-FFF2-40B4-BE49-F238E27FC236}">
                  <a16:creationId xmlns:a16="http://schemas.microsoft.com/office/drawing/2014/main" id="{BE092505-8B09-B74D-AB5D-F737400CEEDB}"/>
                </a:ext>
              </a:extLst>
            </p:cNvPr>
            <p:cNvSpPr/>
            <p:nvPr/>
          </p:nvSpPr>
          <p:spPr>
            <a:xfrm>
              <a:off x="1675627" y="135497"/>
              <a:ext cx="11631852" cy="947184"/>
            </a:xfrm>
            <a:prstGeom prst="homePlate">
              <a:avLst/>
            </a:prstGeom>
            <a:grp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solidFill>
                    <a:prstClr val="white"/>
                  </a:solidFill>
                  <a:latin typeface="Cambria" panose="02040503050406030204" pitchFamily="18" charset="0"/>
                  <a:ea typeface="Cambria" panose="02040503050406030204" pitchFamily="18" charset="0"/>
                </a:rPr>
                <a:t> TECHNOLOGY USES</a:t>
              </a:r>
            </a:p>
          </p:txBody>
        </p:sp>
        <p:sp>
          <p:nvSpPr>
            <p:cNvPr id="9" name="Larme 8">
              <a:extLst>
                <a:ext uri="{FF2B5EF4-FFF2-40B4-BE49-F238E27FC236}">
                  <a16:creationId xmlns:a16="http://schemas.microsoft.com/office/drawing/2014/main" id="{D9D66D36-2DC1-4453-91F8-DFC07EE7998C}"/>
                </a:ext>
              </a:extLst>
            </p:cNvPr>
            <p:cNvSpPr/>
            <p:nvPr/>
          </p:nvSpPr>
          <p:spPr>
            <a:xfrm>
              <a:off x="413054" y="184082"/>
              <a:ext cx="1262573" cy="1227728"/>
            </a:xfrm>
            <a:prstGeom prst="teardrop">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solidFill>
                    <a:prstClr val="white"/>
                  </a:solidFill>
                </a:rPr>
                <a:t>5</a:t>
              </a:r>
            </a:p>
          </p:txBody>
        </p:sp>
      </p:grpSp>
      <p:sp>
        <p:nvSpPr>
          <p:cNvPr id="74" name="Freeform: Shape 3">
            <a:extLst>
              <a:ext uri="{FF2B5EF4-FFF2-40B4-BE49-F238E27FC236}">
                <a16:creationId xmlns:a16="http://schemas.microsoft.com/office/drawing/2014/main" id="{443E86A6-1C34-4C7A-A24E-DF3058EA68A1}"/>
              </a:ext>
            </a:extLst>
          </p:cNvPr>
          <p:cNvSpPr/>
          <p:nvPr/>
        </p:nvSpPr>
        <p:spPr>
          <a:xfrm>
            <a:off x="11803094" y="881539"/>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5" name="Freeform: Shape 4">
            <a:extLst>
              <a:ext uri="{FF2B5EF4-FFF2-40B4-BE49-F238E27FC236}">
                <a16:creationId xmlns:a16="http://schemas.microsoft.com/office/drawing/2014/main" id="{6A6C6217-2D0B-4BD3-8A13-B70D2F4D3FC4}"/>
              </a:ext>
            </a:extLst>
          </p:cNvPr>
          <p:cNvSpPr/>
          <p:nvPr/>
        </p:nvSpPr>
        <p:spPr>
          <a:xfrm>
            <a:off x="11143107" y="259556"/>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6"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7" name="Freeform: Shape 6">
            <a:extLst>
              <a:ext uri="{FF2B5EF4-FFF2-40B4-BE49-F238E27FC236}">
                <a16:creationId xmlns:a16="http://schemas.microsoft.com/office/drawing/2014/main" id="{63E43D3A-D858-48EC-A3B5-DA67C4FDB697}"/>
              </a:ext>
            </a:extLst>
          </p:cNvPr>
          <p:cNvSpPr/>
          <p:nvPr/>
        </p:nvSpPr>
        <p:spPr>
          <a:xfrm>
            <a:off x="1868424"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8" name="Freeform: Shape 7">
            <a:extLst>
              <a:ext uri="{FF2B5EF4-FFF2-40B4-BE49-F238E27FC236}">
                <a16:creationId xmlns:a16="http://schemas.microsoft.com/office/drawing/2014/main" id="{822E4A63-C8A0-482C-8609-11E58E69B5B7}"/>
              </a:ext>
            </a:extLst>
          </p:cNvPr>
          <p:cNvSpPr/>
          <p:nvPr/>
        </p:nvSpPr>
        <p:spPr>
          <a:xfrm>
            <a:off x="3167253" y="25955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9" name="Freeform: Shape 8">
            <a:extLst>
              <a:ext uri="{FF2B5EF4-FFF2-40B4-BE49-F238E27FC236}">
                <a16:creationId xmlns:a16="http://schemas.microsoft.com/office/drawing/2014/main" id="{199B7924-7E39-4047-9708-3572AFBB47CC}"/>
              </a:ext>
            </a:extLst>
          </p:cNvPr>
          <p:cNvSpPr/>
          <p:nvPr/>
        </p:nvSpPr>
        <p:spPr>
          <a:xfrm>
            <a:off x="205169" y="47472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0"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1" name="Freeform: Shape 10">
            <a:extLst>
              <a:ext uri="{FF2B5EF4-FFF2-40B4-BE49-F238E27FC236}">
                <a16:creationId xmlns:a16="http://schemas.microsoft.com/office/drawing/2014/main" id="{6846DFC9-43BE-4A38-9A39-DD293513A94C}"/>
              </a:ext>
            </a:extLst>
          </p:cNvPr>
          <p:cNvSpPr/>
          <p:nvPr/>
        </p:nvSpPr>
        <p:spPr>
          <a:xfrm>
            <a:off x="154781" y="288064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2"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3"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4" name="Freeform: Shape 13">
            <a:extLst>
              <a:ext uri="{FF2B5EF4-FFF2-40B4-BE49-F238E27FC236}">
                <a16:creationId xmlns:a16="http://schemas.microsoft.com/office/drawing/2014/main" id="{1C468777-36FA-4346-ACDB-8D23EDF69281}"/>
              </a:ext>
            </a:extLst>
          </p:cNvPr>
          <p:cNvSpPr/>
          <p:nvPr/>
        </p:nvSpPr>
        <p:spPr>
          <a:xfrm>
            <a:off x="9331166"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5" name="Freeform: Shape 14">
            <a:extLst>
              <a:ext uri="{FF2B5EF4-FFF2-40B4-BE49-F238E27FC236}">
                <a16:creationId xmlns:a16="http://schemas.microsoft.com/office/drawing/2014/main" id="{8E8B03FF-DF8E-49C6-A6EB-9172D8AD0A84}"/>
              </a:ext>
            </a:extLst>
          </p:cNvPr>
          <p:cNvSpPr/>
          <p:nvPr/>
        </p:nvSpPr>
        <p:spPr>
          <a:xfrm>
            <a:off x="1178528" y="2123236"/>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0B050"/>
            </a:solidFill>
            <a:prstDash val="solid"/>
            <a:round/>
          </a:ln>
        </p:spPr>
        <p:txBody>
          <a:bodyPr rtlCol="0" anchor="ctr"/>
          <a:lstStyle/>
          <a:p>
            <a:endParaRPr lang="en-US"/>
          </a:p>
        </p:txBody>
      </p:sp>
      <p:sp>
        <p:nvSpPr>
          <p:cNvPr id="86" name="Freeform: Shape 15">
            <a:extLst>
              <a:ext uri="{FF2B5EF4-FFF2-40B4-BE49-F238E27FC236}">
                <a16:creationId xmlns:a16="http://schemas.microsoft.com/office/drawing/2014/main" id="{07D5DC7A-7FD1-4211-AD55-A207A4BEC919}"/>
              </a:ext>
            </a:extLst>
          </p:cNvPr>
          <p:cNvSpPr/>
          <p:nvPr/>
        </p:nvSpPr>
        <p:spPr>
          <a:xfrm>
            <a:off x="3054991" y="2123236"/>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87" name="Freeform: Shape 16">
            <a:extLst>
              <a:ext uri="{FF2B5EF4-FFF2-40B4-BE49-F238E27FC236}">
                <a16:creationId xmlns:a16="http://schemas.microsoft.com/office/drawing/2014/main" id="{76F36684-1F98-4E1E-A8A7-1CFF2D3B1A5E}"/>
              </a:ext>
            </a:extLst>
          </p:cNvPr>
          <p:cNvSpPr/>
          <p:nvPr/>
        </p:nvSpPr>
        <p:spPr>
          <a:xfrm>
            <a:off x="5061125" y="2112872"/>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4" y="14288"/>
                  <a:pt x="1547527" y="116110"/>
                  <a:pt x="1547527" y="241649"/>
                </a:cubicBezTo>
                <a:lnTo>
                  <a:pt x="1547527" y="3418047"/>
                </a:lnTo>
                <a:cubicBezTo>
                  <a:pt x="1547527" y="3543681"/>
                  <a:pt x="1445704" y="3645504"/>
                  <a:pt x="1320165" y="3645504"/>
                </a:cubicBezTo>
                <a:close/>
              </a:path>
            </a:pathLst>
          </a:custGeom>
          <a:noFill/>
          <a:ln w="19050" cap="rnd">
            <a:solidFill>
              <a:srgbClr val="FFC947"/>
            </a:solidFill>
            <a:prstDash val="solid"/>
            <a:round/>
          </a:ln>
        </p:spPr>
        <p:txBody>
          <a:bodyPr rtlCol="0" anchor="ctr"/>
          <a:lstStyle/>
          <a:p>
            <a:endParaRPr lang="en-US"/>
          </a:p>
        </p:txBody>
      </p:sp>
      <p:sp>
        <p:nvSpPr>
          <p:cNvPr id="88" name="Freeform: Shape 17">
            <a:extLst>
              <a:ext uri="{FF2B5EF4-FFF2-40B4-BE49-F238E27FC236}">
                <a16:creationId xmlns:a16="http://schemas.microsoft.com/office/drawing/2014/main" id="{FEBAE8B6-75FC-4C89-8800-9D3D93CC603F}"/>
              </a:ext>
            </a:extLst>
          </p:cNvPr>
          <p:cNvSpPr/>
          <p:nvPr/>
        </p:nvSpPr>
        <p:spPr>
          <a:xfrm>
            <a:off x="7250394" y="2123236"/>
            <a:ext cx="1772739"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89" name="Freeform: Shape 18">
            <a:extLst>
              <a:ext uri="{FF2B5EF4-FFF2-40B4-BE49-F238E27FC236}">
                <a16:creationId xmlns:a16="http://schemas.microsoft.com/office/drawing/2014/main" id="{33753421-0225-4BA9-8E13-6E341514CE2B}"/>
              </a:ext>
            </a:extLst>
          </p:cNvPr>
          <p:cNvSpPr/>
          <p:nvPr/>
        </p:nvSpPr>
        <p:spPr>
          <a:xfrm>
            <a:off x="9324353" y="2077230"/>
            <a:ext cx="2134222"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0B050"/>
            </a:solidFill>
            <a:prstDash val="solid"/>
            <a:round/>
          </a:ln>
        </p:spPr>
        <p:txBody>
          <a:bodyPr rtlCol="0" anchor="ctr"/>
          <a:lstStyle/>
          <a:p>
            <a:endParaRPr lang="en-US"/>
          </a:p>
        </p:txBody>
      </p:sp>
      <p:grpSp>
        <p:nvGrpSpPr>
          <p:cNvPr id="91" name="Group 44">
            <a:extLst>
              <a:ext uri="{FF2B5EF4-FFF2-40B4-BE49-F238E27FC236}">
                <a16:creationId xmlns:a16="http://schemas.microsoft.com/office/drawing/2014/main" id="{2F345A39-B59D-495F-87A2-C7D10E91BCD0}"/>
              </a:ext>
            </a:extLst>
          </p:cNvPr>
          <p:cNvGrpSpPr/>
          <p:nvPr/>
        </p:nvGrpSpPr>
        <p:grpSpPr>
          <a:xfrm>
            <a:off x="1251120" y="3233782"/>
            <a:ext cx="1554190" cy="2304578"/>
            <a:chOff x="1252736" y="3736015"/>
            <a:chExt cx="1554190" cy="2304578"/>
          </a:xfrm>
        </p:grpSpPr>
        <p:sp>
          <p:nvSpPr>
            <p:cNvPr id="92" name="TextBox 1">
              <a:extLst>
                <a:ext uri="{FF2B5EF4-FFF2-40B4-BE49-F238E27FC236}">
                  <a16:creationId xmlns:a16="http://schemas.microsoft.com/office/drawing/2014/main" id="{9B2A314E-0AA8-49A7-AA7D-45730114BD0C}"/>
                </a:ext>
              </a:extLst>
            </p:cNvPr>
            <p:cNvSpPr txBox="1"/>
            <p:nvPr/>
          </p:nvSpPr>
          <p:spPr>
            <a:xfrm>
              <a:off x="1271257" y="3736015"/>
              <a:ext cx="1365502" cy="307777"/>
            </a:xfrm>
            <a:prstGeom prst="rect">
              <a:avLst/>
            </a:prstGeom>
            <a:noFill/>
          </p:spPr>
          <p:txBody>
            <a:bodyPr wrap="none" rtlCol="0">
              <a:spAutoFit/>
            </a:bodyPr>
            <a:lstStyle/>
            <a:p>
              <a:pPr algn="ctr"/>
              <a:r>
                <a:rPr lang="en-US" sz="1400" b="1" dirty="0"/>
                <a:t>Google chrome:</a:t>
              </a:r>
              <a:endParaRPr lang="en-US" sz="1400" b="1" dirty="0">
                <a:solidFill>
                  <a:schemeClr val="accent2"/>
                </a:solidFill>
              </a:endParaRPr>
            </a:p>
          </p:txBody>
        </p:sp>
        <p:sp>
          <p:nvSpPr>
            <p:cNvPr id="93" name="Rectangle 92">
              <a:extLst>
                <a:ext uri="{FF2B5EF4-FFF2-40B4-BE49-F238E27FC236}">
                  <a16:creationId xmlns:a16="http://schemas.microsoft.com/office/drawing/2014/main" id="{5A821B21-E09A-4FA0-99FB-21821B930DC4}"/>
                </a:ext>
              </a:extLst>
            </p:cNvPr>
            <p:cNvSpPr/>
            <p:nvPr/>
          </p:nvSpPr>
          <p:spPr>
            <a:xfrm>
              <a:off x="1252736" y="4286267"/>
              <a:ext cx="1554190" cy="1754326"/>
            </a:xfrm>
            <a:prstGeom prst="rect">
              <a:avLst/>
            </a:prstGeom>
          </p:spPr>
          <p:txBody>
            <a:bodyPr wrap="square">
              <a:spAutoFit/>
            </a:bodyPr>
            <a:lstStyle/>
            <a:p>
              <a:r>
                <a:rPr lang="fr-CM" dirty="0"/>
                <a:t>Navigateur web pour tester et déployer des applications web.</a:t>
              </a:r>
              <a:endParaRPr lang="fr-FR" dirty="0"/>
            </a:p>
          </p:txBody>
        </p:sp>
      </p:grpSp>
      <p:grpSp>
        <p:nvGrpSpPr>
          <p:cNvPr id="94" name="Group 46">
            <a:extLst>
              <a:ext uri="{FF2B5EF4-FFF2-40B4-BE49-F238E27FC236}">
                <a16:creationId xmlns:a16="http://schemas.microsoft.com/office/drawing/2014/main" id="{12C86613-6B20-457F-9E43-11A4BC413012}"/>
              </a:ext>
            </a:extLst>
          </p:cNvPr>
          <p:cNvGrpSpPr/>
          <p:nvPr/>
        </p:nvGrpSpPr>
        <p:grpSpPr>
          <a:xfrm>
            <a:off x="5106101" y="3076239"/>
            <a:ext cx="1403067" cy="2733299"/>
            <a:chOff x="4583197" y="4194758"/>
            <a:chExt cx="1403067" cy="2733299"/>
          </a:xfrm>
        </p:grpSpPr>
        <p:sp>
          <p:nvSpPr>
            <p:cNvPr id="95" name="TextBox 21">
              <a:extLst>
                <a:ext uri="{FF2B5EF4-FFF2-40B4-BE49-F238E27FC236}">
                  <a16:creationId xmlns:a16="http://schemas.microsoft.com/office/drawing/2014/main" id="{9B427566-D4DF-4204-B31F-6CEAE61A5971}"/>
                </a:ext>
              </a:extLst>
            </p:cNvPr>
            <p:cNvSpPr txBox="1"/>
            <p:nvPr/>
          </p:nvSpPr>
          <p:spPr>
            <a:xfrm>
              <a:off x="4583197" y="4194758"/>
              <a:ext cx="1262333" cy="307777"/>
            </a:xfrm>
            <a:prstGeom prst="rect">
              <a:avLst/>
            </a:prstGeom>
            <a:noFill/>
          </p:spPr>
          <p:txBody>
            <a:bodyPr wrap="none" rtlCol="0">
              <a:spAutoFit/>
            </a:bodyPr>
            <a:lstStyle/>
            <a:p>
              <a:pPr algn="ctr"/>
              <a:r>
                <a:rPr lang="en-US" sz="1400" b="1" dirty="0"/>
                <a:t>Gantt Project:</a:t>
              </a:r>
              <a:r>
                <a:rPr lang="en-US" sz="1400" dirty="0"/>
                <a:t> </a:t>
              </a:r>
              <a:endParaRPr lang="en-US" sz="1400" b="1" dirty="0">
                <a:solidFill>
                  <a:schemeClr val="accent3"/>
                </a:solidFill>
              </a:endParaRPr>
            </a:p>
          </p:txBody>
        </p:sp>
        <p:sp>
          <p:nvSpPr>
            <p:cNvPr id="96" name="Rectangle 95">
              <a:extLst>
                <a:ext uri="{FF2B5EF4-FFF2-40B4-BE49-F238E27FC236}">
                  <a16:creationId xmlns:a16="http://schemas.microsoft.com/office/drawing/2014/main" id="{6288F451-AD38-4A6C-9CCA-32EBFA160AE2}"/>
                </a:ext>
              </a:extLst>
            </p:cNvPr>
            <p:cNvSpPr/>
            <p:nvPr/>
          </p:nvSpPr>
          <p:spPr>
            <a:xfrm>
              <a:off x="4605366" y="4619733"/>
              <a:ext cx="1380898" cy="2308324"/>
            </a:xfrm>
            <a:prstGeom prst="rect">
              <a:avLst/>
            </a:prstGeom>
          </p:spPr>
          <p:txBody>
            <a:bodyPr wrap="square">
              <a:spAutoFit/>
            </a:bodyPr>
            <a:lstStyle/>
            <a:p>
              <a:pPr algn="ctr"/>
              <a:r>
                <a:rPr lang="fr-CM" dirty="0"/>
                <a:t>Outil de gestion de projet pour créer des diagrammes de Gantt, planifier des tâches</a:t>
              </a:r>
              <a:endParaRPr lang="en-US" sz="1600" b="1" dirty="0">
                <a:solidFill>
                  <a:schemeClr val="bg2">
                    <a:lumMod val="75000"/>
                  </a:schemeClr>
                </a:solidFill>
              </a:endParaRPr>
            </a:p>
          </p:txBody>
        </p:sp>
      </p:grpSp>
      <p:grpSp>
        <p:nvGrpSpPr>
          <p:cNvPr id="97" name="Group 48">
            <a:extLst>
              <a:ext uri="{FF2B5EF4-FFF2-40B4-BE49-F238E27FC236}">
                <a16:creationId xmlns:a16="http://schemas.microsoft.com/office/drawing/2014/main" id="{526D5F93-C11B-4B5A-96A8-E8188074FA55}"/>
              </a:ext>
            </a:extLst>
          </p:cNvPr>
          <p:cNvGrpSpPr/>
          <p:nvPr/>
        </p:nvGrpSpPr>
        <p:grpSpPr>
          <a:xfrm>
            <a:off x="9345430" y="2963595"/>
            <a:ext cx="2026277" cy="2743222"/>
            <a:chOff x="7893808" y="3889903"/>
            <a:chExt cx="1554190" cy="3710089"/>
          </a:xfrm>
        </p:grpSpPr>
        <p:sp>
          <p:nvSpPr>
            <p:cNvPr id="98" name="TextBox 23">
              <a:extLst>
                <a:ext uri="{FF2B5EF4-FFF2-40B4-BE49-F238E27FC236}">
                  <a16:creationId xmlns:a16="http://schemas.microsoft.com/office/drawing/2014/main" id="{1FE0A846-7469-4816-A95F-8AB504C06A6D}"/>
                </a:ext>
              </a:extLst>
            </p:cNvPr>
            <p:cNvSpPr txBox="1"/>
            <p:nvPr/>
          </p:nvSpPr>
          <p:spPr>
            <a:xfrm>
              <a:off x="8263687" y="3889903"/>
              <a:ext cx="534699" cy="416255"/>
            </a:xfrm>
            <a:prstGeom prst="rect">
              <a:avLst/>
            </a:prstGeom>
            <a:noFill/>
          </p:spPr>
          <p:txBody>
            <a:bodyPr wrap="none" rtlCol="0">
              <a:spAutoFit/>
            </a:bodyPr>
            <a:lstStyle/>
            <a:p>
              <a:pPr algn="ctr"/>
              <a:r>
                <a:rPr lang="en-US" sz="1400" b="1" dirty="0"/>
                <a:t>Astah</a:t>
              </a:r>
              <a:r>
                <a:rPr lang="en-US" sz="1400" dirty="0"/>
                <a:t>: </a:t>
              </a:r>
              <a:endParaRPr lang="en-US" sz="1400" b="1" dirty="0">
                <a:solidFill>
                  <a:schemeClr val="accent2"/>
                </a:solidFill>
              </a:endParaRPr>
            </a:p>
          </p:txBody>
        </p:sp>
        <p:sp>
          <p:nvSpPr>
            <p:cNvPr id="99" name="Rectangle 98">
              <a:extLst>
                <a:ext uri="{FF2B5EF4-FFF2-40B4-BE49-F238E27FC236}">
                  <a16:creationId xmlns:a16="http://schemas.microsoft.com/office/drawing/2014/main" id="{AC8DAF17-A437-4215-AE43-37E51DD3EA03}"/>
                </a:ext>
              </a:extLst>
            </p:cNvPr>
            <p:cNvSpPr/>
            <p:nvPr/>
          </p:nvSpPr>
          <p:spPr>
            <a:xfrm>
              <a:off x="7893808" y="4478084"/>
              <a:ext cx="1554190" cy="3121908"/>
            </a:xfrm>
            <a:prstGeom prst="rect">
              <a:avLst/>
            </a:prstGeom>
          </p:spPr>
          <p:txBody>
            <a:bodyPr wrap="square">
              <a:spAutoFit/>
            </a:bodyPr>
            <a:lstStyle/>
            <a:p>
              <a:pPr algn="ctr"/>
              <a:r>
                <a:rPr lang="en-US" dirty="0"/>
                <a:t> </a:t>
              </a:r>
              <a:r>
                <a:rPr lang="fr-CM" dirty="0"/>
                <a:t>Outil de modélisation pour concevoir des bases de données et des systèmes d'information (modèles UML, MCD, MLD).</a:t>
              </a:r>
              <a:endParaRPr lang="en-US" sz="1600" b="1" dirty="0">
                <a:solidFill>
                  <a:schemeClr val="bg2">
                    <a:lumMod val="75000"/>
                  </a:schemeClr>
                </a:solidFill>
              </a:endParaRPr>
            </a:p>
          </p:txBody>
        </p:sp>
      </p:grpSp>
      <p:grpSp>
        <p:nvGrpSpPr>
          <p:cNvPr id="100" name="Group 45">
            <a:extLst>
              <a:ext uri="{FF2B5EF4-FFF2-40B4-BE49-F238E27FC236}">
                <a16:creationId xmlns:a16="http://schemas.microsoft.com/office/drawing/2014/main" id="{3DF71FE6-319D-4F7D-9729-21BC6DF8731C}"/>
              </a:ext>
            </a:extLst>
          </p:cNvPr>
          <p:cNvGrpSpPr/>
          <p:nvPr/>
        </p:nvGrpSpPr>
        <p:grpSpPr>
          <a:xfrm>
            <a:off x="3097607" y="2911063"/>
            <a:ext cx="1467342" cy="3223204"/>
            <a:chOff x="2945680" y="1945290"/>
            <a:chExt cx="1467342" cy="3223204"/>
          </a:xfrm>
        </p:grpSpPr>
        <p:sp>
          <p:nvSpPr>
            <p:cNvPr id="101" name="TextBox 25">
              <a:extLst>
                <a:ext uri="{FF2B5EF4-FFF2-40B4-BE49-F238E27FC236}">
                  <a16:creationId xmlns:a16="http://schemas.microsoft.com/office/drawing/2014/main" id="{4FAD5B5F-117C-4A73-B70D-A52D617800C3}"/>
                </a:ext>
              </a:extLst>
            </p:cNvPr>
            <p:cNvSpPr txBox="1"/>
            <p:nvPr/>
          </p:nvSpPr>
          <p:spPr>
            <a:xfrm>
              <a:off x="3438853" y="1945290"/>
              <a:ext cx="495649" cy="307777"/>
            </a:xfrm>
            <a:prstGeom prst="rect">
              <a:avLst/>
            </a:prstGeom>
            <a:noFill/>
          </p:spPr>
          <p:txBody>
            <a:bodyPr wrap="none" rtlCol="0">
              <a:spAutoFit/>
            </a:bodyPr>
            <a:lstStyle/>
            <a:p>
              <a:pPr algn="ctr"/>
              <a:r>
                <a:rPr lang="en-US" sz="1400" b="1" dirty="0"/>
                <a:t>Git:</a:t>
              </a:r>
              <a:r>
                <a:rPr lang="en-US" sz="1400" dirty="0"/>
                <a:t> </a:t>
              </a:r>
              <a:endParaRPr lang="en-US" sz="1400" b="1" dirty="0">
                <a:solidFill>
                  <a:schemeClr val="accent1"/>
                </a:solidFill>
              </a:endParaRPr>
            </a:p>
          </p:txBody>
        </p:sp>
        <p:sp>
          <p:nvSpPr>
            <p:cNvPr id="102" name="Rectangle 101">
              <a:extLst>
                <a:ext uri="{FF2B5EF4-FFF2-40B4-BE49-F238E27FC236}">
                  <a16:creationId xmlns:a16="http://schemas.microsoft.com/office/drawing/2014/main" id="{95603608-C33E-4EF4-9706-34825DB56DB8}"/>
                </a:ext>
              </a:extLst>
            </p:cNvPr>
            <p:cNvSpPr/>
            <p:nvPr/>
          </p:nvSpPr>
          <p:spPr>
            <a:xfrm>
              <a:off x="2945680" y="2029173"/>
              <a:ext cx="1467342" cy="3139321"/>
            </a:xfrm>
            <a:prstGeom prst="rect">
              <a:avLst/>
            </a:prstGeom>
          </p:spPr>
          <p:txBody>
            <a:bodyPr wrap="square">
              <a:spAutoFit/>
            </a:bodyPr>
            <a:lstStyle/>
            <a:p>
              <a:pPr algn="ctr"/>
              <a:r>
                <a:rPr lang="fr-CM" dirty="0"/>
                <a:t>Système de contrôle de version pour gérer les modifications du code et faciliter la collaboration entre développeurs.</a:t>
              </a:r>
              <a:endParaRPr lang="en-US" sz="1600" b="1" dirty="0">
                <a:solidFill>
                  <a:schemeClr val="bg2">
                    <a:lumMod val="75000"/>
                  </a:schemeClr>
                </a:solidFill>
              </a:endParaRPr>
            </a:p>
          </p:txBody>
        </p:sp>
      </p:grpSp>
      <p:grpSp>
        <p:nvGrpSpPr>
          <p:cNvPr id="103" name="Group 47">
            <a:extLst>
              <a:ext uri="{FF2B5EF4-FFF2-40B4-BE49-F238E27FC236}">
                <a16:creationId xmlns:a16="http://schemas.microsoft.com/office/drawing/2014/main" id="{CA46AD46-F9A3-4B22-8F85-6A2ED232BE45}"/>
              </a:ext>
            </a:extLst>
          </p:cNvPr>
          <p:cNvGrpSpPr/>
          <p:nvPr/>
        </p:nvGrpSpPr>
        <p:grpSpPr>
          <a:xfrm>
            <a:off x="7349067" y="2757174"/>
            <a:ext cx="1709134" cy="2791743"/>
            <a:chOff x="6768249" y="2099178"/>
            <a:chExt cx="1709134" cy="2791743"/>
          </a:xfrm>
        </p:grpSpPr>
        <p:sp>
          <p:nvSpPr>
            <p:cNvPr id="104" name="TextBox 27">
              <a:extLst>
                <a:ext uri="{FF2B5EF4-FFF2-40B4-BE49-F238E27FC236}">
                  <a16:creationId xmlns:a16="http://schemas.microsoft.com/office/drawing/2014/main" id="{F2684181-D51A-464F-8A15-4515A41722A2}"/>
                </a:ext>
              </a:extLst>
            </p:cNvPr>
            <p:cNvSpPr txBox="1"/>
            <p:nvPr/>
          </p:nvSpPr>
          <p:spPr>
            <a:xfrm>
              <a:off x="7041899" y="2099178"/>
              <a:ext cx="1013291" cy="307777"/>
            </a:xfrm>
            <a:prstGeom prst="rect">
              <a:avLst/>
            </a:prstGeom>
            <a:noFill/>
          </p:spPr>
          <p:txBody>
            <a:bodyPr wrap="none" rtlCol="0">
              <a:spAutoFit/>
            </a:bodyPr>
            <a:lstStyle/>
            <a:p>
              <a:pPr algn="ctr"/>
              <a:r>
                <a:rPr lang="en-US" sz="1400" b="1" dirty="0" err="1"/>
                <a:t>PhpStorm</a:t>
              </a:r>
              <a:r>
                <a:rPr lang="en-US" sz="1400" dirty="0"/>
                <a:t>: </a:t>
              </a:r>
              <a:endParaRPr lang="en-US" sz="1400" b="1" dirty="0">
                <a:solidFill>
                  <a:schemeClr val="accent1"/>
                </a:solidFill>
              </a:endParaRPr>
            </a:p>
          </p:txBody>
        </p:sp>
        <p:sp>
          <p:nvSpPr>
            <p:cNvPr id="105" name="Rectangle 104">
              <a:extLst>
                <a:ext uri="{FF2B5EF4-FFF2-40B4-BE49-F238E27FC236}">
                  <a16:creationId xmlns:a16="http://schemas.microsoft.com/office/drawing/2014/main" id="{99F009F5-29DA-42A1-A30C-ECAA8D7A65EA}"/>
                </a:ext>
              </a:extLst>
            </p:cNvPr>
            <p:cNvSpPr/>
            <p:nvPr/>
          </p:nvSpPr>
          <p:spPr>
            <a:xfrm>
              <a:off x="6768249" y="2305598"/>
              <a:ext cx="1709134" cy="2585323"/>
            </a:xfrm>
            <a:prstGeom prst="rect">
              <a:avLst/>
            </a:prstGeom>
          </p:spPr>
          <p:txBody>
            <a:bodyPr wrap="square">
              <a:spAutoFit/>
            </a:bodyPr>
            <a:lstStyle/>
            <a:p>
              <a:r>
                <a:rPr lang="fr-CM" dirty="0"/>
                <a:t>Environnement de développement intégré (IDE) léger pour coder, déboguer, et gérer des projets en </a:t>
              </a:r>
              <a:r>
                <a:rPr lang="fr-CM" dirty="0" err="1"/>
                <a:t>Php</a:t>
              </a:r>
              <a:r>
                <a:rPr lang="fr-CM" dirty="0"/>
                <a:t>.</a:t>
              </a:r>
              <a:r>
                <a:rPr lang="fr-FR" sz="1400" b="1" dirty="0">
                  <a:solidFill>
                    <a:schemeClr val="bg2">
                      <a:lumMod val="75000"/>
                    </a:schemeClr>
                  </a:solidFill>
                </a:rPr>
                <a:t> </a:t>
              </a:r>
              <a:endParaRPr lang="en-US" sz="1600" b="1" dirty="0">
                <a:solidFill>
                  <a:schemeClr val="bg2">
                    <a:lumMod val="75000"/>
                  </a:schemeClr>
                </a:solidFill>
              </a:endParaRPr>
            </a:p>
          </p:txBody>
        </p:sp>
      </p:grpSp>
      <p:sp>
        <p:nvSpPr>
          <p:cNvPr id="110" name="Rectangle à coins arrondis 109"/>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17</a:t>
            </a:r>
          </a:p>
        </p:txBody>
      </p:sp>
      <p:pic>
        <p:nvPicPr>
          <p:cNvPr id="41" name="Image 40"/>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00593" y="2449055"/>
            <a:ext cx="396431" cy="514539"/>
          </a:xfrm>
          <a:prstGeom prst="rect">
            <a:avLst/>
          </a:prstGeom>
          <a:noFill/>
          <a:ln>
            <a:noFill/>
          </a:ln>
        </p:spPr>
      </p:pic>
      <p:pic>
        <p:nvPicPr>
          <p:cNvPr id="42" name="Image 4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26431" y="2364687"/>
            <a:ext cx="708527" cy="507943"/>
          </a:xfrm>
          <a:prstGeom prst="rect">
            <a:avLst/>
          </a:prstGeom>
          <a:noFill/>
          <a:ln>
            <a:noFill/>
          </a:ln>
        </p:spPr>
      </p:pic>
      <p:pic>
        <p:nvPicPr>
          <p:cNvPr id="43" name="Image 42"/>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9593" y="2364687"/>
            <a:ext cx="895350" cy="571500"/>
          </a:xfrm>
          <a:prstGeom prst="rect">
            <a:avLst/>
          </a:prstGeom>
          <a:noFill/>
          <a:ln>
            <a:noFill/>
          </a:ln>
        </p:spPr>
      </p:pic>
      <p:sp>
        <p:nvSpPr>
          <p:cNvPr id="2" name="ZoneTexte 1"/>
          <p:cNvSpPr txBox="1"/>
          <p:nvPr/>
        </p:nvSpPr>
        <p:spPr>
          <a:xfrm>
            <a:off x="2475709" y="1354501"/>
            <a:ext cx="6523116" cy="461665"/>
          </a:xfrm>
          <a:prstGeom prst="rect">
            <a:avLst/>
          </a:prstGeom>
          <a:noFill/>
        </p:spPr>
        <p:txBody>
          <a:bodyPr wrap="square" rtlCol="0">
            <a:spAutoFit/>
          </a:bodyPr>
          <a:lstStyle/>
          <a:p>
            <a:pPr lvl="0"/>
            <a:r>
              <a:rPr lang="fr-CM" sz="2400" b="1" dirty="0"/>
              <a:t>Software environment</a:t>
            </a:r>
            <a:endParaRPr lang="fr-FR" sz="2400" b="1" dirty="0"/>
          </a:p>
        </p:txBody>
      </p:sp>
      <p:pic>
        <p:nvPicPr>
          <p:cNvPr id="3" name="Picture 2">
            <a:extLst>
              <a:ext uri="{FF2B5EF4-FFF2-40B4-BE49-F238E27FC236}">
                <a16:creationId xmlns:a16="http://schemas.microsoft.com/office/drawing/2014/main" id="{CCDBD2F9-85A2-1AD4-03BF-383F90FC855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672342" y="2176697"/>
            <a:ext cx="914038" cy="703949"/>
          </a:xfrm>
          <a:prstGeom prst="rect">
            <a:avLst/>
          </a:prstGeom>
          <a:noFill/>
          <a:ln>
            <a:noFill/>
          </a:ln>
        </p:spPr>
      </p:pic>
      <p:pic>
        <p:nvPicPr>
          <p:cNvPr id="4" name="Picture 3" descr="ChangeVision Astah - YouTube">
            <a:extLst>
              <a:ext uri="{FF2B5EF4-FFF2-40B4-BE49-F238E27FC236}">
                <a16:creationId xmlns:a16="http://schemas.microsoft.com/office/drawing/2014/main" id="{04F93584-7E3B-13B6-4AEA-58DA8C569603}"/>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V="1">
            <a:off x="9764737" y="2123236"/>
            <a:ext cx="822960" cy="822960"/>
          </a:xfrm>
          <a:prstGeom prst="rect">
            <a:avLst/>
          </a:prstGeom>
          <a:noFill/>
          <a:ln>
            <a:noFill/>
          </a:ln>
        </p:spPr>
      </p:pic>
    </p:spTree>
    <p:extLst>
      <p:ext uri="{BB962C8B-B14F-4D97-AF65-F5344CB8AC3E}">
        <p14:creationId xmlns:p14="http://schemas.microsoft.com/office/powerpoint/2010/main" val="12689086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500" fill="hold"/>
                                        <p:tgtEl>
                                          <p:spTgt spid="77"/>
                                        </p:tgtEl>
                                        <p:attrNameLst>
                                          <p:attrName>ppt_w</p:attrName>
                                        </p:attrNameLst>
                                      </p:cBhvr>
                                      <p:tavLst>
                                        <p:tav tm="0">
                                          <p:val>
                                            <p:fltVal val="0"/>
                                          </p:val>
                                        </p:tav>
                                        <p:tav tm="100000">
                                          <p:val>
                                            <p:strVal val="#ppt_w"/>
                                          </p:val>
                                        </p:tav>
                                      </p:tavLst>
                                    </p:anim>
                                    <p:anim calcmode="lin" valueType="num">
                                      <p:cBhvr>
                                        <p:cTn id="8" dur="500" fill="hold"/>
                                        <p:tgtEl>
                                          <p:spTgt spid="77"/>
                                        </p:tgtEl>
                                        <p:attrNameLst>
                                          <p:attrName>ppt_h</p:attrName>
                                        </p:attrNameLst>
                                      </p:cBhvr>
                                      <p:tavLst>
                                        <p:tav tm="0">
                                          <p:val>
                                            <p:fltVal val="0"/>
                                          </p:val>
                                        </p:tav>
                                        <p:tav tm="100000">
                                          <p:val>
                                            <p:strVal val="#ppt_h"/>
                                          </p:val>
                                        </p:tav>
                                      </p:tavLst>
                                    </p:anim>
                                    <p:animEffect transition="in" filter="fade">
                                      <p:cBhvr>
                                        <p:cTn id="9" dur="500"/>
                                        <p:tgtEl>
                                          <p:spTgt spid="7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8"/>
                                        </p:tgtEl>
                                        <p:attrNameLst>
                                          <p:attrName>style.visibility</p:attrName>
                                        </p:attrNameLst>
                                      </p:cBhvr>
                                      <p:to>
                                        <p:strVal val="visible"/>
                                      </p:to>
                                    </p:set>
                                    <p:anim calcmode="lin" valueType="num">
                                      <p:cBhvr>
                                        <p:cTn id="12" dur="500" fill="hold"/>
                                        <p:tgtEl>
                                          <p:spTgt spid="78"/>
                                        </p:tgtEl>
                                        <p:attrNameLst>
                                          <p:attrName>ppt_w</p:attrName>
                                        </p:attrNameLst>
                                      </p:cBhvr>
                                      <p:tavLst>
                                        <p:tav tm="0">
                                          <p:val>
                                            <p:fltVal val="0"/>
                                          </p:val>
                                        </p:tav>
                                        <p:tav tm="100000">
                                          <p:val>
                                            <p:strVal val="#ppt_w"/>
                                          </p:val>
                                        </p:tav>
                                      </p:tavLst>
                                    </p:anim>
                                    <p:anim calcmode="lin" valueType="num">
                                      <p:cBhvr>
                                        <p:cTn id="13" dur="500" fill="hold"/>
                                        <p:tgtEl>
                                          <p:spTgt spid="78"/>
                                        </p:tgtEl>
                                        <p:attrNameLst>
                                          <p:attrName>ppt_h</p:attrName>
                                        </p:attrNameLst>
                                      </p:cBhvr>
                                      <p:tavLst>
                                        <p:tav tm="0">
                                          <p:val>
                                            <p:fltVal val="0"/>
                                          </p:val>
                                        </p:tav>
                                        <p:tav tm="100000">
                                          <p:val>
                                            <p:strVal val="#ppt_h"/>
                                          </p:val>
                                        </p:tav>
                                      </p:tavLst>
                                    </p:anim>
                                    <p:animEffect transition="in" filter="fade">
                                      <p:cBhvr>
                                        <p:cTn id="14" dur="500"/>
                                        <p:tgtEl>
                                          <p:spTgt spid="78"/>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9"/>
                                        </p:tgtEl>
                                        <p:attrNameLst>
                                          <p:attrName>style.visibility</p:attrName>
                                        </p:attrNameLst>
                                      </p:cBhvr>
                                      <p:to>
                                        <p:strVal val="visible"/>
                                      </p:to>
                                    </p:set>
                                    <p:anim calcmode="lin" valueType="num">
                                      <p:cBhvr>
                                        <p:cTn id="17" dur="500" fill="hold"/>
                                        <p:tgtEl>
                                          <p:spTgt spid="79"/>
                                        </p:tgtEl>
                                        <p:attrNameLst>
                                          <p:attrName>ppt_w</p:attrName>
                                        </p:attrNameLst>
                                      </p:cBhvr>
                                      <p:tavLst>
                                        <p:tav tm="0">
                                          <p:val>
                                            <p:fltVal val="0"/>
                                          </p:val>
                                        </p:tav>
                                        <p:tav tm="100000">
                                          <p:val>
                                            <p:strVal val="#ppt_w"/>
                                          </p:val>
                                        </p:tav>
                                      </p:tavLst>
                                    </p:anim>
                                    <p:anim calcmode="lin" valueType="num">
                                      <p:cBhvr>
                                        <p:cTn id="18" dur="500" fill="hold"/>
                                        <p:tgtEl>
                                          <p:spTgt spid="79"/>
                                        </p:tgtEl>
                                        <p:attrNameLst>
                                          <p:attrName>ppt_h</p:attrName>
                                        </p:attrNameLst>
                                      </p:cBhvr>
                                      <p:tavLst>
                                        <p:tav tm="0">
                                          <p:val>
                                            <p:fltVal val="0"/>
                                          </p:val>
                                        </p:tav>
                                        <p:tav tm="100000">
                                          <p:val>
                                            <p:strVal val="#ppt_h"/>
                                          </p:val>
                                        </p:tav>
                                      </p:tavLst>
                                    </p:anim>
                                    <p:animEffect transition="in" filter="fade">
                                      <p:cBhvr>
                                        <p:cTn id="19" dur="500"/>
                                        <p:tgtEl>
                                          <p:spTgt spid="7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4"/>
                                        </p:tgtEl>
                                        <p:attrNameLst>
                                          <p:attrName>style.visibility</p:attrName>
                                        </p:attrNameLst>
                                      </p:cBhvr>
                                      <p:to>
                                        <p:strVal val="visible"/>
                                      </p:to>
                                    </p:set>
                                    <p:anim calcmode="lin" valueType="num">
                                      <p:cBhvr>
                                        <p:cTn id="22" dur="500" fill="hold"/>
                                        <p:tgtEl>
                                          <p:spTgt spid="74"/>
                                        </p:tgtEl>
                                        <p:attrNameLst>
                                          <p:attrName>ppt_w</p:attrName>
                                        </p:attrNameLst>
                                      </p:cBhvr>
                                      <p:tavLst>
                                        <p:tav tm="0">
                                          <p:val>
                                            <p:fltVal val="0"/>
                                          </p:val>
                                        </p:tav>
                                        <p:tav tm="100000">
                                          <p:val>
                                            <p:strVal val="#ppt_w"/>
                                          </p:val>
                                        </p:tav>
                                      </p:tavLst>
                                    </p:anim>
                                    <p:anim calcmode="lin" valueType="num">
                                      <p:cBhvr>
                                        <p:cTn id="23" dur="500" fill="hold"/>
                                        <p:tgtEl>
                                          <p:spTgt spid="74"/>
                                        </p:tgtEl>
                                        <p:attrNameLst>
                                          <p:attrName>ppt_h</p:attrName>
                                        </p:attrNameLst>
                                      </p:cBhvr>
                                      <p:tavLst>
                                        <p:tav tm="0">
                                          <p:val>
                                            <p:fltVal val="0"/>
                                          </p:val>
                                        </p:tav>
                                        <p:tav tm="100000">
                                          <p:val>
                                            <p:strVal val="#ppt_h"/>
                                          </p:val>
                                        </p:tav>
                                      </p:tavLst>
                                    </p:anim>
                                    <p:animEffect transition="in" filter="fade">
                                      <p:cBhvr>
                                        <p:cTn id="24" dur="500"/>
                                        <p:tgtEl>
                                          <p:spTgt spid="74"/>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anim calcmode="lin" valueType="num">
                                      <p:cBhvr>
                                        <p:cTn id="27" dur="500" fill="hold"/>
                                        <p:tgtEl>
                                          <p:spTgt spid="75"/>
                                        </p:tgtEl>
                                        <p:attrNameLst>
                                          <p:attrName>ppt_w</p:attrName>
                                        </p:attrNameLst>
                                      </p:cBhvr>
                                      <p:tavLst>
                                        <p:tav tm="0">
                                          <p:val>
                                            <p:fltVal val="0"/>
                                          </p:val>
                                        </p:tav>
                                        <p:tav tm="100000">
                                          <p:val>
                                            <p:strVal val="#ppt_w"/>
                                          </p:val>
                                        </p:tav>
                                      </p:tavLst>
                                    </p:anim>
                                    <p:anim calcmode="lin" valueType="num">
                                      <p:cBhvr>
                                        <p:cTn id="28" dur="500" fill="hold"/>
                                        <p:tgtEl>
                                          <p:spTgt spid="75"/>
                                        </p:tgtEl>
                                        <p:attrNameLst>
                                          <p:attrName>ppt_h</p:attrName>
                                        </p:attrNameLst>
                                      </p:cBhvr>
                                      <p:tavLst>
                                        <p:tav tm="0">
                                          <p:val>
                                            <p:fltVal val="0"/>
                                          </p:val>
                                        </p:tav>
                                        <p:tav tm="100000">
                                          <p:val>
                                            <p:strVal val="#ppt_h"/>
                                          </p:val>
                                        </p:tav>
                                      </p:tavLst>
                                    </p:anim>
                                    <p:animEffect transition="in" filter="fade">
                                      <p:cBhvr>
                                        <p:cTn id="29" dur="500"/>
                                        <p:tgtEl>
                                          <p:spTgt spid="75"/>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84"/>
                                        </p:tgtEl>
                                        <p:attrNameLst>
                                          <p:attrName>style.visibility</p:attrName>
                                        </p:attrNameLst>
                                      </p:cBhvr>
                                      <p:to>
                                        <p:strVal val="visible"/>
                                      </p:to>
                                    </p:set>
                                    <p:anim calcmode="lin" valueType="num">
                                      <p:cBhvr>
                                        <p:cTn id="32" dur="500" fill="hold"/>
                                        <p:tgtEl>
                                          <p:spTgt spid="84"/>
                                        </p:tgtEl>
                                        <p:attrNameLst>
                                          <p:attrName>ppt_w</p:attrName>
                                        </p:attrNameLst>
                                      </p:cBhvr>
                                      <p:tavLst>
                                        <p:tav tm="0">
                                          <p:val>
                                            <p:fltVal val="0"/>
                                          </p:val>
                                        </p:tav>
                                        <p:tav tm="100000">
                                          <p:val>
                                            <p:strVal val="#ppt_w"/>
                                          </p:val>
                                        </p:tav>
                                      </p:tavLst>
                                    </p:anim>
                                    <p:anim calcmode="lin" valueType="num">
                                      <p:cBhvr>
                                        <p:cTn id="33" dur="500" fill="hold"/>
                                        <p:tgtEl>
                                          <p:spTgt spid="84"/>
                                        </p:tgtEl>
                                        <p:attrNameLst>
                                          <p:attrName>ppt_h</p:attrName>
                                        </p:attrNameLst>
                                      </p:cBhvr>
                                      <p:tavLst>
                                        <p:tav tm="0">
                                          <p:val>
                                            <p:fltVal val="0"/>
                                          </p:val>
                                        </p:tav>
                                        <p:tav tm="100000">
                                          <p:val>
                                            <p:strVal val="#ppt_h"/>
                                          </p:val>
                                        </p:tav>
                                      </p:tavLst>
                                    </p:anim>
                                    <p:animEffect transition="in" filter="fade">
                                      <p:cBhvr>
                                        <p:cTn id="34" dur="500"/>
                                        <p:tgtEl>
                                          <p:spTgt spid="84"/>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76"/>
                                        </p:tgtEl>
                                        <p:attrNameLst>
                                          <p:attrName>style.visibility</p:attrName>
                                        </p:attrNameLst>
                                      </p:cBhvr>
                                      <p:to>
                                        <p:strVal val="visible"/>
                                      </p:to>
                                    </p:set>
                                    <p:anim calcmode="lin" valueType="num">
                                      <p:cBhvr>
                                        <p:cTn id="37" dur="500" fill="hold"/>
                                        <p:tgtEl>
                                          <p:spTgt spid="76"/>
                                        </p:tgtEl>
                                        <p:attrNameLst>
                                          <p:attrName>ppt_w</p:attrName>
                                        </p:attrNameLst>
                                      </p:cBhvr>
                                      <p:tavLst>
                                        <p:tav tm="0">
                                          <p:val>
                                            <p:fltVal val="0"/>
                                          </p:val>
                                        </p:tav>
                                        <p:tav tm="100000">
                                          <p:val>
                                            <p:strVal val="#ppt_w"/>
                                          </p:val>
                                        </p:tav>
                                      </p:tavLst>
                                    </p:anim>
                                    <p:anim calcmode="lin" valueType="num">
                                      <p:cBhvr>
                                        <p:cTn id="38" dur="500" fill="hold"/>
                                        <p:tgtEl>
                                          <p:spTgt spid="76"/>
                                        </p:tgtEl>
                                        <p:attrNameLst>
                                          <p:attrName>ppt_h</p:attrName>
                                        </p:attrNameLst>
                                      </p:cBhvr>
                                      <p:tavLst>
                                        <p:tav tm="0">
                                          <p:val>
                                            <p:fltVal val="0"/>
                                          </p:val>
                                        </p:tav>
                                        <p:tav tm="100000">
                                          <p:val>
                                            <p:strVal val="#ppt_h"/>
                                          </p:val>
                                        </p:tav>
                                      </p:tavLst>
                                    </p:anim>
                                    <p:animEffect transition="in" filter="fade">
                                      <p:cBhvr>
                                        <p:cTn id="39" dur="500"/>
                                        <p:tgtEl>
                                          <p:spTgt spid="76"/>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83"/>
                                        </p:tgtEl>
                                        <p:attrNameLst>
                                          <p:attrName>style.visibility</p:attrName>
                                        </p:attrNameLst>
                                      </p:cBhvr>
                                      <p:to>
                                        <p:strVal val="visible"/>
                                      </p:to>
                                    </p:set>
                                    <p:anim calcmode="lin" valueType="num">
                                      <p:cBhvr>
                                        <p:cTn id="42" dur="500" fill="hold"/>
                                        <p:tgtEl>
                                          <p:spTgt spid="83"/>
                                        </p:tgtEl>
                                        <p:attrNameLst>
                                          <p:attrName>ppt_w</p:attrName>
                                        </p:attrNameLst>
                                      </p:cBhvr>
                                      <p:tavLst>
                                        <p:tav tm="0">
                                          <p:val>
                                            <p:fltVal val="0"/>
                                          </p:val>
                                        </p:tav>
                                        <p:tav tm="100000">
                                          <p:val>
                                            <p:strVal val="#ppt_w"/>
                                          </p:val>
                                        </p:tav>
                                      </p:tavLst>
                                    </p:anim>
                                    <p:anim calcmode="lin" valueType="num">
                                      <p:cBhvr>
                                        <p:cTn id="43" dur="500" fill="hold"/>
                                        <p:tgtEl>
                                          <p:spTgt spid="83"/>
                                        </p:tgtEl>
                                        <p:attrNameLst>
                                          <p:attrName>ppt_h</p:attrName>
                                        </p:attrNameLst>
                                      </p:cBhvr>
                                      <p:tavLst>
                                        <p:tav tm="0">
                                          <p:val>
                                            <p:fltVal val="0"/>
                                          </p:val>
                                        </p:tav>
                                        <p:tav tm="100000">
                                          <p:val>
                                            <p:strVal val="#ppt_h"/>
                                          </p:val>
                                        </p:tav>
                                      </p:tavLst>
                                    </p:anim>
                                    <p:animEffect transition="in" filter="fade">
                                      <p:cBhvr>
                                        <p:cTn id="44" dur="500"/>
                                        <p:tgtEl>
                                          <p:spTgt spid="83"/>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82"/>
                                        </p:tgtEl>
                                        <p:attrNameLst>
                                          <p:attrName>style.visibility</p:attrName>
                                        </p:attrNameLst>
                                      </p:cBhvr>
                                      <p:to>
                                        <p:strVal val="visible"/>
                                      </p:to>
                                    </p:set>
                                    <p:anim calcmode="lin" valueType="num">
                                      <p:cBhvr>
                                        <p:cTn id="47" dur="500" fill="hold"/>
                                        <p:tgtEl>
                                          <p:spTgt spid="82"/>
                                        </p:tgtEl>
                                        <p:attrNameLst>
                                          <p:attrName>ppt_w</p:attrName>
                                        </p:attrNameLst>
                                      </p:cBhvr>
                                      <p:tavLst>
                                        <p:tav tm="0">
                                          <p:val>
                                            <p:fltVal val="0"/>
                                          </p:val>
                                        </p:tav>
                                        <p:tav tm="100000">
                                          <p:val>
                                            <p:strVal val="#ppt_w"/>
                                          </p:val>
                                        </p:tav>
                                      </p:tavLst>
                                    </p:anim>
                                    <p:anim calcmode="lin" valueType="num">
                                      <p:cBhvr>
                                        <p:cTn id="48" dur="500" fill="hold"/>
                                        <p:tgtEl>
                                          <p:spTgt spid="82"/>
                                        </p:tgtEl>
                                        <p:attrNameLst>
                                          <p:attrName>ppt_h</p:attrName>
                                        </p:attrNameLst>
                                      </p:cBhvr>
                                      <p:tavLst>
                                        <p:tav tm="0">
                                          <p:val>
                                            <p:fltVal val="0"/>
                                          </p:val>
                                        </p:tav>
                                        <p:tav tm="100000">
                                          <p:val>
                                            <p:strVal val="#ppt_h"/>
                                          </p:val>
                                        </p:tav>
                                      </p:tavLst>
                                    </p:anim>
                                    <p:animEffect transition="in" filter="fade">
                                      <p:cBhvr>
                                        <p:cTn id="49" dur="500"/>
                                        <p:tgtEl>
                                          <p:spTgt spid="82"/>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80"/>
                                        </p:tgtEl>
                                        <p:attrNameLst>
                                          <p:attrName>style.visibility</p:attrName>
                                        </p:attrNameLst>
                                      </p:cBhvr>
                                      <p:to>
                                        <p:strVal val="visible"/>
                                      </p:to>
                                    </p:set>
                                    <p:anim calcmode="lin" valueType="num">
                                      <p:cBhvr>
                                        <p:cTn id="52" dur="500" fill="hold"/>
                                        <p:tgtEl>
                                          <p:spTgt spid="80"/>
                                        </p:tgtEl>
                                        <p:attrNameLst>
                                          <p:attrName>ppt_w</p:attrName>
                                        </p:attrNameLst>
                                      </p:cBhvr>
                                      <p:tavLst>
                                        <p:tav tm="0">
                                          <p:val>
                                            <p:fltVal val="0"/>
                                          </p:val>
                                        </p:tav>
                                        <p:tav tm="100000">
                                          <p:val>
                                            <p:strVal val="#ppt_w"/>
                                          </p:val>
                                        </p:tav>
                                      </p:tavLst>
                                    </p:anim>
                                    <p:anim calcmode="lin" valueType="num">
                                      <p:cBhvr>
                                        <p:cTn id="53" dur="500" fill="hold"/>
                                        <p:tgtEl>
                                          <p:spTgt spid="80"/>
                                        </p:tgtEl>
                                        <p:attrNameLst>
                                          <p:attrName>ppt_h</p:attrName>
                                        </p:attrNameLst>
                                      </p:cBhvr>
                                      <p:tavLst>
                                        <p:tav tm="0">
                                          <p:val>
                                            <p:fltVal val="0"/>
                                          </p:val>
                                        </p:tav>
                                        <p:tav tm="100000">
                                          <p:val>
                                            <p:strVal val="#ppt_h"/>
                                          </p:val>
                                        </p:tav>
                                      </p:tavLst>
                                    </p:anim>
                                    <p:animEffect transition="in" filter="fade">
                                      <p:cBhvr>
                                        <p:cTn id="54" dur="500"/>
                                        <p:tgtEl>
                                          <p:spTgt spid="80"/>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81"/>
                                        </p:tgtEl>
                                        <p:attrNameLst>
                                          <p:attrName>style.visibility</p:attrName>
                                        </p:attrNameLst>
                                      </p:cBhvr>
                                      <p:to>
                                        <p:strVal val="visible"/>
                                      </p:to>
                                    </p:set>
                                    <p:anim calcmode="lin" valueType="num">
                                      <p:cBhvr>
                                        <p:cTn id="57" dur="500" fill="hold"/>
                                        <p:tgtEl>
                                          <p:spTgt spid="81"/>
                                        </p:tgtEl>
                                        <p:attrNameLst>
                                          <p:attrName>ppt_w</p:attrName>
                                        </p:attrNameLst>
                                      </p:cBhvr>
                                      <p:tavLst>
                                        <p:tav tm="0">
                                          <p:val>
                                            <p:fltVal val="0"/>
                                          </p:val>
                                        </p:tav>
                                        <p:tav tm="100000">
                                          <p:val>
                                            <p:strVal val="#ppt_w"/>
                                          </p:val>
                                        </p:tav>
                                      </p:tavLst>
                                    </p:anim>
                                    <p:anim calcmode="lin" valueType="num">
                                      <p:cBhvr>
                                        <p:cTn id="58" dur="500" fill="hold"/>
                                        <p:tgtEl>
                                          <p:spTgt spid="81"/>
                                        </p:tgtEl>
                                        <p:attrNameLst>
                                          <p:attrName>ppt_h</p:attrName>
                                        </p:attrNameLst>
                                      </p:cBhvr>
                                      <p:tavLst>
                                        <p:tav tm="0">
                                          <p:val>
                                            <p:fltVal val="0"/>
                                          </p:val>
                                        </p:tav>
                                        <p:tav tm="100000">
                                          <p:val>
                                            <p:strVal val="#ppt_h"/>
                                          </p:val>
                                        </p:tav>
                                      </p:tavLst>
                                    </p:anim>
                                    <p:animEffect transition="in" filter="fade">
                                      <p:cBhvr>
                                        <p:cTn id="59" dur="500"/>
                                        <p:tgtEl>
                                          <p:spTgt spid="8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85"/>
                                        </p:tgtEl>
                                        <p:attrNameLst>
                                          <p:attrName>style.visibility</p:attrName>
                                        </p:attrNameLst>
                                      </p:cBhvr>
                                      <p:to>
                                        <p:strVal val="visible"/>
                                      </p:to>
                                    </p:set>
                                    <p:animEffect transition="in" filter="fade">
                                      <p:cBhvr>
                                        <p:cTn id="64" dur="500"/>
                                        <p:tgtEl>
                                          <p:spTgt spid="85"/>
                                        </p:tgtEl>
                                      </p:cBhvr>
                                    </p:animEffect>
                                  </p:childTnLst>
                                </p:cTn>
                              </p:par>
                              <p:par>
                                <p:cTn id="65" presetID="10" presetClass="entr" presetSubtype="0" fill="hold" nodeType="withEffect">
                                  <p:stCondLst>
                                    <p:cond delay="500"/>
                                  </p:stCondLst>
                                  <p:childTnLst>
                                    <p:set>
                                      <p:cBhvr>
                                        <p:cTn id="66" dur="1" fill="hold">
                                          <p:stCondLst>
                                            <p:cond delay="0"/>
                                          </p:stCondLst>
                                        </p:cTn>
                                        <p:tgtEl>
                                          <p:spTgt spid="91"/>
                                        </p:tgtEl>
                                        <p:attrNameLst>
                                          <p:attrName>style.visibility</p:attrName>
                                        </p:attrNameLst>
                                      </p:cBhvr>
                                      <p:to>
                                        <p:strVal val="visible"/>
                                      </p:to>
                                    </p:set>
                                    <p:animEffect transition="in" filter="fade">
                                      <p:cBhvr>
                                        <p:cTn id="67" dur="500"/>
                                        <p:tgtEl>
                                          <p:spTgt spid="9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86"/>
                                        </p:tgtEl>
                                        <p:attrNameLst>
                                          <p:attrName>style.visibility</p:attrName>
                                        </p:attrNameLst>
                                      </p:cBhvr>
                                      <p:to>
                                        <p:strVal val="visible"/>
                                      </p:to>
                                    </p:set>
                                    <p:animEffect transition="in" filter="fade">
                                      <p:cBhvr>
                                        <p:cTn id="72" dur="500"/>
                                        <p:tgtEl>
                                          <p:spTgt spid="86"/>
                                        </p:tgtEl>
                                      </p:cBhvr>
                                    </p:animEffect>
                                  </p:childTnLst>
                                </p:cTn>
                              </p:par>
                              <p:par>
                                <p:cTn id="73" presetID="10" presetClass="entr" presetSubtype="0" fill="hold" nodeType="withEffect">
                                  <p:stCondLst>
                                    <p:cond delay="500"/>
                                  </p:stCondLst>
                                  <p:childTnLst>
                                    <p:set>
                                      <p:cBhvr>
                                        <p:cTn id="74" dur="1" fill="hold">
                                          <p:stCondLst>
                                            <p:cond delay="0"/>
                                          </p:stCondLst>
                                        </p:cTn>
                                        <p:tgtEl>
                                          <p:spTgt spid="100"/>
                                        </p:tgtEl>
                                        <p:attrNameLst>
                                          <p:attrName>style.visibility</p:attrName>
                                        </p:attrNameLst>
                                      </p:cBhvr>
                                      <p:to>
                                        <p:strVal val="visible"/>
                                      </p:to>
                                    </p:set>
                                    <p:animEffect transition="in" filter="fade">
                                      <p:cBhvr>
                                        <p:cTn id="75" dur="500"/>
                                        <p:tgtEl>
                                          <p:spTgt spid="100"/>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87"/>
                                        </p:tgtEl>
                                        <p:attrNameLst>
                                          <p:attrName>style.visibility</p:attrName>
                                        </p:attrNameLst>
                                      </p:cBhvr>
                                      <p:to>
                                        <p:strVal val="visible"/>
                                      </p:to>
                                    </p:set>
                                    <p:animEffect transition="in" filter="fade">
                                      <p:cBhvr>
                                        <p:cTn id="80" dur="500"/>
                                        <p:tgtEl>
                                          <p:spTgt spid="87"/>
                                        </p:tgtEl>
                                      </p:cBhvr>
                                    </p:animEffect>
                                  </p:childTnLst>
                                </p:cTn>
                              </p:par>
                              <p:par>
                                <p:cTn id="81" presetID="10" presetClass="entr" presetSubtype="0" fill="hold" nodeType="withEffect">
                                  <p:stCondLst>
                                    <p:cond delay="500"/>
                                  </p:stCondLst>
                                  <p:childTnLst>
                                    <p:set>
                                      <p:cBhvr>
                                        <p:cTn id="82" dur="1" fill="hold">
                                          <p:stCondLst>
                                            <p:cond delay="0"/>
                                          </p:stCondLst>
                                        </p:cTn>
                                        <p:tgtEl>
                                          <p:spTgt spid="94"/>
                                        </p:tgtEl>
                                        <p:attrNameLst>
                                          <p:attrName>style.visibility</p:attrName>
                                        </p:attrNameLst>
                                      </p:cBhvr>
                                      <p:to>
                                        <p:strVal val="visible"/>
                                      </p:to>
                                    </p:set>
                                    <p:animEffect transition="in" filter="fade">
                                      <p:cBhvr>
                                        <p:cTn id="83" dur="500"/>
                                        <p:tgtEl>
                                          <p:spTgt spid="94"/>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88"/>
                                        </p:tgtEl>
                                        <p:attrNameLst>
                                          <p:attrName>style.visibility</p:attrName>
                                        </p:attrNameLst>
                                      </p:cBhvr>
                                      <p:to>
                                        <p:strVal val="visible"/>
                                      </p:to>
                                    </p:set>
                                    <p:animEffect transition="in" filter="fade">
                                      <p:cBhvr>
                                        <p:cTn id="88" dur="500"/>
                                        <p:tgtEl>
                                          <p:spTgt spid="88"/>
                                        </p:tgtEl>
                                      </p:cBhvr>
                                    </p:animEffect>
                                  </p:childTnLst>
                                </p:cTn>
                              </p:par>
                              <p:par>
                                <p:cTn id="89" presetID="10" presetClass="entr" presetSubtype="0" fill="hold" nodeType="withEffect">
                                  <p:stCondLst>
                                    <p:cond delay="500"/>
                                  </p:stCondLst>
                                  <p:childTnLst>
                                    <p:set>
                                      <p:cBhvr>
                                        <p:cTn id="90" dur="1" fill="hold">
                                          <p:stCondLst>
                                            <p:cond delay="0"/>
                                          </p:stCondLst>
                                        </p:cTn>
                                        <p:tgtEl>
                                          <p:spTgt spid="103"/>
                                        </p:tgtEl>
                                        <p:attrNameLst>
                                          <p:attrName>style.visibility</p:attrName>
                                        </p:attrNameLst>
                                      </p:cBhvr>
                                      <p:to>
                                        <p:strVal val="visible"/>
                                      </p:to>
                                    </p:set>
                                    <p:animEffect transition="in" filter="fade">
                                      <p:cBhvr>
                                        <p:cTn id="91" dur="500"/>
                                        <p:tgtEl>
                                          <p:spTgt spid="103"/>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89"/>
                                        </p:tgtEl>
                                        <p:attrNameLst>
                                          <p:attrName>style.visibility</p:attrName>
                                        </p:attrNameLst>
                                      </p:cBhvr>
                                      <p:to>
                                        <p:strVal val="visible"/>
                                      </p:to>
                                    </p:set>
                                    <p:animEffect transition="in" filter="fade">
                                      <p:cBhvr>
                                        <p:cTn id="96" dur="500"/>
                                        <p:tgtEl>
                                          <p:spTgt spid="89"/>
                                        </p:tgtEl>
                                      </p:cBhvr>
                                    </p:animEffect>
                                  </p:childTnLst>
                                </p:cTn>
                              </p:par>
                              <p:par>
                                <p:cTn id="97" presetID="10" presetClass="entr" presetSubtype="0" fill="hold" nodeType="withEffect">
                                  <p:stCondLst>
                                    <p:cond delay="500"/>
                                  </p:stCondLst>
                                  <p:childTnLst>
                                    <p:set>
                                      <p:cBhvr>
                                        <p:cTn id="98" dur="1" fill="hold">
                                          <p:stCondLst>
                                            <p:cond delay="0"/>
                                          </p:stCondLst>
                                        </p:cTn>
                                        <p:tgtEl>
                                          <p:spTgt spid="97"/>
                                        </p:tgtEl>
                                        <p:attrNameLst>
                                          <p:attrName>style.visibility</p:attrName>
                                        </p:attrNameLst>
                                      </p:cBhvr>
                                      <p:to>
                                        <p:strVal val="visible"/>
                                      </p:to>
                                    </p:set>
                                    <p:animEffect transition="in" filter="fade">
                                      <p:cBhvr>
                                        <p:cTn id="99"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à coins arrondis 5">
            <a:extLst>
              <a:ext uri="{FF2B5EF4-FFF2-40B4-BE49-F238E27FC236}">
                <a16:creationId xmlns:a16="http://schemas.microsoft.com/office/drawing/2014/main" id="{20AB6750-46F0-D5FC-491D-EF376E85B347}"/>
              </a:ext>
            </a:extLst>
          </p:cNvPr>
          <p:cNvSpPr/>
          <p:nvPr/>
        </p:nvSpPr>
        <p:spPr>
          <a:xfrm>
            <a:off x="11458575" y="6254458"/>
            <a:ext cx="733425" cy="603541"/>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10</a:t>
            </a:r>
          </a:p>
        </p:txBody>
      </p:sp>
      <p:sp>
        <p:nvSpPr>
          <p:cNvPr id="74" name="Freeform: Shape 3">
            <a:extLst>
              <a:ext uri="{FF2B5EF4-FFF2-40B4-BE49-F238E27FC236}">
                <a16:creationId xmlns:a16="http://schemas.microsoft.com/office/drawing/2014/main" id="{443E86A6-1C34-4C7A-A24E-DF3058EA68A1}"/>
              </a:ext>
            </a:extLst>
          </p:cNvPr>
          <p:cNvSpPr/>
          <p:nvPr/>
        </p:nvSpPr>
        <p:spPr>
          <a:xfrm>
            <a:off x="11803094" y="881539"/>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5" name="Freeform: Shape 4">
            <a:extLst>
              <a:ext uri="{FF2B5EF4-FFF2-40B4-BE49-F238E27FC236}">
                <a16:creationId xmlns:a16="http://schemas.microsoft.com/office/drawing/2014/main" id="{6A6C6217-2D0B-4BD3-8A13-B70D2F4D3FC4}"/>
              </a:ext>
            </a:extLst>
          </p:cNvPr>
          <p:cNvSpPr/>
          <p:nvPr/>
        </p:nvSpPr>
        <p:spPr>
          <a:xfrm>
            <a:off x="11143107" y="259556"/>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6"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7" name="Freeform: Shape 6">
            <a:extLst>
              <a:ext uri="{FF2B5EF4-FFF2-40B4-BE49-F238E27FC236}">
                <a16:creationId xmlns:a16="http://schemas.microsoft.com/office/drawing/2014/main" id="{63E43D3A-D858-48EC-A3B5-DA67C4FDB697}"/>
              </a:ext>
            </a:extLst>
          </p:cNvPr>
          <p:cNvSpPr/>
          <p:nvPr/>
        </p:nvSpPr>
        <p:spPr>
          <a:xfrm>
            <a:off x="1868424"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8" name="Freeform: Shape 7">
            <a:extLst>
              <a:ext uri="{FF2B5EF4-FFF2-40B4-BE49-F238E27FC236}">
                <a16:creationId xmlns:a16="http://schemas.microsoft.com/office/drawing/2014/main" id="{822E4A63-C8A0-482C-8609-11E58E69B5B7}"/>
              </a:ext>
            </a:extLst>
          </p:cNvPr>
          <p:cNvSpPr/>
          <p:nvPr/>
        </p:nvSpPr>
        <p:spPr>
          <a:xfrm>
            <a:off x="3167253" y="25955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9" name="Freeform: Shape 8">
            <a:extLst>
              <a:ext uri="{FF2B5EF4-FFF2-40B4-BE49-F238E27FC236}">
                <a16:creationId xmlns:a16="http://schemas.microsoft.com/office/drawing/2014/main" id="{199B7924-7E39-4047-9708-3572AFBB47CC}"/>
              </a:ext>
            </a:extLst>
          </p:cNvPr>
          <p:cNvSpPr/>
          <p:nvPr/>
        </p:nvSpPr>
        <p:spPr>
          <a:xfrm>
            <a:off x="205169" y="47472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0"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1" name="Freeform: Shape 10">
            <a:extLst>
              <a:ext uri="{FF2B5EF4-FFF2-40B4-BE49-F238E27FC236}">
                <a16:creationId xmlns:a16="http://schemas.microsoft.com/office/drawing/2014/main" id="{6846DFC9-43BE-4A38-9A39-DD293513A94C}"/>
              </a:ext>
            </a:extLst>
          </p:cNvPr>
          <p:cNvSpPr/>
          <p:nvPr/>
        </p:nvSpPr>
        <p:spPr>
          <a:xfrm>
            <a:off x="154781" y="288064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2"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3"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4" name="Freeform: Shape 13">
            <a:extLst>
              <a:ext uri="{FF2B5EF4-FFF2-40B4-BE49-F238E27FC236}">
                <a16:creationId xmlns:a16="http://schemas.microsoft.com/office/drawing/2014/main" id="{1C468777-36FA-4346-ACDB-8D23EDF69281}"/>
              </a:ext>
            </a:extLst>
          </p:cNvPr>
          <p:cNvSpPr/>
          <p:nvPr/>
        </p:nvSpPr>
        <p:spPr>
          <a:xfrm>
            <a:off x="9331166"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2"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3"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4"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5"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6" name="Freeform: Shape 14">
            <a:extLst>
              <a:ext uri="{FF2B5EF4-FFF2-40B4-BE49-F238E27FC236}">
                <a16:creationId xmlns:a16="http://schemas.microsoft.com/office/drawing/2014/main" id="{8E8B03FF-DF8E-49C6-A6EB-9172D8AD0A84}"/>
              </a:ext>
            </a:extLst>
          </p:cNvPr>
          <p:cNvSpPr/>
          <p:nvPr/>
        </p:nvSpPr>
        <p:spPr>
          <a:xfrm>
            <a:off x="1178528" y="2049494"/>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185ADB"/>
            </a:solidFill>
            <a:prstDash val="solid"/>
            <a:round/>
          </a:ln>
        </p:spPr>
        <p:txBody>
          <a:bodyPr rtlCol="0" anchor="ctr"/>
          <a:lstStyle/>
          <a:p>
            <a:endParaRPr lang="en-US"/>
          </a:p>
        </p:txBody>
      </p:sp>
      <p:sp>
        <p:nvSpPr>
          <p:cNvPr id="47" name="Freeform: Shape 15">
            <a:extLst>
              <a:ext uri="{FF2B5EF4-FFF2-40B4-BE49-F238E27FC236}">
                <a16:creationId xmlns:a16="http://schemas.microsoft.com/office/drawing/2014/main" id="{07D5DC7A-7FD1-4211-AD55-A207A4BEC919}"/>
              </a:ext>
            </a:extLst>
          </p:cNvPr>
          <p:cNvSpPr/>
          <p:nvPr/>
        </p:nvSpPr>
        <p:spPr>
          <a:xfrm>
            <a:off x="3600066" y="2049494"/>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48" name="Freeform: Shape 16">
            <a:extLst>
              <a:ext uri="{FF2B5EF4-FFF2-40B4-BE49-F238E27FC236}">
                <a16:creationId xmlns:a16="http://schemas.microsoft.com/office/drawing/2014/main" id="{76F36684-1F98-4E1E-A8A7-1CFF2D3B1A5E}"/>
              </a:ext>
            </a:extLst>
          </p:cNvPr>
          <p:cNvSpPr/>
          <p:nvPr/>
        </p:nvSpPr>
        <p:spPr>
          <a:xfrm>
            <a:off x="6148191" y="2049494"/>
            <a:ext cx="2138468"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4" y="14288"/>
                  <a:pt x="1547527" y="116110"/>
                  <a:pt x="1547527" y="241649"/>
                </a:cubicBezTo>
                <a:lnTo>
                  <a:pt x="1547527" y="3418047"/>
                </a:lnTo>
                <a:cubicBezTo>
                  <a:pt x="1547527" y="3543681"/>
                  <a:pt x="1445704" y="3645504"/>
                  <a:pt x="1320165" y="3645504"/>
                </a:cubicBezTo>
                <a:close/>
              </a:path>
            </a:pathLst>
          </a:custGeom>
          <a:noFill/>
          <a:ln w="19050" cap="rnd">
            <a:solidFill>
              <a:srgbClr val="FFC947"/>
            </a:solidFill>
            <a:prstDash val="solid"/>
            <a:round/>
          </a:ln>
        </p:spPr>
        <p:txBody>
          <a:bodyPr rtlCol="0" anchor="ctr"/>
          <a:lstStyle/>
          <a:p>
            <a:endParaRPr lang="en-US"/>
          </a:p>
        </p:txBody>
      </p:sp>
      <p:sp>
        <p:nvSpPr>
          <p:cNvPr id="49" name="Freeform: Shape 17">
            <a:extLst>
              <a:ext uri="{FF2B5EF4-FFF2-40B4-BE49-F238E27FC236}">
                <a16:creationId xmlns:a16="http://schemas.microsoft.com/office/drawing/2014/main" id="{FEBAE8B6-75FC-4C89-8800-9D3D93CC603F}"/>
              </a:ext>
            </a:extLst>
          </p:cNvPr>
          <p:cNvSpPr/>
          <p:nvPr/>
        </p:nvSpPr>
        <p:spPr>
          <a:xfrm>
            <a:off x="9003396" y="2054288"/>
            <a:ext cx="2139711"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grpSp>
        <p:nvGrpSpPr>
          <p:cNvPr id="52" name="Group 44">
            <a:extLst>
              <a:ext uri="{FF2B5EF4-FFF2-40B4-BE49-F238E27FC236}">
                <a16:creationId xmlns:a16="http://schemas.microsoft.com/office/drawing/2014/main" id="{2F345A39-B59D-495F-87A2-C7D10E91BCD0}"/>
              </a:ext>
            </a:extLst>
          </p:cNvPr>
          <p:cNvGrpSpPr/>
          <p:nvPr/>
        </p:nvGrpSpPr>
        <p:grpSpPr>
          <a:xfrm>
            <a:off x="1177720" y="3185706"/>
            <a:ext cx="1554190" cy="2062103"/>
            <a:chOff x="1176913" y="4313981"/>
            <a:chExt cx="1554190" cy="2062103"/>
          </a:xfrm>
        </p:grpSpPr>
        <p:sp>
          <p:nvSpPr>
            <p:cNvPr id="53" name="TextBox 1">
              <a:extLst>
                <a:ext uri="{FF2B5EF4-FFF2-40B4-BE49-F238E27FC236}">
                  <a16:creationId xmlns:a16="http://schemas.microsoft.com/office/drawing/2014/main" id="{9B2A314E-0AA8-49A7-AA7D-45730114BD0C}"/>
                </a:ext>
              </a:extLst>
            </p:cNvPr>
            <p:cNvSpPr txBox="1"/>
            <p:nvPr/>
          </p:nvSpPr>
          <p:spPr>
            <a:xfrm>
              <a:off x="1601192" y="4313981"/>
              <a:ext cx="707245" cy="307777"/>
            </a:xfrm>
            <a:prstGeom prst="rect">
              <a:avLst/>
            </a:prstGeom>
            <a:noFill/>
          </p:spPr>
          <p:txBody>
            <a:bodyPr wrap="none" rtlCol="0">
              <a:spAutoFit/>
            </a:bodyPr>
            <a:lstStyle/>
            <a:p>
              <a:pPr algn="ctr"/>
              <a:r>
                <a:rPr lang="en-US" sz="1400" b="1" dirty="0"/>
                <a:t>HTML</a:t>
              </a:r>
              <a:r>
                <a:rPr lang="en-US" sz="1400" dirty="0"/>
                <a:t>: </a:t>
              </a:r>
              <a:endParaRPr lang="en-US" sz="1400" b="1" dirty="0">
                <a:solidFill>
                  <a:schemeClr val="accent2"/>
                </a:solidFill>
              </a:endParaRPr>
            </a:p>
          </p:txBody>
        </p:sp>
        <p:sp>
          <p:nvSpPr>
            <p:cNvPr id="54" name="Rectangle 53">
              <a:extLst>
                <a:ext uri="{FF2B5EF4-FFF2-40B4-BE49-F238E27FC236}">
                  <a16:creationId xmlns:a16="http://schemas.microsoft.com/office/drawing/2014/main" id="{5A821B21-E09A-4FA0-99FB-21821B930DC4}"/>
                </a:ext>
              </a:extLst>
            </p:cNvPr>
            <p:cNvSpPr/>
            <p:nvPr/>
          </p:nvSpPr>
          <p:spPr>
            <a:xfrm>
              <a:off x="1176913" y="4621758"/>
              <a:ext cx="1554190" cy="1754326"/>
            </a:xfrm>
            <a:prstGeom prst="rect">
              <a:avLst/>
            </a:prstGeom>
          </p:spPr>
          <p:txBody>
            <a:bodyPr wrap="square">
              <a:spAutoFit/>
            </a:bodyPr>
            <a:lstStyle/>
            <a:p>
              <a:pPr algn="ctr"/>
              <a:r>
                <a:rPr lang="fr-CM" dirty="0"/>
                <a:t>Langage de balisage standard pour structurer le contenu des pages web.</a:t>
              </a:r>
              <a:endParaRPr lang="en-US" sz="1600" b="1" dirty="0">
                <a:solidFill>
                  <a:schemeClr val="bg2">
                    <a:lumMod val="75000"/>
                  </a:schemeClr>
                </a:solidFill>
              </a:endParaRPr>
            </a:p>
          </p:txBody>
        </p:sp>
      </p:grpSp>
      <p:grpSp>
        <p:nvGrpSpPr>
          <p:cNvPr id="55" name="Group 46">
            <a:extLst>
              <a:ext uri="{FF2B5EF4-FFF2-40B4-BE49-F238E27FC236}">
                <a16:creationId xmlns:a16="http://schemas.microsoft.com/office/drawing/2014/main" id="{12C86613-6B20-457F-9E43-11A4BC413012}"/>
              </a:ext>
            </a:extLst>
          </p:cNvPr>
          <p:cNvGrpSpPr/>
          <p:nvPr/>
        </p:nvGrpSpPr>
        <p:grpSpPr>
          <a:xfrm>
            <a:off x="6041681" y="2942957"/>
            <a:ext cx="2244978" cy="2764137"/>
            <a:chOff x="4500872" y="3929846"/>
            <a:chExt cx="2818133" cy="2764137"/>
          </a:xfrm>
        </p:grpSpPr>
        <p:sp>
          <p:nvSpPr>
            <p:cNvPr id="56" name="TextBox 21">
              <a:extLst>
                <a:ext uri="{FF2B5EF4-FFF2-40B4-BE49-F238E27FC236}">
                  <a16:creationId xmlns:a16="http://schemas.microsoft.com/office/drawing/2014/main" id="{9B427566-D4DF-4204-B31F-6CEAE61A5971}"/>
                </a:ext>
              </a:extLst>
            </p:cNvPr>
            <p:cNvSpPr txBox="1"/>
            <p:nvPr/>
          </p:nvSpPr>
          <p:spPr>
            <a:xfrm>
              <a:off x="5271621" y="3929846"/>
              <a:ext cx="1399969" cy="307777"/>
            </a:xfrm>
            <a:prstGeom prst="rect">
              <a:avLst/>
            </a:prstGeom>
            <a:noFill/>
          </p:spPr>
          <p:txBody>
            <a:bodyPr wrap="none" rtlCol="0">
              <a:spAutoFit/>
            </a:bodyPr>
            <a:lstStyle/>
            <a:p>
              <a:pPr algn="ctr"/>
              <a:r>
                <a:rPr lang="en-US" sz="1400" b="1" dirty="0" err="1"/>
                <a:t>Tailwindcss</a:t>
              </a:r>
              <a:r>
                <a:rPr lang="en-US" sz="1400" dirty="0"/>
                <a:t>: </a:t>
              </a:r>
              <a:endParaRPr lang="en-US" sz="1400" b="1" dirty="0">
                <a:solidFill>
                  <a:schemeClr val="accent3"/>
                </a:solidFill>
              </a:endParaRPr>
            </a:p>
          </p:txBody>
        </p:sp>
        <p:sp>
          <p:nvSpPr>
            <p:cNvPr id="57" name="Rectangle 56">
              <a:extLst>
                <a:ext uri="{FF2B5EF4-FFF2-40B4-BE49-F238E27FC236}">
                  <a16:creationId xmlns:a16="http://schemas.microsoft.com/office/drawing/2014/main" id="{6288F451-AD38-4A6C-9CCA-32EBFA160AE2}"/>
                </a:ext>
              </a:extLst>
            </p:cNvPr>
            <p:cNvSpPr/>
            <p:nvPr/>
          </p:nvSpPr>
          <p:spPr>
            <a:xfrm>
              <a:off x="4500872" y="4385659"/>
              <a:ext cx="2818133" cy="2308324"/>
            </a:xfrm>
            <a:prstGeom prst="rect">
              <a:avLst/>
            </a:prstGeom>
          </p:spPr>
          <p:txBody>
            <a:bodyPr wrap="square">
              <a:spAutoFit/>
            </a:bodyPr>
            <a:lstStyle/>
            <a:p>
              <a:pPr algn="ctr"/>
              <a:r>
                <a:rPr lang="fr-CM" dirty="0"/>
                <a:t>Framework CSS pour concevoir des interfaces web réactives et attractives rapidement avec des composants préconstruits.</a:t>
              </a:r>
              <a:endParaRPr lang="en-US" sz="1600" b="1" dirty="0">
                <a:solidFill>
                  <a:schemeClr val="bg2">
                    <a:lumMod val="75000"/>
                  </a:schemeClr>
                </a:solidFill>
              </a:endParaRPr>
            </a:p>
          </p:txBody>
        </p:sp>
      </p:grpSp>
      <p:grpSp>
        <p:nvGrpSpPr>
          <p:cNvPr id="61" name="Group 45">
            <a:extLst>
              <a:ext uri="{FF2B5EF4-FFF2-40B4-BE49-F238E27FC236}">
                <a16:creationId xmlns:a16="http://schemas.microsoft.com/office/drawing/2014/main" id="{3DF71FE6-319D-4F7D-9729-21BC6DF8731C}"/>
              </a:ext>
            </a:extLst>
          </p:cNvPr>
          <p:cNvGrpSpPr/>
          <p:nvPr/>
        </p:nvGrpSpPr>
        <p:grpSpPr>
          <a:xfrm>
            <a:off x="3560959" y="3166656"/>
            <a:ext cx="1554190" cy="2339102"/>
            <a:chOff x="2832929" y="2140133"/>
            <a:chExt cx="1554190" cy="2339102"/>
          </a:xfrm>
        </p:grpSpPr>
        <p:sp>
          <p:nvSpPr>
            <p:cNvPr id="62" name="TextBox 25">
              <a:extLst>
                <a:ext uri="{FF2B5EF4-FFF2-40B4-BE49-F238E27FC236}">
                  <a16:creationId xmlns:a16="http://schemas.microsoft.com/office/drawing/2014/main" id="{4FAD5B5F-117C-4A73-B70D-A52D617800C3}"/>
                </a:ext>
              </a:extLst>
            </p:cNvPr>
            <p:cNvSpPr txBox="1"/>
            <p:nvPr/>
          </p:nvSpPr>
          <p:spPr>
            <a:xfrm>
              <a:off x="3342166" y="2140133"/>
              <a:ext cx="537327" cy="307777"/>
            </a:xfrm>
            <a:prstGeom prst="rect">
              <a:avLst/>
            </a:prstGeom>
            <a:noFill/>
          </p:spPr>
          <p:txBody>
            <a:bodyPr wrap="none" rtlCol="0">
              <a:spAutoFit/>
            </a:bodyPr>
            <a:lstStyle/>
            <a:p>
              <a:pPr algn="ctr"/>
              <a:r>
                <a:rPr lang="en-US" sz="1400" b="1" dirty="0"/>
                <a:t>CSS</a:t>
              </a:r>
              <a:r>
                <a:rPr lang="en-US" sz="1400" dirty="0"/>
                <a:t>: </a:t>
              </a:r>
              <a:endParaRPr lang="en-US" sz="1400" b="1" dirty="0">
                <a:solidFill>
                  <a:schemeClr val="accent1"/>
                </a:solidFill>
              </a:endParaRPr>
            </a:p>
          </p:txBody>
        </p:sp>
        <p:sp>
          <p:nvSpPr>
            <p:cNvPr id="63" name="Rectangle 62">
              <a:extLst>
                <a:ext uri="{FF2B5EF4-FFF2-40B4-BE49-F238E27FC236}">
                  <a16:creationId xmlns:a16="http://schemas.microsoft.com/office/drawing/2014/main" id="{95603608-C33E-4EF4-9706-34825DB56DB8}"/>
                </a:ext>
              </a:extLst>
            </p:cNvPr>
            <p:cNvSpPr/>
            <p:nvPr/>
          </p:nvSpPr>
          <p:spPr>
            <a:xfrm>
              <a:off x="2832929" y="2447910"/>
              <a:ext cx="1554190" cy="2031325"/>
            </a:xfrm>
            <a:prstGeom prst="rect">
              <a:avLst/>
            </a:prstGeom>
          </p:spPr>
          <p:txBody>
            <a:bodyPr wrap="square">
              <a:spAutoFit/>
            </a:bodyPr>
            <a:lstStyle/>
            <a:p>
              <a:pPr algn="ctr"/>
              <a:r>
                <a:rPr lang="fr-CM" dirty="0"/>
                <a:t>Feuilles de style en cascade pour styliser et agencer visuellement les pages web.</a:t>
              </a:r>
              <a:endParaRPr lang="en-US" sz="1600" b="1" dirty="0">
                <a:solidFill>
                  <a:schemeClr val="bg2">
                    <a:lumMod val="75000"/>
                  </a:schemeClr>
                </a:solidFill>
              </a:endParaRPr>
            </a:p>
          </p:txBody>
        </p:sp>
      </p:grpSp>
      <p:grpSp>
        <p:nvGrpSpPr>
          <p:cNvPr id="64" name="Group 47">
            <a:extLst>
              <a:ext uri="{FF2B5EF4-FFF2-40B4-BE49-F238E27FC236}">
                <a16:creationId xmlns:a16="http://schemas.microsoft.com/office/drawing/2014/main" id="{CA46AD46-F9A3-4B22-8F85-6A2ED232BE45}"/>
              </a:ext>
            </a:extLst>
          </p:cNvPr>
          <p:cNvGrpSpPr/>
          <p:nvPr/>
        </p:nvGrpSpPr>
        <p:grpSpPr>
          <a:xfrm>
            <a:off x="9001781" y="2944513"/>
            <a:ext cx="1902130" cy="2299537"/>
            <a:chOff x="6146577" y="2140133"/>
            <a:chExt cx="1554190" cy="2638750"/>
          </a:xfrm>
        </p:grpSpPr>
        <p:sp>
          <p:nvSpPr>
            <p:cNvPr id="65" name="TextBox 27">
              <a:extLst>
                <a:ext uri="{FF2B5EF4-FFF2-40B4-BE49-F238E27FC236}">
                  <a16:creationId xmlns:a16="http://schemas.microsoft.com/office/drawing/2014/main" id="{F2684181-D51A-464F-8A15-4515A41722A2}"/>
                </a:ext>
              </a:extLst>
            </p:cNvPr>
            <p:cNvSpPr txBox="1"/>
            <p:nvPr/>
          </p:nvSpPr>
          <p:spPr>
            <a:xfrm>
              <a:off x="6658567" y="2140133"/>
              <a:ext cx="531823" cy="353178"/>
            </a:xfrm>
            <a:prstGeom prst="rect">
              <a:avLst/>
            </a:prstGeom>
            <a:noFill/>
          </p:spPr>
          <p:txBody>
            <a:bodyPr wrap="none" rtlCol="0">
              <a:spAutoFit/>
            </a:bodyPr>
            <a:lstStyle/>
            <a:p>
              <a:pPr algn="ctr"/>
              <a:r>
                <a:rPr lang="en-US" sz="1400" b="1" dirty="0" err="1"/>
                <a:t>VueJs</a:t>
              </a:r>
              <a:r>
                <a:rPr lang="en-US" sz="1400" dirty="0"/>
                <a:t>:</a:t>
              </a:r>
              <a:endParaRPr lang="en-US" sz="1400" b="1" dirty="0">
                <a:solidFill>
                  <a:schemeClr val="accent1"/>
                </a:solidFill>
              </a:endParaRPr>
            </a:p>
          </p:txBody>
        </p:sp>
        <p:sp>
          <p:nvSpPr>
            <p:cNvPr id="66" name="Rectangle 65">
              <a:extLst>
                <a:ext uri="{FF2B5EF4-FFF2-40B4-BE49-F238E27FC236}">
                  <a16:creationId xmlns:a16="http://schemas.microsoft.com/office/drawing/2014/main" id="{99F009F5-29DA-42A1-A30C-ECAA8D7A65EA}"/>
                </a:ext>
              </a:extLst>
            </p:cNvPr>
            <p:cNvSpPr/>
            <p:nvPr/>
          </p:nvSpPr>
          <p:spPr>
            <a:xfrm>
              <a:off x="6146577" y="2447910"/>
              <a:ext cx="1554190" cy="2330973"/>
            </a:xfrm>
            <a:prstGeom prst="rect">
              <a:avLst/>
            </a:prstGeom>
          </p:spPr>
          <p:txBody>
            <a:bodyPr wrap="square">
              <a:spAutoFit/>
            </a:bodyPr>
            <a:lstStyle/>
            <a:p>
              <a:pPr algn="ctr"/>
              <a:r>
                <a:rPr lang="fr-CM" dirty="0"/>
                <a:t>Framework JavaScript pour la réalisation d’applications web dynamique et interactive plus rapidement.</a:t>
              </a:r>
              <a:endParaRPr lang="en-US" sz="1600" dirty="0">
                <a:solidFill>
                  <a:schemeClr val="bg2">
                    <a:lumMod val="75000"/>
                  </a:schemeClr>
                </a:solidFill>
              </a:endParaRPr>
            </a:p>
          </p:txBody>
        </p:sp>
      </p:grpSp>
      <p:sp>
        <p:nvSpPr>
          <p:cNvPr id="70" name="Rectangle à coins arrondis 69"/>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18</a:t>
            </a:r>
          </a:p>
        </p:txBody>
      </p:sp>
      <p:pic>
        <p:nvPicPr>
          <p:cNvPr id="71" name="Image 70"/>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71351" y="2550269"/>
            <a:ext cx="476250" cy="476250"/>
          </a:xfrm>
          <a:prstGeom prst="rect">
            <a:avLst/>
          </a:prstGeom>
          <a:noFill/>
          <a:ln>
            <a:noFill/>
          </a:ln>
        </p:spPr>
      </p:pic>
      <p:pic>
        <p:nvPicPr>
          <p:cNvPr id="72" name="Image 7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2515" y="2480596"/>
            <a:ext cx="447675" cy="628650"/>
          </a:xfrm>
          <a:prstGeom prst="rect">
            <a:avLst/>
          </a:prstGeom>
          <a:noFill/>
          <a:ln>
            <a:noFill/>
          </a:ln>
        </p:spPr>
      </p:pic>
      <p:sp>
        <p:nvSpPr>
          <p:cNvPr id="3" name="ZoneTexte 2"/>
          <p:cNvSpPr txBox="1"/>
          <p:nvPr/>
        </p:nvSpPr>
        <p:spPr>
          <a:xfrm>
            <a:off x="689572" y="1076262"/>
            <a:ext cx="2940847" cy="646331"/>
          </a:xfrm>
          <a:prstGeom prst="rect">
            <a:avLst/>
          </a:prstGeom>
          <a:noFill/>
        </p:spPr>
        <p:txBody>
          <a:bodyPr wrap="square" rtlCol="0">
            <a:spAutoFit/>
          </a:bodyPr>
          <a:lstStyle/>
          <a:p>
            <a:r>
              <a:rPr lang="en-US" b="1" dirty="0"/>
              <a:t> </a:t>
            </a:r>
            <a:endParaRPr lang="fr-FR" dirty="0"/>
          </a:p>
          <a:p>
            <a:r>
              <a:rPr lang="fr-CM" b="1" dirty="0"/>
              <a:t>FRONT-END TECHNOLOGIES</a:t>
            </a:r>
            <a:endParaRPr lang="fr-FR" b="1" dirty="0"/>
          </a:p>
        </p:txBody>
      </p:sp>
      <p:sp>
        <p:nvSpPr>
          <p:cNvPr id="4" name="Ellipse 3"/>
          <p:cNvSpPr/>
          <p:nvPr/>
        </p:nvSpPr>
        <p:spPr>
          <a:xfrm>
            <a:off x="3694269" y="788653"/>
            <a:ext cx="4418051" cy="61077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 name="ZoneTexte 4"/>
          <p:cNvSpPr txBox="1"/>
          <p:nvPr/>
        </p:nvSpPr>
        <p:spPr>
          <a:xfrm>
            <a:off x="4385870" y="245265"/>
            <a:ext cx="2935323" cy="1477328"/>
          </a:xfrm>
          <a:prstGeom prst="rect">
            <a:avLst/>
          </a:prstGeom>
          <a:noFill/>
        </p:spPr>
        <p:txBody>
          <a:bodyPr wrap="square" rtlCol="0">
            <a:spAutoFit/>
          </a:bodyPr>
          <a:lstStyle/>
          <a:p>
            <a:r>
              <a:rPr lang="en-US" b="1" dirty="0"/>
              <a:t> </a:t>
            </a:r>
            <a:endParaRPr lang="fr-FR" dirty="0"/>
          </a:p>
          <a:p>
            <a:r>
              <a:rPr lang="en-US" dirty="0"/>
              <a:t> </a:t>
            </a:r>
            <a:endParaRPr lang="fr-FR" dirty="0"/>
          </a:p>
          <a:p>
            <a:pPr lvl="0"/>
            <a:r>
              <a:rPr lang="en-US" b="1" u="sng" dirty="0"/>
              <a:t>Web technologies used</a:t>
            </a:r>
            <a:endParaRPr lang="fr-FR" b="1" u="sng" dirty="0"/>
          </a:p>
          <a:p>
            <a:endParaRPr lang="fr-FR" dirty="0"/>
          </a:p>
          <a:p>
            <a:endParaRPr lang="fr-FR" dirty="0"/>
          </a:p>
        </p:txBody>
      </p:sp>
      <p:pic>
        <p:nvPicPr>
          <p:cNvPr id="2" name="Picture 1">
            <a:extLst>
              <a:ext uri="{FF2B5EF4-FFF2-40B4-BE49-F238E27FC236}">
                <a16:creationId xmlns:a16="http://schemas.microsoft.com/office/drawing/2014/main" id="{0664A153-2C61-B5FB-0EF4-93B42B5BA8E7}"/>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V="1">
            <a:off x="6672595" y="2128171"/>
            <a:ext cx="1089660" cy="666750"/>
          </a:xfrm>
          <a:prstGeom prst="rect">
            <a:avLst/>
          </a:prstGeom>
          <a:noFill/>
          <a:ln>
            <a:noFill/>
          </a:ln>
        </p:spPr>
      </p:pic>
      <p:pic>
        <p:nvPicPr>
          <p:cNvPr id="7" name="Picture 6">
            <a:extLst>
              <a:ext uri="{FF2B5EF4-FFF2-40B4-BE49-F238E27FC236}">
                <a16:creationId xmlns:a16="http://schemas.microsoft.com/office/drawing/2014/main" id="{1B9228D9-93C0-FFC9-6793-4DDFC7239317}"/>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589629" y="2236357"/>
            <a:ext cx="838200" cy="726440"/>
          </a:xfrm>
          <a:prstGeom prst="rect">
            <a:avLst/>
          </a:prstGeom>
          <a:noFill/>
          <a:ln>
            <a:noFill/>
          </a:ln>
        </p:spPr>
      </p:pic>
    </p:spTree>
    <p:extLst>
      <p:ext uri="{BB962C8B-B14F-4D97-AF65-F5344CB8AC3E}">
        <p14:creationId xmlns:p14="http://schemas.microsoft.com/office/powerpoint/2010/main" val="194248738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500" fill="hold"/>
                                        <p:tgtEl>
                                          <p:spTgt spid="77"/>
                                        </p:tgtEl>
                                        <p:attrNameLst>
                                          <p:attrName>ppt_w</p:attrName>
                                        </p:attrNameLst>
                                      </p:cBhvr>
                                      <p:tavLst>
                                        <p:tav tm="0">
                                          <p:val>
                                            <p:fltVal val="0"/>
                                          </p:val>
                                        </p:tav>
                                        <p:tav tm="100000">
                                          <p:val>
                                            <p:strVal val="#ppt_w"/>
                                          </p:val>
                                        </p:tav>
                                      </p:tavLst>
                                    </p:anim>
                                    <p:anim calcmode="lin" valueType="num">
                                      <p:cBhvr>
                                        <p:cTn id="8" dur="500" fill="hold"/>
                                        <p:tgtEl>
                                          <p:spTgt spid="77"/>
                                        </p:tgtEl>
                                        <p:attrNameLst>
                                          <p:attrName>ppt_h</p:attrName>
                                        </p:attrNameLst>
                                      </p:cBhvr>
                                      <p:tavLst>
                                        <p:tav tm="0">
                                          <p:val>
                                            <p:fltVal val="0"/>
                                          </p:val>
                                        </p:tav>
                                        <p:tav tm="100000">
                                          <p:val>
                                            <p:strVal val="#ppt_h"/>
                                          </p:val>
                                        </p:tav>
                                      </p:tavLst>
                                    </p:anim>
                                    <p:animEffect transition="in" filter="fade">
                                      <p:cBhvr>
                                        <p:cTn id="9" dur="500"/>
                                        <p:tgtEl>
                                          <p:spTgt spid="7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8"/>
                                        </p:tgtEl>
                                        <p:attrNameLst>
                                          <p:attrName>style.visibility</p:attrName>
                                        </p:attrNameLst>
                                      </p:cBhvr>
                                      <p:to>
                                        <p:strVal val="visible"/>
                                      </p:to>
                                    </p:set>
                                    <p:anim calcmode="lin" valueType="num">
                                      <p:cBhvr>
                                        <p:cTn id="12" dur="500" fill="hold"/>
                                        <p:tgtEl>
                                          <p:spTgt spid="78"/>
                                        </p:tgtEl>
                                        <p:attrNameLst>
                                          <p:attrName>ppt_w</p:attrName>
                                        </p:attrNameLst>
                                      </p:cBhvr>
                                      <p:tavLst>
                                        <p:tav tm="0">
                                          <p:val>
                                            <p:fltVal val="0"/>
                                          </p:val>
                                        </p:tav>
                                        <p:tav tm="100000">
                                          <p:val>
                                            <p:strVal val="#ppt_w"/>
                                          </p:val>
                                        </p:tav>
                                      </p:tavLst>
                                    </p:anim>
                                    <p:anim calcmode="lin" valueType="num">
                                      <p:cBhvr>
                                        <p:cTn id="13" dur="500" fill="hold"/>
                                        <p:tgtEl>
                                          <p:spTgt spid="78"/>
                                        </p:tgtEl>
                                        <p:attrNameLst>
                                          <p:attrName>ppt_h</p:attrName>
                                        </p:attrNameLst>
                                      </p:cBhvr>
                                      <p:tavLst>
                                        <p:tav tm="0">
                                          <p:val>
                                            <p:fltVal val="0"/>
                                          </p:val>
                                        </p:tav>
                                        <p:tav tm="100000">
                                          <p:val>
                                            <p:strVal val="#ppt_h"/>
                                          </p:val>
                                        </p:tav>
                                      </p:tavLst>
                                    </p:anim>
                                    <p:animEffect transition="in" filter="fade">
                                      <p:cBhvr>
                                        <p:cTn id="14" dur="500"/>
                                        <p:tgtEl>
                                          <p:spTgt spid="78"/>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9"/>
                                        </p:tgtEl>
                                        <p:attrNameLst>
                                          <p:attrName>style.visibility</p:attrName>
                                        </p:attrNameLst>
                                      </p:cBhvr>
                                      <p:to>
                                        <p:strVal val="visible"/>
                                      </p:to>
                                    </p:set>
                                    <p:anim calcmode="lin" valueType="num">
                                      <p:cBhvr>
                                        <p:cTn id="17" dur="500" fill="hold"/>
                                        <p:tgtEl>
                                          <p:spTgt spid="79"/>
                                        </p:tgtEl>
                                        <p:attrNameLst>
                                          <p:attrName>ppt_w</p:attrName>
                                        </p:attrNameLst>
                                      </p:cBhvr>
                                      <p:tavLst>
                                        <p:tav tm="0">
                                          <p:val>
                                            <p:fltVal val="0"/>
                                          </p:val>
                                        </p:tav>
                                        <p:tav tm="100000">
                                          <p:val>
                                            <p:strVal val="#ppt_w"/>
                                          </p:val>
                                        </p:tav>
                                      </p:tavLst>
                                    </p:anim>
                                    <p:anim calcmode="lin" valueType="num">
                                      <p:cBhvr>
                                        <p:cTn id="18" dur="500" fill="hold"/>
                                        <p:tgtEl>
                                          <p:spTgt spid="79"/>
                                        </p:tgtEl>
                                        <p:attrNameLst>
                                          <p:attrName>ppt_h</p:attrName>
                                        </p:attrNameLst>
                                      </p:cBhvr>
                                      <p:tavLst>
                                        <p:tav tm="0">
                                          <p:val>
                                            <p:fltVal val="0"/>
                                          </p:val>
                                        </p:tav>
                                        <p:tav tm="100000">
                                          <p:val>
                                            <p:strVal val="#ppt_h"/>
                                          </p:val>
                                        </p:tav>
                                      </p:tavLst>
                                    </p:anim>
                                    <p:animEffect transition="in" filter="fade">
                                      <p:cBhvr>
                                        <p:cTn id="19" dur="500"/>
                                        <p:tgtEl>
                                          <p:spTgt spid="7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4"/>
                                        </p:tgtEl>
                                        <p:attrNameLst>
                                          <p:attrName>style.visibility</p:attrName>
                                        </p:attrNameLst>
                                      </p:cBhvr>
                                      <p:to>
                                        <p:strVal val="visible"/>
                                      </p:to>
                                    </p:set>
                                    <p:anim calcmode="lin" valueType="num">
                                      <p:cBhvr>
                                        <p:cTn id="22" dur="500" fill="hold"/>
                                        <p:tgtEl>
                                          <p:spTgt spid="74"/>
                                        </p:tgtEl>
                                        <p:attrNameLst>
                                          <p:attrName>ppt_w</p:attrName>
                                        </p:attrNameLst>
                                      </p:cBhvr>
                                      <p:tavLst>
                                        <p:tav tm="0">
                                          <p:val>
                                            <p:fltVal val="0"/>
                                          </p:val>
                                        </p:tav>
                                        <p:tav tm="100000">
                                          <p:val>
                                            <p:strVal val="#ppt_w"/>
                                          </p:val>
                                        </p:tav>
                                      </p:tavLst>
                                    </p:anim>
                                    <p:anim calcmode="lin" valueType="num">
                                      <p:cBhvr>
                                        <p:cTn id="23" dur="500" fill="hold"/>
                                        <p:tgtEl>
                                          <p:spTgt spid="74"/>
                                        </p:tgtEl>
                                        <p:attrNameLst>
                                          <p:attrName>ppt_h</p:attrName>
                                        </p:attrNameLst>
                                      </p:cBhvr>
                                      <p:tavLst>
                                        <p:tav tm="0">
                                          <p:val>
                                            <p:fltVal val="0"/>
                                          </p:val>
                                        </p:tav>
                                        <p:tav tm="100000">
                                          <p:val>
                                            <p:strVal val="#ppt_h"/>
                                          </p:val>
                                        </p:tav>
                                      </p:tavLst>
                                    </p:anim>
                                    <p:animEffect transition="in" filter="fade">
                                      <p:cBhvr>
                                        <p:cTn id="24" dur="500"/>
                                        <p:tgtEl>
                                          <p:spTgt spid="74"/>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anim calcmode="lin" valueType="num">
                                      <p:cBhvr>
                                        <p:cTn id="27" dur="500" fill="hold"/>
                                        <p:tgtEl>
                                          <p:spTgt spid="75"/>
                                        </p:tgtEl>
                                        <p:attrNameLst>
                                          <p:attrName>ppt_w</p:attrName>
                                        </p:attrNameLst>
                                      </p:cBhvr>
                                      <p:tavLst>
                                        <p:tav tm="0">
                                          <p:val>
                                            <p:fltVal val="0"/>
                                          </p:val>
                                        </p:tav>
                                        <p:tav tm="100000">
                                          <p:val>
                                            <p:strVal val="#ppt_w"/>
                                          </p:val>
                                        </p:tav>
                                      </p:tavLst>
                                    </p:anim>
                                    <p:anim calcmode="lin" valueType="num">
                                      <p:cBhvr>
                                        <p:cTn id="28" dur="500" fill="hold"/>
                                        <p:tgtEl>
                                          <p:spTgt spid="75"/>
                                        </p:tgtEl>
                                        <p:attrNameLst>
                                          <p:attrName>ppt_h</p:attrName>
                                        </p:attrNameLst>
                                      </p:cBhvr>
                                      <p:tavLst>
                                        <p:tav tm="0">
                                          <p:val>
                                            <p:fltVal val="0"/>
                                          </p:val>
                                        </p:tav>
                                        <p:tav tm="100000">
                                          <p:val>
                                            <p:strVal val="#ppt_h"/>
                                          </p:val>
                                        </p:tav>
                                      </p:tavLst>
                                    </p:anim>
                                    <p:animEffect transition="in" filter="fade">
                                      <p:cBhvr>
                                        <p:cTn id="29" dur="500"/>
                                        <p:tgtEl>
                                          <p:spTgt spid="75"/>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84"/>
                                        </p:tgtEl>
                                        <p:attrNameLst>
                                          <p:attrName>style.visibility</p:attrName>
                                        </p:attrNameLst>
                                      </p:cBhvr>
                                      <p:to>
                                        <p:strVal val="visible"/>
                                      </p:to>
                                    </p:set>
                                    <p:anim calcmode="lin" valueType="num">
                                      <p:cBhvr>
                                        <p:cTn id="32" dur="500" fill="hold"/>
                                        <p:tgtEl>
                                          <p:spTgt spid="84"/>
                                        </p:tgtEl>
                                        <p:attrNameLst>
                                          <p:attrName>ppt_w</p:attrName>
                                        </p:attrNameLst>
                                      </p:cBhvr>
                                      <p:tavLst>
                                        <p:tav tm="0">
                                          <p:val>
                                            <p:fltVal val="0"/>
                                          </p:val>
                                        </p:tav>
                                        <p:tav tm="100000">
                                          <p:val>
                                            <p:strVal val="#ppt_w"/>
                                          </p:val>
                                        </p:tav>
                                      </p:tavLst>
                                    </p:anim>
                                    <p:anim calcmode="lin" valueType="num">
                                      <p:cBhvr>
                                        <p:cTn id="33" dur="500" fill="hold"/>
                                        <p:tgtEl>
                                          <p:spTgt spid="84"/>
                                        </p:tgtEl>
                                        <p:attrNameLst>
                                          <p:attrName>ppt_h</p:attrName>
                                        </p:attrNameLst>
                                      </p:cBhvr>
                                      <p:tavLst>
                                        <p:tav tm="0">
                                          <p:val>
                                            <p:fltVal val="0"/>
                                          </p:val>
                                        </p:tav>
                                        <p:tav tm="100000">
                                          <p:val>
                                            <p:strVal val="#ppt_h"/>
                                          </p:val>
                                        </p:tav>
                                      </p:tavLst>
                                    </p:anim>
                                    <p:animEffect transition="in" filter="fade">
                                      <p:cBhvr>
                                        <p:cTn id="34" dur="500"/>
                                        <p:tgtEl>
                                          <p:spTgt spid="84"/>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76"/>
                                        </p:tgtEl>
                                        <p:attrNameLst>
                                          <p:attrName>style.visibility</p:attrName>
                                        </p:attrNameLst>
                                      </p:cBhvr>
                                      <p:to>
                                        <p:strVal val="visible"/>
                                      </p:to>
                                    </p:set>
                                    <p:anim calcmode="lin" valueType="num">
                                      <p:cBhvr>
                                        <p:cTn id="37" dur="500" fill="hold"/>
                                        <p:tgtEl>
                                          <p:spTgt spid="76"/>
                                        </p:tgtEl>
                                        <p:attrNameLst>
                                          <p:attrName>ppt_w</p:attrName>
                                        </p:attrNameLst>
                                      </p:cBhvr>
                                      <p:tavLst>
                                        <p:tav tm="0">
                                          <p:val>
                                            <p:fltVal val="0"/>
                                          </p:val>
                                        </p:tav>
                                        <p:tav tm="100000">
                                          <p:val>
                                            <p:strVal val="#ppt_w"/>
                                          </p:val>
                                        </p:tav>
                                      </p:tavLst>
                                    </p:anim>
                                    <p:anim calcmode="lin" valueType="num">
                                      <p:cBhvr>
                                        <p:cTn id="38" dur="500" fill="hold"/>
                                        <p:tgtEl>
                                          <p:spTgt spid="76"/>
                                        </p:tgtEl>
                                        <p:attrNameLst>
                                          <p:attrName>ppt_h</p:attrName>
                                        </p:attrNameLst>
                                      </p:cBhvr>
                                      <p:tavLst>
                                        <p:tav tm="0">
                                          <p:val>
                                            <p:fltVal val="0"/>
                                          </p:val>
                                        </p:tav>
                                        <p:tav tm="100000">
                                          <p:val>
                                            <p:strVal val="#ppt_h"/>
                                          </p:val>
                                        </p:tav>
                                      </p:tavLst>
                                    </p:anim>
                                    <p:animEffect transition="in" filter="fade">
                                      <p:cBhvr>
                                        <p:cTn id="39" dur="500"/>
                                        <p:tgtEl>
                                          <p:spTgt spid="76"/>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83"/>
                                        </p:tgtEl>
                                        <p:attrNameLst>
                                          <p:attrName>style.visibility</p:attrName>
                                        </p:attrNameLst>
                                      </p:cBhvr>
                                      <p:to>
                                        <p:strVal val="visible"/>
                                      </p:to>
                                    </p:set>
                                    <p:anim calcmode="lin" valueType="num">
                                      <p:cBhvr>
                                        <p:cTn id="42" dur="500" fill="hold"/>
                                        <p:tgtEl>
                                          <p:spTgt spid="83"/>
                                        </p:tgtEl>
                                        <p:attrNameLst>
                                          <p:attrName>ppt_w</p:attrName>
                                        </p:attrNameLst>
                                      </p:cBhvr>
                                      <p:tavLst>
                                        <p:tav tm="0">
                                          <p:val>
                                            <p:fltVal val="0"/>
                                          </p:val>
                                        </p:tav>
                                        <p:tav tm="100000">
                                          <p:val>
                                            <p:strVal val="#ppt_w"/>
                                          </p:val>
                                        </p:tav>
                                      </p:tavLst>
                                    </p:anim>
                                    <p:anim calcmode="lin" valueType="num">
                                      <p:cBhvr>
                                        <p:cTn id="43" dur="500" fill="hold"/>
                                        <p:tgtEl>
                                          <p:spTgt spid="83"/>
                                        </p:tgtEl>
                                        <p:attrNameLst>
                                          <p:attrName>ppt_h</p:attrName>
                                        </p:attrNameLst>
                                      </p:cBhvr>
                                      <p:tavLst>
                                        <p:tav tm="0">
                                          <p:val>
                                            <p:fltVal val="0"/>
                                          </p:val>
                                        </p:tav>
                                        <p:tav tm="100000">
                                          <p:val>
                                            <p:strVal val="#ppt_h"/>
                                          </p:val>
                                        </p:tav>
                                      </p:tavLst>
                                    </p:anim>
                                    <p:animEffect transition="in" filter="fade">
                                      <p:cBhvr>
                                        <p:cTn id="44" dur="500"/>
                                        <p:tgtEl>
                                          <p:spTgt spid="83"/>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82"/>
                                        </p:tgtEl>
                                        <p:attrNameLst>
                                          <p:attrName>style.visibility</p:attrName>
                                        </p:attrNameLst>
                                      </p:cBhvr>
                                      <p:to>
                                        <p:strVal val="visible"/>
                                      </p:to>
                                    </p:set>
                                    <p:anim calcmode="lin" valueType="num">
                                      <p:cBhvr>
                                        <p:cTn id="47" dur="500" fill="hold"/>
                                        <p:tgtEl>
                                          <p:spTgt spid="82"/>
                                        </p:tgtEl>
                                        <p:attrNameLst>
                                          <p:attrName>ppt_w</p:attrName>
                                        </p:attrNameLst>
                                      </p:cBhvr>
                                      <p:tavLst>
                                        <p:tav tm="0">
                                          <p:val>
                                            <p:fltVal val="0"/>
                                          </p:val>
                                        </p:tav>
                                        <p:tav tm="100000">
                                          <p:val>
                                            <p:strVal val="#ppt_w"/>
                                          </p:val>
                                        </p:tav>
                                      </p:tavLst>
                                    </p:anim>
                                    <p:anim calcmode="lin" valueType="num">
                                      <p:cBhvr>
                                        <p:cTn id="48" dur="500" fill="hold"/>
                                        <p:tgtEl>
                                          <p:spTgt spid="82"/>
                                        </p:tgtEl>
                                        <p:attrNameLst>
                                          <p:attrName>ppt_h</p:attrName>
                                        </p:attrNameLst>
                                      </p:cBhvr>
                                      <p:tavLst>
                                        <p:tav tm="0">
                                          <p:val>
                                            <p:fltVal val="0"/>
                                          </p:val>
                                        </p:tav>
                                        <p:tav tm="100000">
                                          <p:val>
                                            <p:strVal val="#ppt_h"/>
                                          </p:val>
                                        </p:tav>
                                      </p:tavLst>
                                    </p:anim>
                                    <p:animEffect transition="in" filter="fade">
                                      <p:cBhvr>
                                        <p:cTn id="49" dur="500"/>
                                        <p:tgtEl>
                                          <p:spTgt spid="82"/>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80"/>
                                        </p:tgtEl>
                                        <p:attrNameLst>
                                          <p:attrName>style.visibility</p:attrName>
                                        </p:attrNameLst>
                                      </p:cBhvr>
                                      <p:to>
                                        <p:strVal val="visible"/>
                                      </p:to>
                                    </p:set>
                                    <p:anim calcmode="lin" valueType="num">
                                      <p:cBhvr>
                                        <p:cTn id="52" dur="500" fill="hold"/>
                                        <p:tgtEl>
                                          <p:spTgt spid="80"/>
                                        </p:tgtEl>
                                        <p:attrNameLst>
                                          <p:attrName>ppt_w</p:attrName>
                                        </p:attrNameLst>
                                      </p:cBhvr>
                                      <p:tavLst>
                                        <p:tav tm="0">
                                          <p:val>
                                            <p:fltVal val="0"/>
                                          </p:val>
                                        </p:tav>
                                        <p:tav tm="100000">
                                          <p:val>
                                            <p:strVal val="#ppt_w"/>
                                          </p:val>
                                        </p:tav>
                                      </p:tavLst>
                                    </p:anim>
                                    <p:anim calcmode="lin" valueType="num">
                                      <p:cBhvr>
                                        <p:cTn id="53" dur="500" fill="hold"/>
                                        <p:tgtEl>
                                          <p:spTgt spid="80"/>
                                        </p:tgtEl>
                                        <p:attrNameLst>
                                          <p:attrName>ppt_h</p:attrName>
                                        </p:attrNameLst>
                                      </p:cBhvr>
                                      <p:tavLst>
                                        <p:tav tm="0">
                                          <p:val>
                                            <p:fltVal val="0"/>
                                          </p:val>
                                        </p:tav>
                                        <p:tav tm="100000">
                                          <p:val>
                                            <p:strVal val="#ppt_h"/>
                                          </p:val>
                                        </p:tav>
                                      </p:tavLst>
                                    </p:anim>
                                    <p:animEffect transition="in" filter="fade">
                                      <p:cBhvr>
                                        <p:cTn id="54" dur="500"/>
                                        <p:tgtEl>
                                          <p:spTgt spid="80"/>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81"/>
                                        </p:tgtEl>
                                        <p:attrNameLst>
                                          <p:attrName>style.visibility</p:attrName>
                                        </p:attrNameLst>
                                      </p:cBhvr>
                                      <p:to>
                                        <p:strVal val="visible"/>
                                      </p:to>
                                    </p:set>
                                    <p:anim calcmode="lin" valueType="num">
                                      <p:cBhvr>
                                        <p:cTn id="57" dur="500" fill="hold"/>
                                        <p:tgtEl>
                                          <p:spTgt spid="81"/>
                                        </p:tgtEl>
                                        <p:attrNameLst>
                                          <p:attrName>ppt_w</p:attrName>
                                        </p:attrNameLst>
                                      </p:cBhvr>
                                      <p:tavLst>
                                        <p:tav tm="0">
                                          <p:val>
                                            <p:fltVal val="0"/>
                                          </p:val>
                                        </p:tav>
                                        <p:tav tm="100000">
                                          <p:val>
                                            <p:strVal val="#ppt_w"/>
                                          </p:val>
                                        </p:tav>
                                      </p:tavLst>
                                    </p:anim>
                                    <p:anim calcmode="lin" valueType="num">
                                      <p:cBhvr>
                                        <p:cTn id="58" dur="500" fill="hold"/>
                                        <p:tgtEl>
                                          <p:spTgt spid="81"/>
                                        </p:tgtEl>
                                        <p:attrNameLst>
                                          <p:attrName>ppt_h</p:attrName>
                                        </p:attrNameLst>
                                      </p:cBhvr>
                                      <p:tavLst>
                                        <p:tav tm="0">
                                          <p:val>
                                            <p:fltVal val="0"/>
                                          </p:val>
                                        </p:tav>
                                        <p:tav tm="100000">
                                          <p:val>
                                            <p:strVal val="#ppt_h"/>
                                          </p:val>
                                        </p:tav>
                                      </p:tavLst>
                                    </p:anim>
                                    <p:animEffect transition="in" filter="fade">
                                      <p:cBhvr>
                                        <p:cTn id="59" dur="500"/>
                                        <p:tgtEl>
                                          <p:spTgt spid="81"/>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42"/>
                                        </p:tgtEl>
                                        <p:attrNameLst>
                                          <p:attrName>style.visibility</p:attrName>
                                        </p:attrNameLst>
                                      </p:cBhvr>
                                      <p:to>
                                        <p:strVal val="visible"/>
                                      </p:to>
                                    </p:set>
                                    <p:anim calcmode="lin" valueType="num">
                                      <p:cBhvr>
                                        <p:cTn id="62" dur="500" fill="hold"/>
                                        <p:tgtEl>
                                          <p:spTgt spid="42"/>
                                        </p:tgtEl>
                                        <p:attrNameLst>
                                          <p:attrName>ppt_w</p:attrName>
                                        </p:attrNameLst>
                                      </p:cBhvr>
                                      <p:tavLst>
                                        <p:tav tm="0">
                                          <p:val>
                                            <p:fltVal val="0"/>
                                          </p:val>
                                        </p:tav>
                                        <p:tav tm="100000">
                                          <p:val>
                                            <p:strVal val="#ppt_w"/>
                                          </p:val>
                                        </p:tav>
                                      </p:tavLst>
                                    </p:anim>
                                    <p:anim calcmode="lin" valueType="num">
                                      <p:cBhvr>
                                        <p:cTn id="63" dur="500" fill="hold"/>
                                        <p:tgtEl>
                                          <p:spTgt spid="42"/>
                                        </p:tgtEl>
                                        <p:attrNameLst>
                                          <p:attrName>ppt_h</p:attrName>
                                        </p:attrNameLst>
                                      </p:cBhvr>
                                      <p:tavLst>
                                        <p:tav tm="0">
                                          <p:val>
                                            <p:fltVal val="0"/>
                                          </p:val>
                                        </p:tav>
                                        <p:tav tm="100000">
                                          <p:val>
                                            <p:strVal val="#ppt_h"/>
                                          </p:val>
                                        </p:tav>
                                      </p:tavLst>
                                    </p:anim>
                                    <p:animEffect transition="in" filter="fade">
                                      <p:cBhvr>
                                        <p:cTn id="64" dur="500"/>
                                        <p:tgtEl>
                                          <p:spTgt spid="42"/>
                                        </p:tgtEl>
                                      </p:cBhvr>
                                    </p:animEffect>
                                  </p:childTnLst>
                                </p:cTn>
                              </p:par>
                              <p:par>
                                <p:cTn id="65" presetID="53" presetClass="entr" presetSubtype="16"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 calcmode="lin" valueType="num">
                                      <p:cBhvr>
                                        <p:cTn id="67" dur="500" fill="hold"/>
                                        <p:tgtEl>
                                          <p:spTgt spid="45"/>
                                        </p:tgtEl>
                                        <p:attrNameLst>
                                          <p:attrName>ppt_w</p:attrName>
                                        </p:attrNameLst>
                                      </p:cBhvr>
                                      <p:tavLst>
                                        <p:tav tm="0">
                                          <p:val>
                                            <p:fltVal val="0"/>
                                          </p:val>
                                        </p:tav>
                                        <p:tav tm="100000">
                                          <p:val>
                                            <p:strVal val="#ppt_w"/>
                                          </p:val>
                                        </p:tav>
                                      </p:tavLst>
                                    </p:anim>
                                    <p:anim calcmode="lin" valueType="num">
                                      <p:cBhvr>
                                        <p:cTn id="68" dur="500" fill="hold"/>
                                        <p:tgtEl>
                                          <p:spTgt spid="45"/>
                                        </p:tgtEl>
                                        <p:attrNameLst>
                                          <p:attrName>ppt_h</p:attrName>
                                        </p:attrNameLst>
                                      </p:cBhvr>
                                      <p:tavLst>
                                        <p:tav tm="0">
                                          <p:val>
                                            <p:fltVal val="0"/>
                                          </p:val>
                                        </p:tav>
                                        <p:tav tm="100000">
                                          <p:val>
                                            <p:strVal val="#ppt_h"/>
                                          </p:val>
                                        </p:tav>
                                      </p:tavLst>
                                    </p:anim>
                                    <p:animEffect transition="in" filter="fade">
                                      <p:cBhvr>
                                        <p:cTn id="69" dur="500"/>
                                        <p:tgtEl>
                                          <p:spTgt spid="45"/>
                                        </p:tgtEl>
                                      </p:cBhvr>
                                    </p:animEffect>
                                  </p:childTnLst>
                                </p:cTn>
                              </p:par>
                              <p:par>
                                <p:cTn id="70" presetID="53" presetClass="entr" presetSubtype="16" fill="hold" grpId="0" nodeType="withEffect">
                                  <p:stCondLst>
                                    <p:cond delay="0"/>
                                  </p:stCondLst>
                                  <p:childTnLst>
                                    <p:set>
                                      <p:cBhvr>
                                        <p:cTn id="71" dur="1" fill="hold">
                                          <p:stCondLst>
                                            <p:cond delay="0"/>
                                          </p:stCondLst>
                                        </p:cTn>
                                        <p:tgtEl>
                                          <p:spTgt spid="44"/>
                                        </p:tgtEl>
                                        <p:attrNameLst>
                                          <p:attrName>style.visibility</p:attrName>
                                        </p:attrNameLst>
                                      </p:cBhvr>
                                      <p:to>
                                        <p:strVal val="visible"/>
                                      </p:to>
                                    </p:set>
                                    <p:anim calcmode="lin" valueType="num">
                                      <p:cBhvr>
                                        <p:cTn id="72" dur="500" fill="hold"/>
                                        <p:tgtEl>
                                          <p:spTgt spid="44"/>
                                        </p:tgtEl>
                                        <p:attrNameLst>
                                          <p:attrName>ppt_w</p:attrName>
                                        </p:attrNameLst>
                                      </p:cBhvr>
                                      <p:tavLst>
                                        <p:tav tm="0">
                                          <p:val>
                                            <p:fltVal val="0"/>
                                          </p:val>
                                        </p:tav>
                                        <p:tav tm="100000">
                                          <p:val>
                                            <p:strVal val="#ppt_w"/>
                                          </p:val>
                                        </p:tav>
                                      </p:tavLst>
                                    </p:anim>
                                    <p:anim calcmode="lin" valueType="num">
                                      <p:cBhvr>
                                        <p:cTn id="73" dur="500" fill="hold"/>
                                        <p:tgtEl>
                                          <p:spTgt spid="44"/>
                                        </p:tgtEl>
                                        <p:attrNameLst>
                                          <p:attrName>ppt_h</p:attrName>
                                        </p:attrNameLst>
                                      </p:cBhvr>
                                      <p:tavLst>
                                        <p:tav tm="0">
                                          <p:val>
                                            <p:fltVal val="0"/>
                                          </p:val>
                                        </p:tav>
                                        <p:tav tm="100000">
                                          <p:val>
                                            <p:strVal val="#ppt_h"/>
                                          </p:val>
                                        </p:tav>
                                      </p:tavLst>
                                    </p:anim>
                                    <p:animEffect transition="in" filter="fade">
                                      <p:cBhvr>
                                        <p:cTn id="74" dur="500"/>
                                        <p:tgtEl>
                                          <p:spTgt spid="44"/>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p:cTn id="77" dur="500" fill="hold"/>
                                        <p:tgtEl>
                                          <p:spTgt spid="43"/>
                                        </p:tgtEl>
                                        <p:attrNameLst>
                                          <p:attrName>ppt_w</p:attrName>
                                        </p:attrNameLst>
                                      </p:cBhvr>
                                      <p:tavLst>
                                        <p:tav tm="0">
                                          <p:val>
                                            <p:fltVal val="0"/>
                                          </p:val>
                                        </p:tav>
                                        <p:tav tm="100000">
                                          <p:val>
                                            <p:strVal val="#ppt_w"/>
                                          </p:val>
                                        </p:tav>
                                      </p:tavLst>
                                    </p:anim>
                                    <p:anim calcmode="lin" valueType="num">
                                      <p:cBhvr>
                                        <p:cTn id="78" dur="500" fill="hold"/>
                                        <p:tgtEl>
                                          <p:spTgt spid="43"/>
                                        </p:tgtEl>
                                        <p:attrNameLst>
                                          <p:attrName>ppt_h</p:attrName>
                                        </p:attrNameLst>
                                      </p:cBhvr>
                                      <p:tavLst>
                                        <p:tav tm="0">
                                          <p:val>
                                            <p:fltVal val="0"/>
                                          </p:val>
                                        </p:tav>
                                        <p:tav tm="100000">
                                          <p:val>
                                            <p:strVal val="#ppt_h"/>
                                          </p:val>
                                        </p:tav>
                                      </p:tavLst>
                                    </p:anim>
                                    <p:animEffect transition="in" filter="fade">
                                      <p:cBhvr>
                                        <p:cTn id="79" dur="500"/>
                                        <p:tgtEl>
                                          <p:spTgt spid="4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5" presetID="10" presetClass="entr" presetSubtype="0" fill="hold" nodeType="withEffect">
                                  <p:stCondLst>
                                    <p:cond delay="50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500"/>
                                        <p:tgtEl>
                                          <p:spTgt spid="52"/>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500"/>
                                        <p:tgtEl>
                                          <p:spTgt spid="47"/>
                                        </p:tgtEl>
                                      </p:cBhvr>
                                    </p:animEffect>
                                  </p:childTnLst>
                                </p:cTn>
                              </p:par>
                              <p:par>
                                <p:cTn id="93" presetID="10" presetClass="entr" presetSubtype="0" fill="hold" nodeType="withEffect">
                                  <p:stCondLst>
                                    <p:cond delay="500"/>
                                  </p:stCondLst>
                                  <p:childTnLst>
                                    <p:set>
                                      <p:cBhvr>
                                        <p:cTn id="94" dur="1" fill="hold">
                                          <p:stCondLst>
                                            <p:cond delay="0"/>
                                          </p:stCondLst>
                                        </p:cTn>
                                        <p:tgtEl>
                                          <p:spTgt spid="61"/>
                                        </p:tgtEl>
                                        <p:attrNameLst>
                                          <p:attrName>style.visibility</p:attrName>
                                        </p:attrNameLst>
                                      </p:cBhvr>
                                      <p:to>
                                        <p:strVal val="visible"/>
                                      </p:to>
                                    </p:set>
                                    <p:animEffect transition="in" filter="fade">
                                      <p:cBhvr>
                                        <p:cTn id="95" dur="500"/>
                                        <p:tgtEl>
                                          <p:spTgt spid="61"/>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500"/>
                                        <p:tgtEl>
                                          <p:spTgt spid="48"/>
                                        </p:tgtEl>
                                      </p:cBhvr>
                                    </p:animEffect>
                                  </p:childTnLst>
                                </p:cTn>
                              </p:par>
                              <p:par>
                                <p:cTn id="101" presetID="10" presetClass="entr" presetSubtype="0" fill="hold" nodeType="withEffect">
                                  <p:stCondLst>
                                    <p:cond delay="500"/>
                                  </p:stCondLst>
                                  <p:childTnLst>
                                    <p:set>
                                      <p:cBhvr>
                                        <p:cTn id="102" dur="1" fill="hold">
                                          <p:stCondLst>
                                            <p:cond delay="0"/>
                                          </p:stCondLst>
                                        </p:cTn>
                                        <p:tgtEl>
                                          <p:spTgt spid="55"/>
                                        </p:tgtEl>
                                        <p:attrNameLst>
                                          <p:attrName>style.visibility</p:attrName>
                                        </p:attrNameLst>
                                      </p:cBhvr>
                                      <p:to>
                                        <p:strVal val="visible"/>
                                      </p:to>
                                    </p:set>
                                    <p:animEffect transition="in" filter="fade">
                                      <p:cBhvr>
                                        <p:cTn id="103" dur="500"/>
                                        <p:tgtEl>
                                          <p:spTgt spid="55"/>
                                        </p:tgtEl>
                                      </p:cBhvr>
                                    </p:animEffect>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grpId="0" nodeType="clickEffect">
                                  <p:stCondLst>
                                    <p:cond delay="0"/>
                                  </p:stCondLst>
                                  <p:childTnLst>
                                    <p:set>
                                      <p:cBhvr>
                                        <p:cTn id="107" dur="1" fill="hold">
                                          <p:stCondLst>
                                            <p:cond delay="0"/>
                                          </p:stCondLst>
                                        </p:cTn>
                                        <p:tgtEl>
                                          <p:spTgt spid="49"/>
                                        </p:tgtEl>
                                        <p:attrNameLst>
                                          <p:attrName>style.visibility</p:attrName>
                                        </p:attrNameLst>
                                      </p:cBhvr>
                                      <p:to>
                                        <p:strVal val="visible"/>
                                      </p:to>
                                    </p:set>
                                    <p:animEffect transition="in" filter="fade">
                                      <p:cBhvr>
                                        <p:cTn id="108" dur="500"/>
                                        <p:tgtEl>
                                          <p:spTgt spid="49"/>
                                        </p:tgtEl>
                                      </p:cBhvr>
                                    </p:animEffect>
                                  </p:childTnLst>
                                </p:cTn>
                              </p:par>
                              <p:par>
                                <p:cTn id="109" presetID="10" presetClass="entr" presetSubtype="0" fill="hold" nodeType="withEffect">
                                  <p:stCondLst>
                                    <p:cond delay="500"/>
                                  </p:stCondLst>
                                  <p:childTnLst>
                                    <p:set>
                                      <p:cBhvr>
                                        <p:cTn id="110" dur="1" fill="hold">
                                          <p:stCondLst>
                                            <p:cond delay="0"/>
                                          </p:stCondLst>
                                        </p:cTn>
                                        <p:tgtEl>
                                          <p:spTgt spid="64"/>
                                        </p:tgtEl>
                                        <p:attrNameLst>
                                          <p:attrName>style.visibility</p:attrName>
                                        </p:attrNameLst>
                                      </p:cBhvr>
                                      <p:to>
                                        <p:strVal val="visible"/>
                                      </p:to>
                                    </p:set>
                                    <p:animEffect transition="in" filter="fade">
                                      <p:cBhvr>
                                        <p:cTn id="111"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à coins arrondis 5">
            <a:extLst>
              <a:ext uri="{FF2B5EF4-FFF2-40B4-BE49-F238E27FC236}">
                <a16:creationId xmlns:a16="http://schemas.microsoft.com/office/drawing/2014/main" id="{20AB6750-46F0-D5FC-491D-EF376E85B347}"/>
              </a:ext>
            </a:extLst>
          </p:cNvPr>
          <p:cNvSpPr/>
          <p:nvPr/>
        </p:nvSpPr>
        <p:spPr>
          <a:xfrm>
            <a:off x="11458575" y="6254458"/>
            <a:ext cx="733425" cy="603541"/>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10</a:t>
            </a:r>
          </a:p>
        </p:txBody>
      </p:sp>
      <p:sp>
        <p:nvSpPr>
          <p:cNvPr id="74" name="Freeform: Shape 3">
            <a:extLst>
              <a:ext uri="{FF2B5EF4-FFF2-40B4-BE49-F238E27FC236}">
                <a16:creationId xmlns:a16="http://schemas.microsoft.com/office/drawing/2014/main" id="{443E86A6-1C34-4C7A-A24E-DF3058EA68A1}"/>
              </a:ext>
            </a:extLst>
          </p:cNvPr>
          <p:cNvSpPr/>
          <p:nvPr/>
        </p:nvSpPr>
        <p:spPr>
          <a:xfrm>
            <a:off x="11803094" y="881539"/>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5" name="Freeform: Shape 4">
            <a:extLst>
              <a:ext uri="{FF2B5EF4-FFF2-40B4-BE49-F238E27FC236}">
                <a16:creationId xmlns:a16="http://schemas.microsoft.com/office/drawing/2014/main" id="{6A6C6217-2D0B-4BD3-8A13-B70D2F4D3FC4}"/>
              </a:ext>
            </a:extLst>
          </p:cNvPr>
          <p:cNvSpPr/>
          <p:nvPr/>
        </p:nvSpPr>
        <p:spPr>
          <a:xfrm>
            <a:off x="11143107" y="259556"/>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6"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7" name="Freeform: Shape 6">
            <a:extLst>
              <a:ext uri="{FF2B5EF4-FFF2-40B4-BE49-F238E27FC236}">
                <a16:creationId xmlns:a16="http://schemas.microsoft.com/office/drawing/2014/main" id="{63E43D3A-D858-48EC-A3B5-DA67C4FDB697}"/>
              </a:ext>
            </a:extLst>
          </p:cNvPr>
          <p:cNvSpPr/>
          <p:nvPr/>
        </p:nvSpPr>
        <p:spPr>
          <a:xfrm>
            <a:off x="1868424"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8" name="Freeform: Shape 7">
            <a:extLst>
              <a:ext uri="{FF2B5EF4-FFF2-40B4-BE49-F238E27FC236}">
                <a16:creationId xmlns:a16="http://schemas.microsoft.com/office/drawing/2014/main" id="{822E4A63-C8A0-482C-8609-11E58E69B5B7}"/>
              </a:ext>
            </a:extLst>
          </p:cNvPr>
          <p:cNvSpPr/>
          <p:nvPr/>
        </p:nvSpPr>
        <p:spPr>
          <a:xfrm>
            <a:off x="3167253" y="25955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9" name="Freeform: Shape 8">
            <a:extLst>
              <a:ext uri="{FF2B5EF4-FFF2-40B4-BE49-F238E27FC236}">
                <a16:creationId xmlns:a16="http://schemas.microsoft.com/office/drawing/2014/main" id="{199B7924-7E39-4047-9708-3572AFBB47CC}"/>
              </a:ext>
            </a:extLst>
          </p:cNvPr>
          <p:cNvSpPr/>
          <p:nvPr/>
        </p:nvSpPr>
        <p:spPr>
          <a:xfrm>
            <a:off x="205169" y="47472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0"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1" name="Freeform: Shape 10">
            <a:extLst>
              <a:ext uri="{FF2B5EF4-FFF2-40B4-BE49-F238E27FC236}">
                <a16:creationId xmlns:a16="http://schemas.microsoft.com/office/drawing/2014/main" id="{6846DFC9-43BE-4A38-9A39-DD293513A94C}"/>
              </a:ext>
            </a:extLst>
          </p:cNvPr>
          <p:cNvSpPr/>
          <p:nvPr/>
        </p:nvSpPr>
        <p:spPr>
          <a:xfrm>
            <a:off x="154781" y="288064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2"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3"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4" name="Freeform: Shape 13">
            <a:extLst>
              <a:ext uri="{FF2B5EF4-FFF2-40B4-BE49-F238E27FC236}">
                <a16:creationId xmlns:a16="http://schemas.microsoft.com/office/drawing/2014/main" id="{1C468777-36FA-4346-ACDB-8D23EDF69281}"/>
              </a:ext>
            </a:extLst>
          </p:cNvPr>
          <p:cNvSpPr/>
          <p:nvPr/>
        </p:nvSpPr>
        <p:spPr>
          <a:xfrm>
            <a:off x="9331166"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2"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3"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4"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5"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6" name="Freeform: Shape 14">
            <a:extLst>
              <a:ext uri="{FF2B5EF4-FFF2-40B4-BE49-F238E27FC236}">
                <a16:creationId xmlns:a16="http://schemas.microsoft.com/office/drawing/2014/main" id="{8E8B03FF-DF8E-49C6-A6EB-9172D8AD0A84}"/>
              </a:ext>
            </a:extLst>
          </p:cNvPr>
          <p:cNvSpPr/>
          <p:nvPr/>
        </p:nvSpPr>
        <p:spPr>
          <a:xfrm>
            <a:off x="1178528" y="2049494"/>
            <a:ext cx="2097558"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185ADB"/>
            </a:solidFill>
            <a:prstDash val="solid"/>
            <a:round/>
          </a:ln>
        </p:spPr>
        <p:txBody>
          <a:bodyPr rtlCol="0" anchor="ctr"/>
          <a:lstStyle/>
          <a:p>
            <a:endParaRPr lang="en-US"/>
          </a:p>
        </p:txBody>
      </p:sp>
      <p:sp>
        <p:nvSpPr>
          <p:cNvPr id="47" name="Freeform: Shape 15">
            <a:extLst>
              <a:ext uri="{FF2B5EF4-FFF2-40B4-BE49-F238E27FC236}">
                <a16:creationId xmlns:a16="http://schemas.microsoft.com/office/drawing/2014/main" id="{07D5DC7A-7FD1-4211-AD55-A207A4BEC919}"/>
              </a:ext>
            </a:extLst>
          </p:cNvPr>
          <p:cNvSpPr/>
          <p:nvPr/>
        </p:nvSpPr>
        <p:spPr>
          <a:xfrm>
            <a:off x="4859184" y="2049661"/>
            <a:ext cx="1772407"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48" name="Freeform: Shape 16">
            <a:extLst>
              <a:ext uri="{FF2B5EF4-FFF2-40B4-BE49-F238E27FC236}">
                <a16:creationId xmlns:a16="http://schemas.microsoft.com/office/drawing/2014/main" id="{76F36684-1F98-4E1E-A8A7-1CFF2D3B1A5E}"/>
              </a:ext>
            </a:extLst>
          </p:cNvPr>
          <p:cNvSpPr/>
          <p:nvPr/>
        </p:nvSpPr>
        <p:spPr>
          <a:xfrm>
            <a:off x="8177920" y="2049494"/>
            <a:ext cx="2306491"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4" y="14288"/>
                  <a:pt x="1547527" y="116110"/>
                  <a:pt x="1547527" y="241649"/>
                </a:cubicBezTo>
                <a:lnTo>
                  <a:pt x="1547527" y="3418047"/>
                </a:lnTo>
                <a:cubicBezTo>
                  <a:pt x="1547527" y="3543681"/>
                  <a:pt x="1445704" y="3645504"/>
                  <a:pt x="1320165" y="3645504"/>
                </a:cubicBezTo>
                <a:close/>
              </a:path>
            </a:pathLst>
          </a:custGeom>
          <a:noFill/>
          <a:ln w="19050" cap="rnd">
            <a:solidFill>
              <a:srgbClr val="FFC947"/>
            </a:solidFill>
            <a:prstDash val="solid"/>
            <a:round/>
          </a:ln>
        </p:spPr>
        <p:txBody>
          <a:bodyPr rtlCol="0" anchor="ctr"/>
          <a:lstStyle/>
          <a:p>
            <a:endParaRPr lang="en-US"/>
          </a:p>
        </p:txBody>
      </p:sp>
      <p:grpSp>
        <p:nvGrpSpPr>
          <p:cNvPr id="52" name="Group 44">
            <a:extLst>
              <a:ext uri="{FF2B5EF4-FFF2-40B4-BE49-F238E27FC236}">
                <a16:creationId xmlns:a16="http://schemas.microsoft.com/office/drawing/2014/main" id="{2F345A39-B59D-495F-87A2-C7D10E91BCD0}"/>
              </a:ext>
            </a:extLst>
          </p:cNvPr>
          <p:cNvGrpSpPr/>
          <p:nvPr/>
        </p:nvGrpSpPr>
        <p:grpSpPr>
          <a:xfrm>
            <a:off x="1166891" y="2910630"/>
            <a:ext cx="2075512" cy="2339102"/>
            <a:chOff x="1176913" y="4313981"/>
            <a:chExt cx="1554190" cy="2339102"/>
          </a:xfrm>
        </p:grpSpPr>
        <p:sp>
          <p:nvSpPr>
            <p:cNvPr id="53" name="TextBox 1">
              <a:extLst>
                <a:ext uri="{FF2B5EF4-FFF2-40B4-BE49-F238E27FC236}">
                  <a16:creationId xmlns:a16="http://schemas.microsoft.com/office/drawing/2014/main" id="{9B2A314E-0AA8-49A7-AA7D-45730114BD0C}"/>
                </a:ext>
              </a:extLst>
            </p:cNvPr>
            <p:cNvSpPr txBox="1"/>
            <p:nvPr/>
          </p:nvSpPr>
          <p:spPr>
            <a:xfrm>
              <a:off x="1885647" y="4313981"/>
              <a:ext cx="138331" cy="307777"/>
            </a:xfrm>
            <a:prstGeom prst="rect">
              <a:avLst/>
            </a:prstGeom>
            <a:noFill/>
          </p:spPr>
          <p:txBody>
            <a:bodyPr wrap="none" rtlCol="0">
              <a:spAutoFit/>
            </a:bodyPr>
            <a:lstStyle/>
            <a:p>
              <a:pPr algn="ctr"/>
              <a:endParaRPr lang="en-US" sz="1400" dirty="0">
                <a:solidFill>
                  <a:schemeClr val="accent2"/>
                </a:solidFill>
              </a:endParaRPr>
            </a:p>
          </p:txBody>
        </p:sp>
        <p:sp>
          <p:nvSpPr>
            <p:cNvPr id="54" name="Rectangle 53">
              <a:extLst>
                <a:ext uri="{FF2B5EF4-FFF2-40B4-BE49-F238E27FC236}">
                  <a16:creationId xmlns:a16="http://schemas.microsoft.com/office/drawing/2014/main" id="{5A821B21-E09A-4FA0-99FB-21821B930DC4}"/>
                </a:ext>
              </a:extLst>
            </p:cNvPr>
            <p:cNvSpPr/>
            <p:nvPr/>
          </p:nvSpPr>
          <p:spPr>
            <a:xfrm>
              <a:off x="1176913" y="4621758"/>
              <a:ext cx="1554190" cy="2031325"/>
            </a:xfrm>
            <a:prstGeom prst="rect">
              <a:avLst/>
            </a:prstGeom>
          </p:spPr>
          <p:txBody>
            <a:bodyPr wrap="square">
              <a:spAutoFit/>
            </a:bodyPr>
            <a:lstStyle/>
            <a:p>
              <a:pPr algn="just"/>
              <a:r>
                <a:rPr lang="fr-CM" dirty="0"/>
                <a:t>Framework web </a:t>
              </a:r>
              <a:r>
                <a:rPr lang="fr-CM" dirty="0" err="1"/>
                <a:t>Php</a:t>
              </a:r>
              <a:r>
                <a:rPr lang="fr-CM" dirty="0"/>
                <a:t> pour développer des application web sécurisé et évolutives rapidement.</a:t>
              </a:r>
              <a:endParaRPr lang="en-US" sz="1600" b="1" dirty="0">
                <a:solidFill>
                  <a:schemeClr val="bg2">
                    <a:lumMod val="75000"/>
                  </a:schemeClr>
                </a:solidFill>
              </a:endParaRPr>
            </a:p>
          </p:txBody>
        </p:sp>
      </p:grpSp>
      <p:sp>
        <p:nvSpPr>
          <p:cNvPr id="57" name="Rectangle 56">
            <a:extLst>
              <a:ext uri="{FF2B5EF4-FFF2-40B4-BE49-F238E27FC236}">
                <a16:creationId xmlns:a16="http://schemas.microsoft.com/office/drawing/2014/main" id="{6288F451-AD38-4A6C-9CCA-32EBFA160AE2}"/>
              </a:ext>
            </a:extLst>
          </p:cNvPr>
          <p:cNvSpPr/>
          <p:nvPr/>
        </p:nvSpPr>
        <p:spPr>
          <a:xfrm>
            <a:off x="8177920" y="3377190"/>
            <a:ext cx="2308106" cy="1200329"/>
          </a:xfrm>
          <a:prstGeom prst="rect">
            <a:avLst/>
          </a:prstGeom>
        </p:spPr>
        <p:txBody>
          <a:bodyPr wrap="square">
            <a:spAutoFit/>
          </a:bodyPr>
          <a:lstStyle/>
          <a:p>
            <a:pPr algn="just"/>
            <a:r>
              <a:rPr lang="fr-CM" dirty="0"/>
              <a:t>Framework Python qui permet de concevoir des server et api web sécurisé.</a:t>
            </a:r>
            <a:endParaRPr lang="en-US" sz="1600" dirty="0">
              <a:solidFill>
                <a:schemeClr val="bg2">
                  <a:lumMod val="75000"/>
                </a:schemeClr>
              </a:solidFill>
            </a:endParaRPr>
          </a:p>
        </p:txBody>
      </p:sp>
      <p:sp>
        <p:nvSpPr>
          <p:cNvPr id="63" name="Rectangle 62">
            <a:extLst>
              <a:ext uri="{FF2B5EF4-FFF2-40B4-BE49-F238E27FC236}">
                <a16:creationId xmlns:a16="http://schemas.microsoft.com/office/drawing/2014/main" id="{95603608-C33E-4EF4-9706-34825DB56DB8}"/>
              </a:ext>
            </a:extLst>
          </p:cNvPr>
          <p:cNvSpPr/>
          <p:nvPr/>
        </p:nvSpPr>
        <p:spPr>
          <a:xfrm>
            <a:off x="4902323" y="3089563"/>
            <a:ext cx="1729268" cy="2585323"/>
          </a:xfrm>
          <a:prstGeom prst="rect">
            <a:avLst/>
          </a:prstGeom>
        </p:spPr>
        <p:txBody>
          <a:bodyPr wrap="square">
            <a:spAutoFit/>
          </a:bodyPr>
          <a:lstStyle/>
          <a:p>
            <a:pPr algn="just"/>
            <a:r>
              <a:rPr lang="en-US" dirty="0"/>
              <a:t> </a:t>
            </a:r>
            <a:r>
              <a:rPr lang="fr-CM" dirty="0"/>
              <a:t>Langage de programmation qui permet de développer des solutions web dynamiques, modulable, évolutive et sécurisé.</a:t>
            </a:r>
            <a:endParaRPr lang="en-US" sz="1600" b="1" dirty="0">
              <a:solidFill>
                <a:schemeClr val="bg2">
                  <a:lumMod val="75000"/>
                </a:schemeClr>
              </a:solidFill>
            </a:endParaRPr>
          </a:p>
        </p:txBody>
      </p:sp>
      <p:sp>
        <p:nvSpPr>
          <p:cNvPr id="70" name="Rectangle à coins arrondis 69"/>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18</a:t>
            </a:r>
          </a:p>
        </p:txBody>
      </p:sp>
      <p:sp>
        <p:nvSpPr>
          <p:cNvPr id="2" name="Rectangle 1"/>
          <p:cNvSpPr/>
          <p:nvPr/>
        </p:nvSpPr>
        <p:spPr>
          <a:xfrm>
            <a:off x="663337" y="1199948"/>
            <a:ext cx="3832517" cy="646331"/>
          </a:xfrm>
          <a:prstGeom prst="rect">
            <a:avLst/>
          </a:prstGeom>
        </p:spPr>
        <p:txBody>
          <a:bodyPr wrap="square">
            <a:spAutoFit/>
          </a:bodyPr>
          <a:lstStyle/>
          <a:p>
            <a:r>
              <a:rPr lang="fr-CM" b="1" dirty="0"/>
              <a:t>BACK-END TECHNOLOGIES</a:t>
            </a:r>
            <a:endParaRPr lang="fr-FR" b="1" dirty="0"/>
          </a:p>
          <a:p>
            <a:r>
              <a:rPr lang="fr-FR" dirty="0"/>
              <a:t> </a:t>
            </a:r>
          </a:p>
        </p:txBody>
      </p:sp>
      <p:pic>
        <p:nvPicPr>
          <p:cNvPr id="3" name="Picture 2" descr="What is Laravel? - Laravel News">
            <a:extLst>
              <a:ext uri="{FF2B5EF4-FFF2-40B4-BE49-F238E27FC236}">
                <a16:creationId xmlns:a16="http://schemas.microsoft.com/office/drawing/2014/main" id="{1DD9482C-90AD-26EF-1F77-5CAF285EF22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76769" y="2271391"/>
            <a:ext cx="1181100" cy="590550"/>
          </a:xfrm>
          <a:prstGeom prst="rect">
            <a:avLst/>
          </a:prstGeom>
          <a:noFill/>
          <a:ln>
            <a:noFill/>
          </a:ln>
        </p:spPr>
      </p:pic>
      <p:pic>
        <p:nvPicPr>
          <p:cNvPr id="4" name="Picture 3" descr="Download Flask Logo in SVG Vector or PNG File Format - Logo.wine">
            <a:extLst>
              <a:ext uri="{FF2B5EF4-FFF2-40B4-BE49-F238E27FC236}">
                <a16:creationId xmlns:a16="http://schemas.microsoft.com/office/drawing/2014/main" id="{C54117B5-EC1C-6F00-FEDD-20430CFBE53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820625" y="2200561"/>
            <a:ext cx="1021080" cy="680085"/>
          </a:xfrm>
          <a:prstGeom prst="rect">
            <a:avLst/>
          </a:prstGeom>
          <a:noFill/>
          <a:ln>
            <a:noFill/>
          </a:ln>
        </p:spPr>
      </p:pic>
      <p:pic>
        <p:nvPicPr>
          <p:cNvPr id="5" name="Picture 4">
            <a:extLst>
              <a:ext uri="{FF2B5EF4-FFF2-40B4-BE49-F238E27FC236}">
                <a16:creationId xmlns:a16="http://schemas.microsoft.com/office/drawing/2014/main" id="{E6FD1C64-65A0-63E8-3292-0020F09A551E}"/>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66267" y="2285790"/>
            <a:ext cx="1158240" cy="624840"/>
          </a:xfrm>
          <a:prstGeom prst="rect">
            <a:avLst/>
          </a:prstGeom>
          <a:noFill/>
          <a:ln>
            <a:noFill/>
          </a:ln>
        </p:spPr>
      </p:pic>
    </p:spTree>
    <p:extLst>
      <p:ext uri="{BB962C8B-B14F-4D97-AF65-F5344CB8AC3E}">
        <p14:creationId xmlns:p14="http://schemas.microsoft.com/office/powerpoint/2010/main" val="426150686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500" fill="hold"/>
                                        <p:tgtEl>
                                          <p:spTgt spid="77"/>
                                        </p:tgtEl>
                                        <p:attrNameLst>
                                          <p:attrName>ppt_w</p:attrName>
                                        </p:attrNameLst>
                                      </p:cBhvr>
                                      <p:tavLst>
                                        <p:tav tm="0">
                                          <p:val>
                                            <p:fltVal val="0"/>
                                          </p:val>
                                        </p:tav>
                                        <p:tav tm="100000">
                                          <p:val>
                                            <p:strVal val="#ppt_w"/>
                                          </p:val>
                                        </p:tav>
                                      </p:tavLst>
                                    </p:anim>
                                    <p:anim calcmode="lin" valueType="num">
                                      <p:cBhvr>
                                        <p:cTn id="8" dur="500" fill="hold"/>
                                        <p:tgtEl>
                                          <p:spTgt spid="77"/>
                                        </p:tgtEl>
                                        <p:attrNameLst>
                                          <p:attrName>ppt_h</p:attrName>
                                        </p:attrNameLst>
                                      </p:cBhvr>
                                      <p:tavLst>
                                        <p:tav tm="0">
                                          <p:val>
                                            <p:fltVal val="0"/>
                                          </p:val>
                                        </p:tav>
                                        <p:tav tm="100000">
                                          <p:val>
                                            <p:strVal val="#ppt_h"/>
                                          </p:val>
                                        </p:tav>
                                      </p:tavLst>
                                    </p:anim>
                                    <p:animEffect transition="in" filter="fade">
                                      <p:cBhvr>
                                        <p:cTn id="9" dur="500"/>
                                        <p:tgtEl>
                                          <p:spTgt spid="7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8"/>
                                        </p:tgtEl>
                                        <p:attrNameLst>
                                          <p:attrName>style.visibility</p:attrName>
                                        </p:attrNameLst>
                                      </p:cBhvr>
                                      <p:to>
                                        <p:strVal val="visible"/>
                                      </p:to>
                                    </p:set>
                                    <p:anim calcmode="lin" valueType="num">
                                      <p:cBhvr>
                                        <p:cTn id="12" dur="500" fill="hold"/>
                                        <p:tgtEl>
                                          <p:spTgt spid="78"/>
                                        </p:tgtEl>
                                        <p:attrNameLst>
                                          <p:attrName>ppt_w</p:attrName>
                                        </p:attrNameLst>
                                      </p:cBhvr>
                                      <p:tavLst>
                                        <p:tav tm="0">
                                          <p:val>
                                            <p:fltVal val="0"/>
                                          </p:val>
                                        </p:tav>
                                        <p:tav tm="100000">
                                          <p:val>
                                            <p:strVal val="#ppt_w"/>
                                          </p:val>
                                        </p:tav>
                                      </p:tavLst>
                                    </p:anim>
                                    <p:anim calcmode="lin" valueType="num">
                                      <p:cBhvr>
                                        <p:cTn id="13" dur="500" fill="hold"/>
                                        <p:tgtEl>
                                          <p:spTgt spid="78"/>
                                        </p:tgtEl>
                                        <p:attrNameLst>
                                          <p:attrName>ppt_h</p:attrName>
                                        </p:attrNameLst>
                                      </p:cBhvr>
                                      <p:tavLst>
                                        <p:tav tm="0">
                                          <p:val>
                                            <p:fltVal val="0"/>
                                          </p:val>
                                        </p:tav>
                                        <p:tav tm="100000">
                                          <p:val>
                                            <p:strVal val="#ppt_h"/>
                                          </p:val>
                                        </p:tav>
                                      </p:tavLst>
                                    </p:anim>
                                    <p:animEffect transition="in" filter="fade">
                                      <p:cBhvr>
                                        <p:cTn id="14" dur="500"/>
                                        <p:tgtEl>
                                          <p:spTgt spid="78"/>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9"/>
                                        </p:tgtEl>
                                        <p:attrNameLst>
                                          <p:attrName>style.visibility</p:attrName>
                                        </p:attrNameLst>
                                      </p:cBhvr>
                                      <p:to>
                                        <p:strVal val="visible"/>
                                      </p:to>
                                    </p:set>
                                    <p:anim calcmode="lin" valueType="num">
                                      <p:cBhvr>
                                        <p:cTn id="17" dur="500" fill="hold"/>
                                        <p:tgtEl>
                                          <p:spTgt spid="79"/>
                                        </p:tgtEl>
                                        <p:attrNameLst>
                                          <p:attrName>ppt_w</p:attrName>
                                        </p:attrNameLst>
                                      </p:cBhvr>
                                      <p:tavLst>
                                        <p:tav tm="0">
                                          <p:val>
                                            <p:fltVal val="0"/>
                                          </p:val>
                                        </p:tav>
                                        <p:tav tm="100000">
                                          <p:val>
                                            <p:strVal val="#ppt_w"/>
                                          </p:val>
                                        </p:tav>
                                      </p:tavLst>
                                    </p:anim>
                                    <p:anim calcmode="lin" valueType="num">
                                      <p:cBhvr>
                                        <p:cTn id="18" dur="500" fill="hold"/>
                                        <p:tgtEl>
                                          <p:spTgt spid="79"/>
                                        </p:tgtEl>
                                        <p:attrNameLst>
                                          <p:attrName>ppt_h</p:attrName>
                                        </p:attrNameLst>
                                      </p:cBhvr>
                                      <p:tavLst>
                                        <p:tav tm="0">
                                          <p:val>
                                            <p:fltVal val="0"/>
                                          </p:val>
                                        </p:tav>
                                        <p:tav tm="100000">
                                          <p:val>
                                            <p:strVal val="#ppt_h"/>
                                          </p:val>
                                        </p:tav>
                                      </p:tavLst>
                                    </p:anim>
                                    <p:animEffect transition="in" filter="fade">
                                      <p:cBhvr>
                                        <p:cTn id="19" dur="500"/>
                                        <p:tgtEl>
                                          <p:spTgt spid="7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4"/>
                                        </p:tgtEl>
                                        <p:attrNameLst>
                                          <p:attrName>style.visibility</p:attrName>
                                        </p:attrNameLst>
                                      </p:cBhvr>
                                      <p:to>
                                        <p:strVal val="visible"/>
                                      </p:to>
                                    </p:set>
                                    <p:anim calcmode="lin" valueType="num">
                                      <p:cBhvr>
                                        <p:cTn id="22" dur="500" fill="hold"/>
                                        <p:tgtEl>
                                          <p:spTgt spid="74"/>
                                        </p:tgtEl>
                                        <p:attrNameLst>
                                          <p:attrName>ppt_w</p:attrName>
                                        </p:attrNameLst>
                                      </p:cBhvr>
                                      <p:tavLst>
                                        <p:tav tm="0">
                                          <p:val>
                                            <p:fltVal val="0"/>
                                          </p:val>
                                        </p:tav>
                                        <p:tav tm="100000">
                                          <p:val>
                                            <p:strVal val="#ppt_w"/>
                                          </p:val>
                                        </p:tav>
                                      </p:tavLst>
                                    </p:anim>
                                    <p:anim calcmode="lin" valueType="num">
                                      <p:cBhvr>
                                        <p:cTn id="23" dur="500" fill="hold"/>
                                        <p:tgtEl>
                                          <p:spTgt spid="74"/>
                                        </p:tgtEl>
                                        <p:attrNameLst>
                                          <p:attrName>ppt_h</p:attrName>
                                        </p:attrNameLst>
                                      </p:cBhvr>
                                      <p:tavLst>
                                        <p:tav tm="0">
                                          <p:val>
                                            <p:fltVal val="0"/>
                                          </p:val>
                                        </p:tav>
                                        <p:tav tm="100000">
                                          <p:val>
                                            <p:strVal val="#ppt_h"/>
                                          </p:val>
                                        </p:tav>
                                      </p:tavLst>
                                    </p:anim>
                                    <p:animEffect transition="in" filter="fade">
                                      <p:cBhvr>
                                        <p:cTn id="24" dur="500"/>
                                        <p:tgtEl>
                                          <p:spTgt spid="74"/>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anim calcmode="lin" valueType="num">
                                      <p:cBhvr>
                                        <p:cTn id="27" dur="500" fill="hold"/>
                                        <p:tgtEl>
                                          <p:spTgt spid="75"/>
                                        </p:tgtEl>
                                        <p:attrNameLst>
                                          <p:attrName>ppt_w</p:attrName>
                                        </p:attrNameLst>
                                      </p:cBhvr>
                                      <p:tavLst>
                                        <p:tav tm="0">
                                          <p:val>
                                            <p:fltVal val="0"/>
                                          </p:val>
                                        </p:tav>
                                        <p:tav tm="100000">
                                          <p:val>
                                            <p:strVal val="#ppt_w"/>
                                          </p:val>
                                        </p:tav>
                                      </p:tavLst>
                                    </p:anim>
                                    <p:anim calcmode="lin" valueType="num">
                                      <p:cBhvr>
                                        <p:cTn id="28" dur="500" fill="hold"/>
                                        <p:tgtEl>
                                          <p:spTgt spid="75"/>
                                        </p:tgtEl>
                                        <p:attrNameLst>
                                          <p:attrName>ppt_h</p:attrName>
                                        </p:attrNameLst>
                                      </p:cBhvr>
                                      <p:tavLst>
                                        <p:tav tm="0">
                                          <p:val>
                                            <p:fltVal val="0"/>
                                          </p:val>
                                        </p:tav>
                                        <p:tav tm="100000">
                                          <p:val>
                                            <p:strVal val="#ppt_h"/>
                                          </p:val>
                                        </p:tav>
                                      </p:tavLst>
                                    </p:anim>
                                    <p:animEffect transition="in" filter="fade">
                                      <p:cBhvr>
                                        <p:cTn id="29" dur="500"/>
                                        <p:tgtEl>
                                          <p:spTgt spid="75"/>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84"/>
                                        </p:tgtEl>
                                        <p:attrNameLst>
                                          <p:attrName>style.visibility</p:attrName>
                                        </p:attrNameLst>
                                      </p:cBhvr>
                                      <p:to>
                                        <p:strVal val="visible"/>
                                      </p:to>
                                    </p:set>
                                    <p:anim calcmode="lin" valueType="num">
                                      <p:cBhvr>
                                        <p:cTn id="32" dur="500" fill="hold"/>
                                        <p:tgtEl>
                                          <p:spTgt spid="84"/>
                                        </p:tgtEl>
                                        <p:attrNameLst>
                                          <p:attrName>ppt_w</p:attrName>
                                        </p:attrNameLst>
                                      </p:cBhvr>
                                      <p:tavLst>
                                        <p:tav tm="0">
                                          <p:val>
                                            <p:fltVal val="0"/>
                                          </p:val>
                                        </p:tav>
                                        <p:tav tm="100000">
                                          <p:val>
                                            <p:strVal val="#ppt_w"/>
                                          </p:val>
                                        </p:tav>
                                      </p:tavLst>
                                    </p:anim>
                                    <p:anim calcmode="lin" valueType="num">
                                      <p:cBhvr>
                                        <p:cTn id="33" dur="500" fill="hold"/>
                                        <p:tgtEl>
                                          <p:spTgt spid="84"/>
                                        </p:tgtEl>
                                        <p:attrNameLst>
                                          <p:attrName>ppt_h</p:attrName>
                                        </p:attrNameLst>
                                      </p:cBhvr>
                                      <p:tavLst>
                                        <p:tav tm="0">
                                          <p:val>
                                            <p:fltVal val="0"/>
                                          </p:val>
                                        </p:tav>
                                        <p:tav tm="100000">
                                          <p:val>
                                            <p:strVal val="#ppt_h"/>
                                          </p:val>
                                        </p:tav>
                                      </p:tavLst>
                                    </p:anim>
                                    <p:animEffect transition="in" filter="fade">
                                      <p:cBhvr>
                                        <p:cTn id="34" dur="500"/>
                                        <p:tgtEl>
                                          <p:spTgt spid="84"/>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76"/>
                                        </p:tgtEl>
                                        <p:attrNameLst>
                                          <p:attrName>style.visibility</p:attrName>
                                        </p:attrNameLst>
                                      </p:cBhvr>
                                      <p:to>
                                        <p:strVal val="visible"/>
                                      </p:to>
                                    </p:set>
                                    <p:anim calcmode="lin" valueType="num">
                                      <p:cBhvr>
                                        <p:cTn id="37" dur="500" fill="hold"/>
                                        <p:tgtEl>
                                          <p:spTgt spid="76"/>
                                        </p:tgtEl>
                                        <p:attrNameLst>
                                          <p:attrName>ppt_w</p:attrName>
                                        </p:attrNameLst>
                                      </p:cBhvr>
                                      <p:tavLst>
                                        <p:tav tm="0">
                                          <p:val>
                                            <p:fltVal val="0"/>
                                          </p:val>
                                        </p:tav>
                                        <p:tav tm="100000">
                                          <p:val>
                                            <p:strVal val="#ppt_w"/>
                                          </p:val>
                                        </p:tav>
                                      </p:tavLst>
                                    </p:anim>
                                    <p:anim calcmode="lin" valueType="num">
                                      <p:cBhvr>
                                        <p:cTn id="38" dur="500" fill="hold"/>
                                        <p:tgtEl>
                                          <p:spTgt spid="76"/>
                                        </p:tgtEl>
                                        <p:attrNameLst>
                                          <p:attrName>ppt_h</p:attrName>
                                        </p:attrNameLst>
                                      </p:cBhvr>
                                      <p:tavLst>
                                        <p:tav tm="0">
                                          <p:val>
                                            <p:fltVal val="0"/>
                                          </p:val>
                                        </p:tav>
                                        <p:tav tm="100000">
                                          <p:val>
                                            <p:strVal val="#ppt_h"/>
                                          </p:val>
                                        </p:tav>
                                      </p:tavLst>
                                    </p:anim>
                                    <p:animEffect transition="in" filter="fade">
                                      <p:cBhvr>
                                        <p:cTn id="39" dur="500"/>
                                        <p:tgtEl>
                                          <p:spTgt spid="76"/>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83"/>
                                        </p:tgtEl>
                                        <p:attrNameLst>
                                          <p:attrName>style.visibility</p:attrName>
                                        </p:attrNameLst>
                                      </p:cBhvr>
                                      <p:to>
                                        <p:strVal val="visible"/>
                                      </p:to>
                                    </p:set>
                                    <p:anim calcmode="lin" valueType="num">
                                      <p:cBhvr>
                                        <p:cTn id="42" dur="500" fill="hold"/>
                                        <p:tgtEl>
                                          <p:spTgt spid="83"/>
                                        </p:tgtEl>
                                        <p:attrNameLst>
                                          <p:attrName>ppt_w</p:attrName>
                                        </p:attrNameLst>
                                      </p:cBhvr>
                                      <p:tavLst>
                                        <p:tav tm="0">
                                          <p:val>
                                            <p:fltVal val="0"/>
                                          </p:val>
                                        </p:tav>
                                        <p:tav tm="100000">
                                          <p:val>
                                            <p:strVal val="#ppt_w"/>
                                          </p:val>
                                        </p:tav>
                                      </p:tavLst>
                                    </p:anim>
                                    <p:anim calcmode="lin" valueType="num">
                                      <p:cBhvr>
                                        <p:cTn id="43" dur="500" fill="hold"/>
                                        <p:tgtEl>
                                          <p:spTgt spid="83"/>
                                        </p:tgtEl>
                                        <p:attrNameLst>
                                          <p:attrName>ppt_h</p:attrName>
                                        </p:attrNameLst>
                                      </p:cBhvr>
                                      <p:tavLst>
                                        <p:tav tm="0">
                                          <p:val>
                                            <p:fltVal val="0"/>
                                          </p:val>
                                        </p:tav>
                                        <p:tav tm="100000">
                                          <p:val>
                                            <p:strVal val="#ppt_h"/>
                                          </p:val>
                                        </p:tav>
                                      </p:tavLst>
                                    </p:anim>
                                    <p:animEffect transition="in" filter="fade">
                                      <p:cBhvr>
                                        <p:cTn id="44" dur="500"/>
                                        <p:tgtEl>
                                          <p:spTgt spid="83"/>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82"/>
                                        </p:tgtEl>
                                        <p:attrNameLst>
                                          <p:attrName>style.visibility</p:attrName>
                                        </p:attrNameLst>
                                      </p:cBhvr>
                                      <p:to>
                                        <p:strVal val="visible"/>
                                      </p:to>
                                    </p:set>
                                    <p:anim calcmode="lin" valueType="num">
                                      <p:cBhvr>
                                        <p:cTn id="47" dur="500" fill="hold"/>
                                        <p:tgtEl>
                                          <p:spTgt spid="82"/>
                                        </p:tgtEl>
                                        <p:attrNameLst>
                                          <p:attrName>ppt_w</p:attrName>
                                        </p:attrNameLst>
                                      </p:cBhvr>
                                      <p:tavLst>
                                        <p:tav tm="0">
                                          <p:val>
                                            <p:fltVal val="0"/>
                                          </p:val>
                                        </p:tav>
                                        <p:tav tm="100000">
                                          <p:val>
                                            <p:strVal val="#ppt_w"/>
                                          </p:val>
                                        </p:tav>
                                      </p:tavLst>
                                    </p:anim>
                                    <p:anim calcmode="lin" valueType="num">
                                      <p:cBhvr>
                                        <p:cTn id="48" dur="500" fill="hold"/>
                                        <p:tgtEl>
                                          <p:spTgt spid="82"/>
                                        </p:tgtEl>
                                        <p:attrNameLst>
                                          <p:attrName>ppt_h</p:attrName>
                                        </p:attrNameLst>
                                      </p:cBhvr>
                                      <p:tavLst>
                                        <p:tav tm="0">
                                          <p:val>
                                            <p:fltVal val="0"/>
                                          </p:val>
                                        </p:tav>
                                        <p:tav tm="100000">
                                          <p:val>
                                            <p:strVal val="#ppt_h"/>
                                          </p:val>
                                        </p:tav>
                                      </p:tavLst>
                                    </p:anim>
                                    <p:animEffect transition="in" filter="fade">
                                      <p:cBhvr>
                                        <p:cTn id="49" dur="500"/>
                                        <p:tgtEl>
                                          <p:spTgt spid="82"/>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80"/>
                                        </p:tgtEl>
                                        <p:attrNameLst>
                                          <p:attrName>style.visibility</p:attrName>
                                        </p:attrNameLst>
                                      </p:cBhvr>
                                      <p:to>
                                        <p:strVal val="visible"/>
                                      </p:to>
                                    </p:set>
                                    <p:anim calcmode="lin" valueType="num">
                                      <p:cBhvr>
                                        <p:cTn id="52" dur="500" fill="hold"/>
                                        <p:tgtEl>
                                          <p:spTgt spid="80"/>
                                        </p:tgtEl>
                                        <p:attrNameLst>
                                          <p:attrName>ppt_w</p:attrName>
                                        </p:attrNameLst>
                                      </p:cBhvr>
                                      <p:tavLst>
                                        <p:tav tm="0">
                                          <p:val>
                                            <p:fltVal val="0"/>
                                          </p:val>
                                        </p:tav>
                                        <p:tav tm="100000">
                                          <p:val>
                                            <p:strVal val="#ppt_w"/>
                                          </p:val>
                                        </p:tav>
                                      </p:tavLst>
                                    </p:anim>
                                    <p:anim calcmode="lin" valueType="num">
                                      <p:cBhvr>
                                        <p:cTn id="53" dur="500" fill="hold"/>
                                        <p:tgtEl>
                                          <p:spTgt spid="80"/>
                                        </p:tgtEl>
                                        <p:attrNameLst>
                                          <p:attrName>ppt_h</p:attrName>
                                        </p:attrNameLst>
                                      </p:cBhvr>
                                      <p:tavLst>
                                        <p:tav tm="0">
                                          <p:val>
                                            <p:fltVal val="0"/>
                                          </p:val>
                                        </p:tav>
                                        <p:tav tm="100000">
                                          <p:val>
                                            <p:strVal val="#ppt_h"/>
                                          </p:val>
                                        </p:tav>
                                      </p:tavLst>
                                    </p:anim>
                                    <p:animEffect transition="in" filter="fade">
                                      <p:cBhvr>
                                        <p:cTn id="54" dur="500"/>
                                        <p:tgtEl>
                                          <p:spTgt spid="80"/>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81"/>
                                        </p:tgtEl>
                                        <p:attrNameLst>
                                          <p:attrName>style.visibility</p:attrName>
                                        </p:attrNameLst>
                                      </p:cBhvr>
                                      <p:to>
                                        <p:strVal val="visible"/>
                                      </p:to>
                                    </p:set>
                                    <p:anim calcmode="lin" valueType="num">
                                      <p:cBhvr>
                                        <p:cTn id="57" dur="500" fill="hold"/>
                                        <p:tgtEl>
                                          <p:spTgt spid="81"/>
                                        </p:tgtEl>
                                        <p:attrNameLst>
                                          <p:attrName>ppt_w</p:attrName>
                                        </p:attrNameLst>
                                      </p:cBhvr>
                                      <p:tavLst>
                                        <p:tav tm="0">
                                          <p:val>
                                            <p:fltVal val="0"/>
                                          </p:val>
                                        </p:tav>
                                        <p:tav tm="100000">
                                          <p:val>
                                            <p:strVal val="#ppt_w"/>
                                          </p:val>
                                        </p:tav>
                                      </p:tavLst>
                                    </p:anim>
                                    <p:anim calcmode="lin" valueType="num">
                                      <p:cBhvr>
                                        <p:cTn id="58" dur="500" fill="hold"/>
                                        <p:tgtEl>
                                          <p:spTgt spid="81"/>
                                        </p:tgtEl>
                                        <p:attrNameLst>
                                          <p:attrName>ppt_h</p:attrName>
                                        </p:attrNameLst>
                                      </p:cBhvr>
                                      <p:tavLst>
                                        <p:tav tm="0">
                                          <p:val>
                                            <p:fltVal val="0"/>
                                          </p:val>
                                        </p:tav>
                                        <p:tav tm="100000">
                                          <p:val>
                                            <p:strVal val="#ppt_h"/>
                                          </p:val>
                                        </p:tav>
                                      </p:tavLst>
                                    </p:anim>
                                    <p:animEffect transition="in" filter="fade">
                                      <p:cBhvr>
                                        <p:cTn id="59" dur="500"/>
                                        <p:tgtEl>
                                          <p:spTgt spid="81"/>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42"/>
                                        </p:tgtEl>
                                        <p:attrNameLst>
                                          <p:attrName>style.visibility</p:attrName>
                                        </p:attrNameLst>
                                      </p:cBhvr>
                                      <p:to>
                                        <p:strVal val="visible"/>
                                      </p:to>
                                    </p:set>
                                    <p:anim calcmode="lin" valueType="num">
                                      <p:cBhvr>
                                        <p:cTn id="62" dur="500" fill="hold"/>
                                        <p:tgtEl>
                                          <p:spTgt spid="42"/>
                                        </p:tgtEl>
                                        <p:attrNameLst>
                                          <p:attrName>ppt_w</p:attrName>
                                        </p:attrNameLst>
                                      </p:cBhvr>
                                      <p:tavLst>
                                        <p:tav tm="0">
                                          <p:val>
                                            <p:fltVal val="0"/>
                                          </p:val>
                                        </p:tav>
                                        <p:tav tm="100000">
                                          <p:val>
                                            <p:strVal val="#ppt_w"/>
                                          </p:val>
                                        </p:tav>
                                      </p:tavLst>
                                    </p:anim>
                                    <p:anim calcmode="lin" valueType="num">
                                      <p:cBhvr>
                                        <p:cTn id="63" dur="500" fill="hold"/>
                                        <p:tgtEl>
                                          <p:spTgt spid="42"/>
                                        </p:tgtEl>
                                        <p:attrNameLst>
                                          <p:attrName>ppt_h</p:attrName>
                                        </p:attrNameLst>
                                      </p:cBhvr>
                                      <p:tavLst>
                                        <p:tav tm="0">
                                          <p:val>
                                            <p:fltVal val="0"/>
                                          </p:val>
                                        </p:tav>
                                        <p:tav tm="100000">
                                          <p:val>
                                            <p:strVal val="#ppt_h"/>
                                          </p:val>
                                        </p:tav>
                                      </p:tavLst>
                                    </p:anim>
                                    <p:animEffect transition="in" filter="fade">
                                      <p:cBhvr>
                                        <p:cTn id="64" dur="500"/>
                                        <p:tgtEl>
                                          <p:spTgt spid="42"/>
                                        </p:tgtEl>
                                      </p:cBhvr>
                                    </p:animEffect>
                                  </p:childTnLst>
                                </p:cTn>
                              </p:par>
                              <p:par>
                                <p:cTn id="65" presetID="53" presetClass="entr" presetSubtype="16"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 calcmode="lin" valueType="num">
                                      <p:cBhvr>
                                        <p:cTn id="67" dur="500" fill="hold"/>
                                        <p:tgtEl>
                                          <p:spTgt spid="45"/>
                                        </p:tgtEl>
                                        <p:attrNameLst>
                                          <p:attrName>ppt_w</p:attrName>
                                        </p:attrNameLst>
                                      </p:cBhvr>
                                      <p:tavLst>
                                        <p:tav tm="0">
                                          <p:val>
                                            <p:fltVal val="0"/>
                                          </p:val>
                                        </p:tav>
                                        <p:tav tm="100000">
                                          <p:val>
                                            <p:strVal val="#ppt_w"/>
                                          </p:val>
                                        </p:tav>
                                      </p:tavLst>
                                    </p:anim>
                                    <p:anim calcmode="lin" valueType="num">
                                      <p:cBhvr>
                                        <p:cTn id="68" dur="500" fill="hold"/>
                                        <p:tgtEl>
                                          <p:spTgt spid="45"/>
                                        </p:tgtEl>
                                        <p:attrNameLst>
                                          <p:attrName>ppt_h</p:attrName>
                                        </p:attrNameLst>
                                      </p:cBhvr>
                                      <p:tavLst>
                                        <p:tav tm="0">
                                          <p:val>
                                            <p:fltVal val="0"/>
                                          </p:val>
                                        </p:tav>
                                        <p:tav tm="100000">
                                          <p:val>
                                            <p:strVal val="#ppt_h"/>
                                          </p:val>
                                        </p:tav>
                                      </p:tavLst>
                                    </p:anim>
                                    <p:animEffect transition="in" filter="fade">
                                      <p:cBhvr>
                                        <p:cTn id="69" dur="500"/>
                                        <p:tgtEl>
                                          <p:spTgt spid="45"/>
                                        </p:tgtEl>
                                      </p:cBhvr>
                                    </p:animEffect>
                                  </p:childTnLst>
                                </p:cTn>
                              </p:par>
                              <p:par>
                                <p:cTn id="70" presetID="53" presetClass="entr" presetSubtype="16" fill="hold" grpId="0" nodeType="withEffect">
                                  <p:stCondLst>
                                    <p:cond delay="0"/>
                                  </p:stCondLst>
                                  <p:childTnLst>
                                    <p:set>
                                      <p:cBhvr>
                                        <p:cTn id="71" dur="1" fill="hold">
                                          <p:stCondLst>
                                            <p:cond delay="0"/>
                                          </p:stCondLst>
                                        </p:cTn>
                                        <p:tgtEl>
                                          <p:spTgt spid="44"/>
                                        </p:tgtEl>
                                        <p:attrNameLst>
                                          <p:attrName>style.visibility</p:attrName>
                                        </p:attrNameLst>
                                      </p:cBhvr>
                                      <p:to>
                                        <p:strVal val="visible"/>
                                      </p:to>
                                    </p:set>
                                    <p:anim calcmode="lin" valueType="num">
                                      <p:cBhvr>
                                        <p:cTn id="72" dur="500" fill="hold"/>
                                        <p:tgtEl>
                                          <p:spTgt spid="44"/>
                                        </p:tgtEl>
                                        <p:attrNameLst>
                                          <p:attrName>ppt_w</p:attrName>
                                        </p:attrNameLst>
                                      </p:cBhvr>
                                      <p:tavLst>
                                        <p:tav tm="0">
                                          <p:val>
                                            <p:fltVal val="0"/>
                                          </p:val>
                                        </p:tav>
                                        <p:tav tm="100000">
                                          <p:val>
                                            <p:strVal val="#ppt_w"/>
                                          </p:val>
                                        </p:tav>
                                      </p:tavLst>
                                    </p:anim>
                                    <p:anim calcmode="lin" valueType="num">
                                      <p:cBhvr>
                                        <p:cTn id="73" dur="500" fill="hold"/>
                                        <p:tgtEl>
                                          <p:spTgt spid="44"/>
                                        </p:tgtEl>
                                        <p:attrNameLst>
                                          <p:attrName>ppt_h</p:attrName>
                                        </p:attrNameLst>
                                      </p:cBhvr>
                                      <p:tavLst>
                                        <p:tav tm="0">
                                          <p:val>
                                            <p:fltVal val="0"/>
                                          </p:val>
                                        </p:tav>
                                        <p:tav tm="100000">
                                          <p:val>
                                            <p:strVal val="#ppt_h"/>
                                          </p:val>
                                        </p:tav>
                                      </p:tavLst>
                                    </p:anim>
                                    <p:animEffect transition="in" filter="fade">
                                      <p:cBhvr>
                                        <p:cTn id="74" dur="500"/>
                                        <p:tgtEl>
                                          <p:spTgt spid="44"/>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p:cTn id="77" dur="500" fill="hold"/>
                                        <p:tgtEl>
                                          <p:spTgt spid="43"/>
                                        </p:tgtEl>
                                        <p:attrNameLst>
                                          <p:attrName>ppt_w</p:attrName>
                                        </p:attrNameLst>
                                      </p:cBhvr>
                                      <p:tavLst>
                                        <p:tav tm="0">
                                          <p:val>
                                            <p:fltVal val="0"/>
                                          </p:val>
                                        </p:tav>
                                        <p:tav tm="100000">
                                          <p:val>
                                            <p:strVal val="#ppt_w"/>
                                          </p:val>
                                        </p:tav>
                                      </p:tavLst>
                                    </p:anim>
                                    <p:anim calcmode="lin" valueType="num">
                                      <p:cBhvr>
                                        <p:cTn id="78" dur="500" fill="hold"/>
                                        <p:tgtEl>
                                          <p:spTgt spid="43"/>
                                        </p:tgtEl>
                                        <p:attrNameLst>
                                          <p:attrName>ppt_h</p:attrName>
                                        </p:attrNameLst>
                                      </p:cBhvr>
                                      <p:tavLst>
                                        <p:tav tm="0">
                                          <p:val>
                                            <p:fltVal val="0"/>
                                          </p:val>
                                        </p:tav>
                                        <p:tav tm="100000">
                                          <p:val>
                                            <p:strVal val="#ppt_h"/>
                                          </p:val>
                                        </p:tav>
                                      </p:tavLst>
                                    </p:anim>
                                    <p:animEffect transition="in" filter="fade">
                                      <p:cBhvr>
                                        <p:cTn id="79" dur="500"/>
                                        <p:tgtEl>
                                          <p:spTgt spid="4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5" presetID="10" presetClass="entr" presetSubtype="0" fill="hold" nodeType="withEffect">
                                  <p:stCondLst>
                                    <p:cond delay="50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500"/>
                                        <p:tgtEl>
                                          <p:spTgt spid="52"/>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500"/>
                                        <p:tgtEl>
                                          <p:spTgt spid="4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fade">
                                      <p:cBhvr>
                                        <p:cTn id="97"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42" grpId="0" animBg="1"/>
      <p:bldP spid="43" grpId="0" animBg="1"/>
      <p:bldP spid="44" grpId="0" animBg="1"/>
      <p:bldP spid="45" grpId="0" animBg="1"/>
      <p:bldP spid="46" grpId="0" animBg="1"/>
      <p:bldP spid="47" grpId="0" animBg="1"/>
      <p:bldP spid="4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e 5">
            <a:extLst>
              <a:ext uri="{FF2B5EF4-FFF2-40B4-BE49-F238E27FC236}">
                <a16:creationId xmlns:a16="http://schemas.microsoft.com/office/drawing/2014/main" id="{95504EEF-9FFF-4C9F-9F16-51EAA47DED1B}"/>
              </a:ext>
            </a:extLst>
          </p:cNvPr>
          <p:cNvGrpSpPr/>
          <p:nvPr/>
        </p:nvGrpSpPr>
        <p:grpSpPr>
          <a:xfrm>
            <a:off x="641007" y="187569"/>
            <a:ext cx="11048999" cy="1263479"/>
            <a:chOff x="413054" y="135497"/>
            <a:chExt cx="12894425" cy="1276313"/>
          </a:xfrm>
          <a:solidFill>
            <a:srgbClr val="00B050"/>
          </a:solidFill>
        </p:grpSpPr>
        <p:sp>
          <p:nvSpPr>
            <p:cNvPr id="7" name="Signalisation droite 5">
              <a:extLst>
                <a:ext uri="{FF2B5EF4-FFF2-40B4-BE49-F238E27FC236}">
                  <a16:creationId xmlns:a16="http://schemas.microsoft.com/office/drawing/2014/main" id="{BE092505-8B09-B74D-AB5D-F737400CEEDB}"/>
                </a:ext>
              </a:extLst>
            </p:cNvPr>
            <p:cNvSpPr/>
            <p:nvPr/>
          </p:nvSpPr>
          <p:spPr>
            <a:xfrm>
              <a:off x="1675627" y="135497"/>
              <a:ext cx="11631852" cy="947184"/>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solidFill>
                    <a:prstClr val="white"/>
                  </a:solidFill>
                  <a:latin typeface="Cambria" panose="02040503050406030204" pitchFamily="18" charset="0"/>
                  <a:ea typeface="Cambria" panose="02040503050406030204" pitchFamily="18" charset="0"/>
                </a:rPr>
                <a:t> DEMONSTRATION</a:t>
              </a:r>
            </a:p>
          </p:txBody>
        </p:sp>
        <p:sp>
          <p:nvSpPr>
            <p:cNvPr id="8" name="Larme 7">
              <a:extLst>
                <a:ext uri="{FF2B5EF4-FFF2-40B4-BE49-F238E27FC236}">
                  <a16:creationId xmlns:a16="http://schemas.microsoft.com/office/drawing/2014/main" id="{D9D66D36-2DC1-4453-91F8-DFC07EE7998C}"/>
                </a:ext>
              </a:extLst>
            </p:cNvPr>
            <p:cNvSpPr/>
            <p:nvPr/>
          </p:nvSpPr>
          <p:spPr>
            <a:xfrm>
              <a:off x="413054" y="184082"/>
              <a:ext cx="1262573" cy="1227728"/>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solidFill>
                    <a:prstClr val="white"/>
                  </a:solidFill>
                </a:rPr>
                <a:t>6</a:t>
              </a:r>
            </a:p>
          </p:txBody>
        </p:sp>
      </p:grpSp>
      <p:sp>
        <p:nvSpPr>
          <p:cNvPr id="9" name="Rectangle à coins arrondis 8"/>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19</a:t>
            </a:r>
          </a:p>
        </p:txBody>
      </p:sp>
      <p:pic>
        <p:nvPicPr>
          <p:cNvPr id="3" name="Picture 2">
            <a:extLst>
              <a:ext uri="{FF2B5EF4-FFF2-40B4-BE49-F238E27FC236}">
                <a16:creationId xmlns:a16="http://schemas.microsoft.com/office/drawing/2014/main" id="{A20F1967-6846-2E30-A9BC-D19FCF9AB0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54870" y="2683326"/>
            <a:ext cx="5417939" cy="2206725"/>
          </a:xfrm>
          <a:prstGeom prst="rect">
            <a:avLst/>
          </a:prstGeom>
        </p:spPr>
      </p:pic>
      <p:pic>
        <p:nvPicPr>
          <p:cNvPr id="2" name="Picture 1">
            <a:extLst>
              <a:ext uri="{FF2B5EF4-FFF2-40B4-BE49-F238E27FC236}">
                <a16:creationId xmlns:a16="http://schemas.microsoft.com/office/drawing/2014/main" id="{88A7BED9-933B-8FE8-4B9C-C4D509324C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5666" y="1987574"/>
            <a:ext cx="4990830" cy="4025883"/>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spTree>
    <p:extLst>
      <p:ext uri="{BB962C8B-B14F-4D97-AF65-F5344CB8AC3E}">
        <p14:creationId xmlns:p14="http://schemas.microsoft.com/office/powerpoint/2010/main" val="33108744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e 18"/>
          <p:cNvGrpSpPr/>
          <p:nvPr/>
        </p:nvGrpSpPr>
        <p:grpSpPr>
          <a:xfrm>
            <a:off x="10658" y="1668567"/>
            <a:ext cx="11814629" cy="5189432"/>
            <a:chOff x="0" y="1085810"/>
            <a:chExt cx="11034310" cy="5189432"/>
          </a:xfrm>
        </p:grpSpPr>
        <p:grpSp>
          <p:nvGrpSpPr>
            <p:cNvPr id="2" name="Groupe 1">
              <a:extLst>
                <a:ext uri="{FF2B5EF4-FFF2-40B4-BE49-F238E27FC236}">
                  <a16:creationId xmlns:a16="http://schemas.microsoft.com/office/drawing/2014/main" id="{210FCF71-D285-4E37-BC21-AFEA53110DA1}"/>
                </a:ext>
              </a:extLst>
            </p:cNvPr>
            <p:cNvGrpSpPr/>
            <p:nvPr/>
          </p:nvGrpSpPr>
          <p:grpSpPr>
            <a:xfrm>
              <a:off x="0" y="1166368"/>
              <a:ext cx="11034310" cy="5108874"/>
              <a:chOff x="1689119" y="1956891"/>
              <a:chExt cx="11034310" cy="5108874"/>
            </a:xfrm>
          </p:grpSpPr>
          <p:sp>
            <p:nvSpPr>
              <p:cNvPr id="3" name="Arc 2">
                <a:extLst>
                  <a:ext uri="{FF2B5EF4-FFF2-40B4-BE49-F238E27FC236}">
                    <a16:creationId xmlns:a16="http://schemas.microsoft.com/office/drawing/2014/main" id="{6058C832-C791-427E-A3A3-8C7AFAEF1C1C}"/>
                  </a:ext>
                </a:extLst>
              </p:cNvPr>
              <p:cNvSpPr/>
              <p:nvPr/>
            </p:nvSpPr>
            <p:spPr>
              <a:xfrm rot="1589589">
                <a:off x="1689119" y="1956891"/>
                <a:ext cx="3805220" cy="5108874"/>
              </a:xfrm>
              <a:prstGeom prst="arc">
                <a:avLst>
                  <a:gd name="adj1" fmla="val 16200000"/>
                  <a:gd name="adj2" fmla="val 1268457"/>
                </a:avLst>
              </a:prstGeom>
              <a:ln>
                <a:solidFill>
                  <a:srgbClr val="289C94"/>
                </a:solidFill>
              </a:ln>
            </p:spPr>
            <p:style>
              <a:lnRef idx="3">
                <a:schemeClr val="accent5"/>
              </a:lnRef>
              <a:fillRef idx="0">
                <a:schemeClr val="accent5"/>
              </a:fillRef>
              <a:effectRef idx="2">
                <a:schemeClr val="accent5"/>
              </a:effectRef>
              <a:fontRef idx="minor">
                <a:schemeClr val="tx1"/>
              </a:fontRef>
            </p:style>
            <p:txBody>
              <a:bodyPr rtlCol="0" anchor="ctr"/>
              <a:lstStyle/>
              <a:p>
                <a:pPr algn="ctr"/>
                <a:endParaRPr lang="fr-FR"/>
              </a:p>
            </p:txBody>
          </p:sp>
          <p:grpSp>
            <p:nvGrpSpPr>
              <p:cNvPr id="4" name="Groupe 3">
                <a:extLst>
                  <a:ext uri="{FF2B5EF4-FFF2-40B4-BE49-F238E27FC236}">
                    <a16:creationId xmlns:a16="http://schemas.microsoft.com/office/drawing/2014/main" id="{D38B505D-B7B7-4681-AF0F-195B6AA09FAF}"/>
                  </a:ext>
                </a:extLst>
              </p:cNvPr>
              <p:cNvGrpSpPr/>
              <p:nvPr/>
            </p:nvGrpSpPr>
            <p:grpSpPr>
              <a:xfrm>
                <a:off x="4631319" y="2019892"/>
                <a:ext cx="387414" cy="386085"/>
                <a:chOff x="1646244" y="1665396"/>
                <a:chExt cx="387414" cy="386085"/>
              </a:xfrm>
            </p:grpSpPr>
            <p:sp>
              <p:nvSpPr>
                <p:cNvPr id="13" name="Organigramme : Connecteur 12">
                  <a:extLst>
                    <a:ext uri="{FF2B5EF4-FFF2-40B4-BE49-F238E27FC236}">
                      <a16:creationId xmlns:a16="http://schemas.microsoft.com/office/drawing/2014/main" id="{E83133CC-0E8A-40E9-B522-9618EF811678}"/>
                    </a:ext>
                  </a:extLst>
                </p:cNvPr>
                <p:cNvSpPr/>
                <p:nvPr/>
              </p:nvSpPr>
              <p:spPr>
                <a:xfrm>
                  <a:off x="1646244" y="1665396"/>
                  <a:ext cx="387414" cy="386085"/>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14" name="Organigramme : Connecteur 13">
                  <a:extLst>
                    <a:ext uri="{FF2B5EF4-FFF2-40B4-BE49-F238E27FC236}">
                      <a16:creationId xmlns:a16="http://schemas.microsoft.com/office/drawing/2014/main" id="{0FAB87E5-82BE-42D1-9DC3-5A2971184848}"/>
                    </a:ext>
                  </a:extLst>
                </p:cNvPr>
                <p:cNvSpPr/>
                <p:nvPr/>
              </p:nvSpPr>
              <p:spPr>
                <a:xfrm>
                  <a:off x="1810100" y="1814884"/>
                  <a:ext cx="130629" cy="150572"/>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grpSp>
          <p:grpSp>
            <p:nvGrpSpPr>
              <p:cNvPr id="5" name="Groupe 4">
                <a:extLst>
                  <a:ext uri="{FF2B5EF4-FFF2-40B4-BE49-F238E27FC236}">
                    <a16:creationId xmlns:a16="http://schemas.microsoft.com/office/drawing/2014/main" id="{CC3B80B4-8E80-4F7A-BA8C-1EC89C696395}"/>
                  </a:ext>
                </a:extLst>
              </p:cNvPr>
              <p:cNvGrpSpPr/>
              <p:nvPr/>
            </p:nvGrpSpPr>
            <p:grpSpPr>
              <a:xfrm>
                <a:off x="5283048" y="3627566"/>
                <a:ext cx="7440381" cy="1420181"/>
                <a:chOff x="1376617" y="3693925"/>
                <a:chExt cx="7440381" cy="1420181"/>
              </a:xfrm>
            </p:grpSpPr>
            <p:sp>
              <p:nvSpPr>
                <p:cNvPr id="9" name="Rectangle 8">
                  <a:extLst>
                    <a:ext uri="{FF2B5EF4-FFF2-40B4-BE49-F238E27FC236}">
                      <a16:creationId xmlns:a16="http://schemas.microsoft.com/office/drawing/2014/main" id="{52BEAED6-62CE-4008-AE5E-0CAD42051DFF}"/>
                    </a:ext>
                  </a:extLst>
                </p:cNvPr>
                <p:cNvSpPr/>
                <p:nvPr/>
              </p:nvSpPr>
              <p:spPr>
                <a:xfrm>
                  <a:off x="2068418" y="3693925"/>
                  <a:ext cx="6748580" cy="8843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endParaRPr lang="fr-FR" sz="2400" dirty="0"/>
                </a:p>
              </p:txBody>
            </p:sp>
            <p:grpSp>
              <p:nvGrpSpPr>
                <p:cNvPr id="10" name="Groupe 9">
                  <a:extLst>
                    <a:ext uri="{FF2B5EF4-FFF2-40B4-BE49-F238E27FC236}">
                      <a16:creationId xmlns:a16="http://schemas.microsoft.com/office/drawing/2014/main" id="{91B46995-7791-43D4-A3E3-2905F94791D6}"/>
                    </a:ext>
                  </a:extLst>
                </p:cNvPr>
                <p:cNvGrpSpPr/>
                <p:nvPr/>
              </p:nvGrpSpPr>
              <p:grpSpPr>
                <a:xfrm>
                  <a:off x="1376617" y="4750530"/>
                  <a:ext cx="387414" cy="363576"/>
                  <a:chOff x="1573876" y="3108882"/>
                  <a:chExt cx="387414" cy="363576"/>
                </a:xfrm>
              </p:grpSpPr>
              <p:sp>
                <p:nvSpPr>
                  <p:cNvPr id="11" name="Organigramme : Connecteur 10">
                    <a:extLst>
                      <a:ext uri="{FF2B5EF4-FFF2-40B4-BE49-F238E27FC236}">
                        <a16:creationId xmlns:a16="http://schemas.microsoft.com/office/drawing/2014/main" id="{EF69D5D4-EC75-46C8-AD7C-5D7BD69E4681}"/>
                      </a:ext>
                    </a:extLst>
                  </p:cNvPr>
                  <p:cNvSpPr/>
                  <p:nvPr/>
                </p:nvSpPr>
                <p:spPr>
                  <a:xfrm>
                    <a:off x="1573876" y="3108882"/>
                    <a:ext cx="387414" cy="363576"/>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12" name="Organigramme : Connecteur 11">
                    <a:extLst>
                      <a:ext uri="{FF2B5EF4-FFF2-40B4-BE49-F238E27FC236}">
                        <a16:creationId xmlns:a16="http://schemas.microsoft.com/office/drawing/2014/main" id="{BFC445D6-6D1B-4B09-AAE0-415AD92B45FE}"/>
                      </a:ext>
                    </a:extLst>
                  </p:cNvPr>
                  <p:cNvSpPr/>
                  <p:nvPr/>
                </p:nvSpPr>
                <p:spPr>
                  <a:xfrm>
                    <a:off x="1683330" y="3192521"/>
                    <a:ext cx="200177" cy="196298"/>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solidFill>
                        <a:schemeClr val="tx1"/>
                      </a:solidFill>
                    </a:endParaRPr>
                  </a:p>
                </p:txBody>
              </p:sp>
            </p:grpSp>
          </p:grpSp>
          <p:grpSp>
            <p:nvGrpSpPr>
              <p:cNvPr id="6" name="Groupe 5">
                <a:extLst>
                  <a:ext uri="{FF2B5EF4-FFF2-40B4-BE49-F238E27FC236}">
                    <a16:creationId xmlns:a16="http://schemas.microsoft.com/office/drawing/2014/main" id="{B3D2721D-B241-4181-89E0-5F9CFCAED2FF}"/>
                  </a:ext>
                </a:extLst>
              </p:cNvPr>
              <p:cNvGrpSpPr/>
              <p:nvPr/>
            </p:nvGrpSpPr>
            <p:grpSpPr>
              <a:xfrm>
                <a:off x="4890683" y="5680879"/>
                <a:ext cx="387414" cy="386085"/>
                <a:chOff x="1233687" y="2708668"/>
                <a:chExt cx="387414" cy="386085"/>
              </a:xfrm>
            </p:grpSpPr>
            <p:sp>
              <p:nvSpPr>
                <p:cNvPr id="7" name="Organigramme : Connecteur 6">
                  <a:extLst>
                    <a:ext uri="{FF2B5EF4-FFF2-40B4-BE49-F238E27FC236}">
                      <a16:creationId xmlns:a16="http://schemas.microsoft.com/office/drawing/2014/main" id="{9487FF60-E95B-4965-8850-7C6EDA8E6056}"/>
                    </a:ext>
                  </a:extLst>
                </p:cNvPr>
                <p:cNvSpPr/>
                <p:nvPr/>
              </p:nvSpPr>
              <p:spPr>
                <a:xfrm>
                  <a:off x="1233687" y="2708668"/>
                  <a:ext cx="387414" cy="386085"/>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8" name="Organigramme : Connecteur 7">
                  <a:extLst>
                    <a:ext uri="{FF2B5EF4-FFF2-40B4-BE49-F238E27FC236}">
                      <a16:creationId xmlns:a16="http://schemas.microsoft.com/office/drawing/2014/main" id="{49BFF628-750D-4BF7-BE9E-409ACB29CF34}"/>
                    </a:ext>
                  </a:extLst>
                </p:cNvPr>
                <p:cNvSpPr/>
                <p:nvPr/>
              </p:nvSpPr>
              <p:spPr>
                <a:xfrm>
                  <a:off x="1340951" y="2869811"/>
                  <a:ext cx="193839" cy="145283"/>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grpSp>
        </p:grpSp>
        <p:pic>
          <p:nvPicPr>
            <p:cNvPr id="15" name="Image 14">
              <a:extLst>
                <a:ext uri="{FF2B5EF4-FFF2-40B4-BE49-F238E27FC236}">
                  <a16:creationId xmlns:a16="http://schemas.microsoft.com/office/drawing/2014/main" id="{75C230DD-4953-421B-BF21-C885FCD045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0765" y="1085810"/>
              <a:ext cx="1956117" cy="4471008"/>
            </a:xfrm>
            <a:prstGeom prst="rect">
              <a:avLst/>
            </a:prstGeom>
          </p:spPr>
        </p:pic>
      </p:grpSp>
      <p:sp>
        <p:nvSpPr>
          <p:cNvPr id="16" name="Flèche droite à entaille 15"/>
          <p:cNvSpPr/>
          <p:nvPr/>
        </p:nvSpPr>
        <p:spPr>
          <a:xfrm>
            <a:off x="5200701" y="1361704"/>
            <a:ext cx="6257874" cy="1218124"/>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fr-FR" dirty="0"/>
              <a:t>Support de déploiement sur un réseau de plusieurs LAN.</a:t>
            </a:r>
          </a:p>
        </p:txBody>
      </p:sp>
      <p:sp>
        <p:nvSpPr>
          <p:cNvPr id="18" name="ZoneTexte 17"/>
          <p:cNvSpPr txBox="1"/>
          <p:nvPr/>
        </p:nvSpPr>
        <p:spPr>
          <a:xfrm>
            <a:off x="88094" y="217069"/>
            <a:ext cx="4432540" cy="1046440"/>
          </a:xfrm>
          <a:prstGeom prst="rect">
            <a:avLst/>
          </a:prstGeom>
          <a:noFill/>
        </p:spPr>
        <p:txBody>
          <a:bodyPr wrap="square" rtlCol="0">
            <a:spAutoFit/>
          </a:bodyPr>
          <a:lstStyle/>
          <a:p>
            <a:pPr marL="285750" indent="-285750">
              <a:buFont typeface="Wingdings" panose="05000000000000000000" pitchFamily="2" charset="2"/>
              <a:buChar char="v"/>
            </a:pPr>
            <a:r>
              <a:rPr lang="fr-FR" sz="4400" b="1" i="1" dirty="0">
                <a:solidFill>
                  <a:schemeClr val="bg1"/>
                </a:solidFill>
                <a:latin typeface="Cambria" panose="02040503050406030204" pitchFamily="18" charset="0"/>
                <a:ea typeface="Cambria" panose="02040503050406030204" pitchFamily="18" charset="0"/>
              </a:rPr>
              <a:t>PERSPECTIVES</a:t>
            </a:r>
          </a:p>
          <a:p>
            <a:pPr marL="285750" indent="-285750">
              <a:buFont typeface="Wingdings" panose="05000000000000000000" pitchFamily="2" charset="2"/>
              <a:buChar char="v"/>
            </a:pPr>
            <a:endParaRPr lang="fr-FR" dirty="0">
              <a:solidFill>
                <a:srgbClr val="00B0F0"/>
              </a:solidFill>
            </a:endParaRPr>
          </a:p>
        </p:txBody>
      </p:sp>
      <p:sp>
        <p:nvSpPr>
          <p:cNvPr id="20" name="Flèche droite à entaille 19"/>
          <p:cNvSpPr/>
          <p:nvPr/>
        </p:nvSpPr>
        <p:spPr>
          <a:xfrm>
            <a:off x="4820300" y="2347366"/>
            <a:ext cx="6162391" cy="1144666"/>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Rendre bilingue le service de e-learning intégré .</a:t>
            </a:r>
            <a:endParaRPr lang="fr-FR" sz="2400" dirty="0">
              <a:latin typeface="Cambria" panose="02040503050406030204" pitchFamily="18" charset="0"/>
              <a:ea typeface="Cambria" panose="02040503050406030204" pitchFamily="18" charset="0"/>
            </a:endParaRPr>
          </a:p>
        </p:txBody>
      </p:sp>
      <p:sp>
        <p:nvSpPr>
          <p:cNvPr id="21" name="Flèche droite à entaille 20"/>
          <p:cNvSpPr/>
          <p:nvPr/>
        </p:nvSpPr>
        <p:spPr>
          <a:xfrm>
            <a:off x="4520634" y="3779165"/>
            <a:ext cx="6570694" cy="1170050"/>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Supporté les équipements des fabriquant autre que Cisco.</a:t>
            </a:r>
            <a:endParaRPr lang="fr-FR" sz="2400" dirty="0">
              <a:latin typeface="Cambria" panose="02040503050406030204" pitchFamily="18" charset="0"/>
              <a:ea typeface="Cambria" panose="02040503050406030204" pitchFamily="18" charset="0"/>
            </a:endParaRPr>
          </a:p>
        </p:txBody>
      </p:sp>
      <p:sp>
        <p:nvSpPr>
          <p:cNvPr id="25" name="Rectangle à coins arrondis 24"/>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21</a:t>
            </a:r>
          </a:p>
        </p:txBody>
      </p:sp>
      <p:sp>
        <p:nvSpPr>
          <p:cNvPr id="23" name="Flèche droite à entaille 22"/>
          <p:cNvSpPr/>
          <p:nvPr/>
        </p:nvSpPr>
        <p:spPr>
          <a:xfrm>
            <a:off x="4450104" y="5091084"/>
            <a:ext cx="7093042" cy="1086344"/>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fr-FR" dirty="0"/>
              <a:t>Rendre la solution plus évolutive, permettant une adaptation facile pour de nouvelles fonctionnalités ou des ajustements futurs.</a:t>
            </a:r>
          </a:p>
        </p:txBody>
      </p:sp>
      <p:sp>
        <p:nvSpPr>
          <p:cNvPr id="24" name="Organigramme : Connecteur 23">
            <a:extLst>
              <a:ext uri="{FF2B5EF4-FFF2-40B4-BE49-F238E27FC236}">
                <a16:creationId xmlns:a16="http://schemas.microsoft.com/office/drawing/2014/main" id="{EF69D5D4-EC75-46C8-AD7C-5D7BD69E4681}"/>
              </a:ext>
            </a:extLst>
          </p:cNvPr>
          <p:cNvSpPr/>
          <p:nvPr/>
        </p:nvSpPr>
        <p:spPr>
          <a:xfrm>
            <a:off x="3875695" y="2656076"/>
            <a:ext cx="414811" cy="386085"/>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26" name="Organigramme : Connecteur 25">
            <a:extLst>
              <a:ext uri="{FF2B5EF4-FFF2-40B4-BE49-F238E27FC236}">
                <a16:creationId xmlns:a16="http://schemas.microsoft.com/office/drawing/2014/main" id="{BFC445D6-6D1B-4B09-AAE0-415AD92B45FE}"/>
              </a:ext>
            </a:extLst>
          </p:cNvPr>
          <p:cNvSpPr/>
          <p:nvPr/>
        </p:nvSpPr>
        <p:spPr>
          <a:xfrm>
            <a:off x="3996469" y="2772896"/>
            <a:ext cx="214333" cy="196298"/>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solidFill>
                <a:schemeClr val="tx1"/>
              </a:solidFill>
            </a:endParaRPr>
          </a:p>
        </p:txBody>
      </p:sp>
      <p:pic>
        <p:nvPicPr>
          <p:cNvPr id="27" name="Picture 26">
            <a:extLst>
              <a:ext uri="{FF2B5EF4-FFF2-40B4-BE49-F238E27FC236}">
                <a16:creationId xmlns:a16="http://schemas.microsoft.com/office/drawing/2014/main" id="{F1CB2E2E-09E3-8F82-E088-06C0B1CE16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2772" y="5336446"/>
            <a:ext cx="2220939" cy="1606258"/>
          </a:xfrm>
          <a:prstGeom prst="rect">
            <a:avLst/>
          </a:prstGeom>
          <a:ln>
            <a:noFill/>
          </a:ln>
          <a:effectLst>
            <a:softEdge rad="112500"/>
          </a:effectLst>
        </p:spPr>
      </p:pic>
      <p:grpSp>
        <p:nvGrpSpPr>
          <p:cNvPr id="28" name="Groupe 14">
            <a:extLst>
              <a:ext uri="{FF2B5EF4-FFF2-40B4-BE49-F238E27FC236}">
                <a16:creationId xmlns:a16="http://schemas.microsoft.com/office/drawing/2014/main" id="{2F95DAC5-D4BC-493B-9069-5EB4F50ECA93}"/>
              </a:ext>
            </a:extLst>
          </p:cNvPr>
          <p:cNvGrpSpPr/>
          <p:nvPr/>
        </p:nvGrpSpPr>
        <p:grpSpPr>
          <a:xfrm>
            <a:off x="2174163" y="90637"/>
            <a:ext cx="9068890" cy="1011932"/>
            <a:chOff x="1268656" y="95679"/>
            <a:chExt cx="10014026" cy="1011932"/>
          </a:xfrm>
          <a:gradFill flip="none" rotWithShape="1">
            <a:gsLst>
              <a:gs pos="39000">
                <a:srgbClr val="209890"/>
              </a:gs>
              <a:gs pos="100000">
                <a:srgbClr val="368E79">
                  <a:tint val="23500"/>
                  <a:satMod val="160000"/>
                </a:srgbClr>
              </a:gs>
            </a:gsLst>
            <a:lin ang="5400000" scaled="1"/>
            <a:tileRect/>
          </a:gradFill>
        </p:grpSpPr>
        <p:sp>
          <p:nvSpPr>
            <p:cNvPr id="29" name="Signalisation droite 5">
              <a:extLst>
                <a:ext uri="{FF2B5EF4-FFF2-40B4-BE49-F238E27FC236}">
                  <a16:creationId xmlns:a16="http://schemas.microsoft.com/office/drawing/2014/main" id="{34CCA57E-7FB0-5C41-6CCF-2CDBCD77F019}"/>
                </a:ext>
              </a:extLst>
            </p:cNvPr>
            <p:cNvSpPr/>
            <p:nvPr/>
          </p:nvSpPr>
          <p:spPr>
            <a:xfrm>
              <a:off x="2555380" y="184086"/>
              <a:ext cx="8727302"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latin typeface="Cambria" panose="02040503050406030204" pitchFamily="18" charset="0"/>
                  <a:ea typeface="Cambria" panose="02040503050406030204" pitchFamily="18" charset="0"/>
                </a:rPr>
                <a:t>PERSPECTIVES </a:t>
              </a:r>
            </a:p>
          </p:txBody>
        </p:sp>
        <p:sp>
          <p:nvSpPr>
            <p:cNvPr id="30" name="Larme 17">
              <a:extLst>
                <a:ext uri="{FF2B5EF4-FFF2-40B4-BE49-F238E27FC236}">
                  <a16:creationId xmlns:a16="http://schemas.microsoft.com/office/drawing/2014/main" id="{0144C2F9-DE36-117E-25C5-A141EF7AF306}"/>
                </a:ext>
              </a:extLst>
            </p:cNvPr>
            <p:cNvSpPr/>
            <p:nvPr/>
          </p:nvSpPr>
          <p:spPr>
            <a:xfrm>
              <a:off x="1268656" y="95679"/>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7</a:t>
              </a:r>
            </a:p>
          </p:txBody>
        </p:sp>
      </p:grpSp>
    </p:spTree>
    <p:extLst>
      <p:ext uri="{BB962C8B-B14F-4D97-AF65-F5344CB8AC3E}">
        <p14:creationId xmlns:p14="http://schemas.microsoft.com/office/powerpoint/2010/main" val="217947554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anim calcmode="lin" valueType="num">
                                      <p:cBhvr>
                                        <p:cTn id="8" dur="1000" fill="hold"/>
                                        <p:tgtEl>
                                          <p:spTgt spid="16"/>
                                        </p:tgtEl>
                                        <p:attrNameLst>
                                          <p:attrName>ppt_x</p:attrName>
                                        </p:attrNameLst>
                                      </p:cBhvr>
                                      <p:tavLst>
                                        <p:tav tm="0">
                                          <p:val>
                                            <p:strVal val="#ppt_x"/>
                                          </p:val>
                                        </p:tav>
                                        <p:tav tm="100000">
                                          <p:val>
                                            <p:strVal val="#ppt_x"/>
                                          </p:val>
                                        </p:tav>
                                      </p:tavLst>
                                    </p:anim>
                                    <p:anim calcmode="lin" valueType="num">
                                      <p:cBhvr>
                                        <p:cTn id="9"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1000"/>
                                        <p:tgtEl>
                                          <p:spTgt spid="20"/>
                                        </p:tgtEl>
                                      </p:cBhvr>
                                    </p:animEffect>
                                    <p:anim calcmode="lin" valueType="num">
                                      <p:cBhvr>
                                        <p:cTn id="15" dur="1000" fill="hold"/>
                                        <p:tgtEl>
                                          <p:spTgt spid="20"/>
                                        </p:tgtEl>
                                        <p:attrNameLst>
                                          <p:attrName>ppt_x</p:attrName>
                                        </p:attrNameLst>
                                      </p:cBhvr>
                                      <p:tavLst>
                                        <p:tav tm="0">
                                          <p:val>
                                            <p:strVal val="#ppt_x"/>
                                          </p:val>
                                        </p:tav>
                                        <p:tav tm="100000">
                                          <p:val>
                                            <p:strVal val="#ppt_x"/>
                                          </p:val>
                                        </p:tav>
                                      </p:tavLst>
                                    </p:anim>
                                    <p:anim calcmode="lin" valueType="num">
                                      <p:cBhvr>
                                        <p:cTn id="16"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1000"/>
                                        <p:tgtEl>
                                          <p:spTgt spid="21"/>
                                        </p:tgtEl>
                                      </p:cBhvr>
                                    </p:animEffect>
                                    <p:anim calcmode="lin" valueType="num">
                                      <p:cBhvr>
                                        <p:cTn id="22" dur="1000" fill="hold"/>
                                        <p:tgtEl>
                                          <p:spTgt spid="21"/>
                                        </p:tgtEl>
                                        <p:attrNameLst>
                                          <p:attrName>ppt_x</p:attrName>
                                        </p:attrNameLst>
                                      </p:cBhvr>
                                      <p:tavLst>
                                        <p:tav tm="0">
                                          <p:val>
                                            <p:strVal val="#ppt_x"/>
                                          </p:val>
                                        </p:tav>
                                        <p:tav tm="100000">
                                          <p:val>
                                            <p:strVal val="#ppt_x"/>
                                          </p:val>
                                        </p:tav>
                                      </p:tavLst>
                                    </p:anim>
                                    <p:anim calcmode="lin" valueType="num">
                                      <p:cBhvr>
                                        <p:cTn id="23"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1000"/>
                                        <p:tgtEl>
                                          <p:spTgt spid="23"/>
                                        </p:tgtEl>
                                      </p:cBhvr>
                                    </p:animEffect>
                                    <p:anim calcmode="lin" valueType="num">
                                      <p:cBhvr>
                                        <p:cTn id="29" dur="1000" fill="hold"/>
                                        <p:tgtEl>
                                          <p:spTgt spid="23"/>
                                        </p:tgtEl>
                                        <p:attrNameLst>
                                          <p:attrName>ppt_x</p:attrName>
                                        </p:attrNameLst>
                                      </p:cBhvr>
                                      <p:tavLst>
                                        <p:tav tm="0">
                                          <p:val>
                                            <p:strVal val="#ppt_x"/>
                                          </p:val>
                                        </p:tav>
                                        <p:tav tm="100000">
                                          <p:val>
                                            <p:strVal val="#ppt_x"/>
                                          </p:val>
                                        </p:tav>
                                      </p:tavLst>
                                    </p:anim>
                                    <p:anim calcmode="lin" valueType="num">
                                      <p:cBhvr>
                                        <p:cTn id="30"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0" grpId="0" animBg="1"/>
      <p:bldP spid="21" grpId="0" animBg="1"/>
      <p:bldP spid="23"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8BF5B-1126-7D8F-77DE-B23C69341D17}"/>
            </a:ext>
          </a:extLst>
        </p:cNvPr>
        <p:cNvGrpSpPr/>
        <p:nvPr/>
      </p:nvGrpSpPr>
      <p:grpSpPr>
        <a:xfrm>
          <a:off x="0" y="0"/>
          <a:ext cx="0" cy="0"/>
          <a:chOff x="0" y="0"/>
          <a:chExt cx="0" cy="0"/>
        </a:xfrm>
      </p:grpSpPr>
      <p:grpSp>
        <p:nvGrpSpPr>
          <p:cNvPr id="6" name="Groupe 5">
            <a:extLst>
              <a:ext uri="{FF2B5EF4-FFF2-40B4-BE49-F238E27FC236}">
                <a16:creationId xmlns:a16="http://schemas.microsoft.com/office/drawing/2014/main" id="{2ABDCCBC-E206-0AFB-C434-A89F816B8A40}"/>
              </a:ext>
            </a:extLst>
          </p:cNvPr>
          <p:cNvGrpSpPr/>
          <p:nvPr/>
        </p:nvGrpSpPr>
        <p:grpSpPr>
          <a:xfrm>
            <a:off x="641007" y="187569"/>
            <a:ext cx="11048999" cy="1263479"/>
            <a:chOff x="413054" y="135497"/>
            <a:chExt cx="12894425" cy="1276313"/>
          </a:xfrm>
          <a:solidFill>
            <a:srgbClr val="00B050"/>
          </a:solidFill>
        </p:grpSpPr>
        <p:sp>
          <p:nvSpPr>
            <p:cNvPr id="7" name="Signalisation droite 5">
              <a:extLst>
                <a:ext uri="{FF2B5EF4-FFF2-40B4-BE49-F238E27FC236}">
                  <a16:creationId xmlns:a16="http://schemas.microsoft.com/office/drawing/2014/main" id="{2A5A4248-4E21-3809-4963-544F085F0543}"/>
                </a:ext>
              </a:extLst>
            </p:cNvPr>
            <p:cNvSpPr/>
            <p:nvPr/>
          </p:nvSpPr>
          <p:spPr>
            <a:xfrm>
              <a:off x="1675627" y="135497"/>
              <a:ext cx="11631852" cy="947184"/>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solidFill>
                    <a:prstClr val="white"/>
                  </a:solidFill>
                  <a:latin typeface="Cambria" panose="02040503050406030204" pitchFamily="18" charset="0"/>
                  <a:ea typeface="Cambria" panose="02040503050406030204" pitchFamily="18" charset="0"/>
                </a:rPr>
                <a:t> CONCLUSION</a:t>
              </a:r>
            </a:p>
          </p:txBody>
        </p:sp>
        <p:sp>
          <p:nvSpPr>
            <p:cNvPr id="8" name="Larme 7">
              <a:extLst>
                <a:ext uri="{FF2B5EF4-FFF2-40B4-BE49-F238E27FC236}">
                  <a16:creationId xmlns:a16="http://schemas.microsoft.com/office/drawing/2014/main" id="{EE911281-EE31-C87F-5A5D-D6D694FEA4B1}"/>
                </a:ext>
              </a:extLst>
            </p:cNvPr>
            <p:cNvSpPr/>
            <p:nvPr/>
          </p:nvSpPr>
          <p:spPr>
            <a:xfrm>
              <a:off x="413054" y="184082"/>
              <a:ext cx="1262573" cy="1227728"/>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solidFill>
                    <a:prstClr val="white"/>
                  </a:solidFill>
                </a:rPr>
                <a:t>6</a:t>
              </a:r>
            </a:p>
          </p:txBody>
        </p:sp>
      </p:grpSp>
      <p:sp>
        <p:nvSpPr>
          <p:cNvPr id="9" name="Rectangle à coins arrondis 8">
            <a:extLst>
              <a:ext uri="{FF2B5EF4-FFF2-40B4-BE49-F238E27FC236}">
                <a16:creationId xmlns:a16="http://schemas.microsoft.com/office/drawing/2014/main" id="{C5B005FD-6987-1C1D-1294-02E8492B265A}"/>
              </a:ext>
            </a:extLst>
          </p:cNvPr>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19</a:t>
            </a:r>
          </a:p>
        </p:txBody>
      </p:sp>
      <p:pic>
        <p:nvPicPr>
          <p:cNvPr id="3" name="Picture 2">
            <a:extLst>
              <a:ext uri="{FF2B5EF4-FFF2-40B4-BE49-F238E27FC236}">
                <a16:creationId xmlns:a16="http://schemas.microsoft.com/office/drawing/2014/main" id="{C7F6B6DF-8F68-902D-1674-B1472F161F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54870" y="2683326"/>
            <a:ext cx="5417939" cy="2206725"/>
          </a:xfrm>
          <a:prstGeom prst="rect">
            <a:avLst/>
          </a:prstGeom>
        </p:spPr>
      </p:pic>
      <p:pic>
        <p:nvPicPr>
          <p:cNvPr id="11" name="Picture 10">
            <a:extLst>
              <a:ext uri="{FF2B5EF4-FFF2-40B4-BE49-F238E27FC236}">
                <a16:creationId xmlns:a16="http://schemas.microsoft.com/office/drawing/2014/main" id="{CEB597F9-AD45-5CFA-5C51-07D870EE201B}"/>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331719" y="1940537"/>
            <a:ext cx="4357024" cy="4357024"/>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Tree>
    <p:extLst>
      <p:ext uri="{BB962C8B-B14F-4D97-AF65-F5344CB8AC3E}">
        <p14:creationId xmlns:p14="http://schemas.microsoft.com/office/powerpoint/2010/main" val="18435292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p:cNvSpPr txBox="1"/>
          <p:nvPr/>
        </p:nvSpPr>
        <p:spPr>
          <a:xfrm>
            <a:off x="2108708" y="118987"/>
            <a:ext cx="7758546" cy="1754326"/>
          </a:xfrm>
          <a:prstGeom prst="rect">
            <a:avLst/>
          </a:prstGeom>
          <a:noFill/>
        </p:spPr>
        <p:txBody>
          <a:bodyPr wrap="square" rtlCol="0">
            <a:spAutoFit/>
          </a:bodyPr>
          <a:lstStyle/>
          <a:p>
            <a:pPr algn="ctr"/>
            <a:r>
              <a:rPr lang="fr-FR" sz="5400" b="1" dirty="0">
                <a:latin typeface="Algerian" panose="04020705040A02060702" pitchFamily="82" charset="0"/>
                <a:ea typeface="Cambria" panose="02040503050406030204" pitchFamily="18" charset="0"/>
              </a:rPr>
              <a:t>MERCI POUR VOTRE AIMABLE ATTENTION</a:t>
            </a:r>
            <a:endParaRPr lang="fr-FR" sz="4800" b="1" dirty="0">
              <a:latin typeface="Cambria" panose="02040503050406030204" pitchFamily="18" charset="0"/>
              <a:ea typeface="Cambria" panose="02040503050406030204" pitchFamily="18" charset="0"/>
            </a:endParaRPr>
          </a:p>
        </p:txBody>
      </p:sp>
      <p:pic>
        <p:nvPicPr>
          <p:cNvPr id="11" name="Image 10">
            <a:extLst>
              <a:ext uri="{FF2B5EF4-FFF2-40B4-BE49-F238E27FC236}">
                <a16:creationId xmlns:a16="http://schemas.microsoft.com/office/drawing/2014/main" id="{1997F1F4-77D7-4486-BDE8-FCD1D8E3F5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0717" y="118987"/>
            <a:ext cx="1637595" cy="1239359"/>
          </a:xfrm>
          <a:prstGeom prst="rect">
            <a:avLst/>
          </a:prstGeom>
        </p:spPr>
      </p:pic>
      <p:sp>
        <p:nvSpPr>
          <p:cNvPr id="8" name="Rectangle à coins arrondis 7"/>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22</a:t>
            </a:r>
          </a:p>
        </p:txBody>
      </p:sp>
      <p:pic>
        <p:nvPicPr>
          <p:cNvPr id="2" name="Picture 1">
            <a:extLst>
              <a:ext uri="{FF2B5EF4-FFF2-40B4-BE49-F238E27FC236}">
                <a16:creationId xmlns:a16="http://schemas.microsoft.com/office/drawing/2014/main" id="{A016F406-83B4-F674-8823-25D9D4B9FA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39244" y="352518"/>
            <a:ext cx="2469503" cy="1005828"/>
          </a:xfrm>
          <a:prstGeom prst="rect">
            <a:avLst/>
          </a:prstGeom>
        </p:spPr>
      </p:pic>
      <p:pic>
        <p:nvPicPr>
          <p:cNvPr id="6" name="Picture 5">
            <a:extLst>
              <a:ext uri="{FF2B5EF4-FFF2-40B4-BE49-F238E27FC236}">
                <a16:creationId xmlns:a16="http://schemas.microsoft.com/office/drawing/2014/main" id="{5B52AD03-DE2E-3807-1268-C2F285EF51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18312" y="2036987"/>
            <a:ext cx="4260574" cy="4260574"/>
          </a:xfrm>
          <a:prstGeom prst="rect">
            <a:avLst/>
          </a:prstGeom>
          <a:ln>
            <a:noFill/>
          </a:ln>
          <a:effectLst>
            <a:softEdge rad="112500"/>
          </a:effectLst>
        </p:spPr>
      </p:pic>
      <p:pic>
        <p:nvPicPr>
          <p:cNvPr id="12" name="Picture 11">
            <a:extLst>
              <a:ext uri="{FF2B5EF4-FFF2-40B4-BE49-F238E27FC236}">
                <a16:creationId xmlns:a16="http://schemas.microsoft.com/office/drawing/2014/main" id="{2F4C538B-AF91-0385-1884-0680EB8CC0A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67136" y="2106844"/>
            <a:ext cx="4990830" cy="4025883"/>
          </a:xfrm>
          <a:prstGeom prst="rect">
            <a:avLst/>
          </a:prstGeom>
          <a:ln>
            <a:noFill/>
          </a:ln>
          <a:effectLst>
            <a:softEdge rad="112500"/>
          </a:effectLst>
        </p:spPr>
      </p:pic>
    </p:spTree>
    <p:extLst>
      <p:ext uri="{BB962C8B-B14F-4D97-AF65-F5344CB8AC3E}">
        <p14:creationId xmlns:p14="http://schemas.microsoft.com/office/powerpoint/2010/main" val="172160592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104541</TotalTime>
  <Words>876</Words>
  <Application>Microsoft Office PowerPoint</Application>
  <PresentationFormat>Widescreen</PresentationFormat>
  <Paragraphs>178</Paragraphs>
  <Slides>24</Slides>
  <Notes>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24</vt:i4>
      </vt:variant>
    </vt:vector>
  </HeadingPairs>
  <TitlesOfParts>
    <vt:vector size="35" baseType="lpstr">
      <vt:lpstr>Algerian</vt:lpstr>
      <vt:lpstr>Arial</vt:lpstr>
      <vt:lpstr>Bahnschrift SemiLight Condensed</vt:lpstr>
      <vt:lpstr>Calibri</vt:lpstr>
      <vt:lpstr>Calibri Light</vt:lpstr>
      <vt:lpstr>Cambria</vt:lpstr>
      <vt:lpstr>Symbol</vt:lpstr>
      <vt:lpstr>Times New Roman</vt:lpstr>
      <vt:lpstr>Verdana</vt:lpstr>
      <vt:lpstr>Wingdings</vt:lpstr>
      <vt:lpstr>Thème Office</vt:lpstr>
      <vt:lpstr>BIENVENUE A NOTRE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Regency</dc:creator>
  <cp:lastModifiedBy>miguel nkono ndeme</cp:lastModifiedBy>
  <cp:revision>1540</cp:revision>
  <dcterms:created xsi:type="dcterms:W3CDTF">2018-06-15T12:42:51Z</dcterms:created>
  <dcterms:modified xsi:type="dcterms:W3CDTF">2025-10-02T14:40:32Z</dcterms:modified>
</cp:coreProperties>
</file>