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301" r:id="rId3"/>
    <p:sldId id="269" r:id="rId4"/>
    <p:sldId id="302" r:id="rId5"/>
    <p:sldId id="303" r:id="rId6"/>
    <p:sldId id="288" r:id="rId7"/>
    <p:sldId id="272" r:id="rId8"/>
    <p:sldId id="290" r:id="rId9"/>
    <p:sldId id="287" r:id="rId10"/>
    <p:sldId id="283" r:id="rId11"/>
    <p:sldId id="281" r:id="rId12"/>
    <p:sldId id="310" r:id="rId13"/>
    <p:sldId id="292" r:id="rId14"/>
    <p:sldId id="304" r:id="rId15"/>
    <p:sldId id="305" r:id="rId16"/>
    <p:sldId id="306" r:id="rId17"/>
    <p:sldId id="307" r:id="rId18"/>
    <p:sldId id="308" r:id="rId19"/>
    <p:sldId id="293" r:id="rId20"/>
    <p:sldId id="273" r:id="rId21"/>
    <p:sldId id="291" r:id="rId22"/>
    <p:sldId id="309" r:id="rId23"/>
    <p:sldId id="30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88E5"/>
    <a:srgbClr val="837AD9"/>
    <a:srgbClr val="17C6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90" autoAdjust="0"/>
    <p:restoredTop sz="96532" autoAdjust="0"/>
  </p:normalViewPr>
  <p:slideViewPr>
    <p:cSldViewPr snapToGrid="0">
      <p:cViewPr varScale="1">
        <p:scale>
          <a:sx n="83" d="100"/>
          <a:sy n="83" d="100"/>
        </p:scale>
        <p:origin x="874" y="1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73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2686C-4CCC-4A88-BB0D-2A4F27591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6CBC1A-6D98-4155-A40D-14A436C2E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33416-3B03-41A2-ADBC-D558ED7F4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438D9-8D92-4EBE-A486-C587F5BEF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1C5B4-75D5-4EDB-B37B-18A0B0CC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23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C010D-083C-4C2A-8AED-CD778DBE6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2FA3F-EC3B-4DFC-BB17-A4C7AF999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1AB11-F4E3-4A68-B726-DBD2EDB2D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49355-F09B-43FD-9CB4-953662DA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37CF9-6EF3-4A05-A4FC-02C8FF5E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11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B8679-05C6-4CF1-BB4A-64843D63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BD72E-A849-4583-9AA7-566C8C8E8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2B084-B758-4E05-822C-0D5A57B0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ADDF4-638B-4815-BB8C-664546A9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40164-1914-4AE2-A9E8-F4E90F2DA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4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9475-860F-4448-9950-10FC6D0F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0E9D0-9AC1-4667-B087-22C9256C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1D3C4-B9D6-4E4A-874C-7B7D531D7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9D501-1935-4CA3-BBE4-A30E4019B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CEC43-B6F4-4608-BECF-DE523E46C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14207-7F1E-4E8A-80E8-70747C79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40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29886-AE19-49AE-ADAB-1E8F96412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F021C-E4EB-4B91-8FE0-788CCC086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60301-35B4-41E6-AA0A-E642A5316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217E52-64D5-4B13-8CD0-9E6314A8D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9B7F0F-57F8-461B-B8DC-1234C3470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438848-DA25-4A2D-9903-D07A25C4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9F565-0B42-4D69-8549-4CE972FB8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A75EA-336C-4B8E-A2DC-4C78D5757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517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0523F-FE11-46A0-8CB1-64B10E09E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064767-04FC-46AC-9468-4639B1CC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C12E4C-79AF-4D28-9091-5E85AE679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7AC4C-194E-4EF2-944B-B7BFFDF6C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6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9F34D9-402E-4A54-B9ED-6EBE6A55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F30939-C578-4E8D-AB84-8A744773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14FD7-C1D2-4360-9BF3-753F15B4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976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05CD287-BEE4-46C1-AAF3-6B22E1C80D3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662113" y="2273300"/>
            <a:ext cx="2520950" cy="45847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Drag and Drop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29301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E919-E694-43C1-A2B0-463F978A8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8C5201-6E4C-4A9A-AE83-6548EF1D0C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9E7F5-5C1D-4858-962A-88BE45881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E835E-1810-4397-81FE-0D7C205E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8605D-B969-4157-BE3C-9B72C6B61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90612-B942-4CB8-B4A8-EBE3E540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9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84517-C826-4F98-8855-712A4512F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45E985-EC3F-42A1-AF7C-1E4834A2E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55D6-9684-4885-A80F-82ABBFDE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CE032-F32B-4F75-894E-1B8BC9D5B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2671F-5A8B-4226-BACC-E47127D8A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9D4DD8-092A-4715-AF85-C133423FD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170BE-F2E9-4C66-985A-54B2E3ED2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F8467-721F-486C-9167-454EC04AC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689A9-E3E6-4108-949E-BD10F41F4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0BE54-9363-4E22-9C41-5605BB624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0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E1B219-54AC-4A60-8248-EA804C4D8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D78E4-1EB0-48B2-A9CF-2D1FD812A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F0F9F-AC9A-4597-BEDC-D0F4C4606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5B84D-D061-483E-84D4-FDF00078B9A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EE440-A915-46D6-A7F4-ECAAFB0E0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F1FD0-10EF-4EF8-BBA9-5D46C287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3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70E377EB-6C1D-436E-B849-651C11860F50}"/>
              </a:ext>
            </a:extLst>
          </p:cNvPr>
          <p:cNvSpPr txBox="1"/>
          <p:nvPr/>
        </p:nvSpPr>
        <p:spPr>
          <a:xfrm>
            <a:off x="965711" y="2515469"/>
            <a:ext cx="5761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noProof="0" dirty="0">
                <a:solidFill>
                  <a:schemeClr val="bg1"/>
                </a:solidFill>
              </a:rPr>
              <a:t>Bienvenu à ma soutenance.</a:t>
            </a:r>
            <a:endParaRPr lang="fr-FR" sz="16700" b="1" noProof="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0CACAF8-B889-469D-9D5B-695F85C11B04}"/>
              </a:ext>
            </a:extLst>
          </p:cNvPr>
          <p:cNvSpPr/>
          <p:nvPr/>
        </p:nvSpPr>
        <p:spPr>
          <a:xfrm>
            <a:off x="7336061" y="1436924"/>
            <a:ext cx="3984152" cy="398415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777FED-90F0-4AA5-8BF2-E13431E30BEF}"/>
              </a:ext>
            </a:extLst>
          </p:cNvPr>
          <p:cNvSpPr/>
          <p:nvPr/>
        </p:nvSpPr>
        <p:spPr>
          <a:xfrm>
            <a:off x="7769199" y="1870062"/>
            <a:ext cx="3117876" cy="311787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6FB2ECF-1F32-4D64-9371-17C12225FCDA}"/>
              </a:ext>
            </a:extLst>
          </p:cNvPr>
          <p:cNvSpPr/>
          <p:nvPr/>
        </p:nvSpPr>
        <p:spPr>
          <a:xfrm>
            <a:off x="8045424" y="2146287"/>
            <a:ext cx="2565426" cy="2565426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946C47-4E7D-4AC9-A14B-6312C9EDD132}"/>
              </a:ext>
            </a:extLst>
          </p:cNvPr>
          <p:cNvSpPr txBox="1"/>
          <p:nvPr/>
        </p:nvSpPr>
        <p:spPr>
          <a:xfrm>
            <a:off x="7887605" y="2105561"/>
            <a:ext cx="288106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600" b="1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F42483-C77A-49C4-B88D-D05894D8FEE0}"/>
              </a:ext>
            </a:extLst>
          </p:cNvPr>
          <p:cNvSpPr txBox="1"/>
          <p:nvPr/>
        </p:nvSpPr>
        <p:spPr>
          <a:xfrm>
            <a:off x="965711" y="4065382"/>
            <a:ext cx="5535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bg1"/>
                </a:solidFill>
              </a:rPr>
              <a:t>NKONO NDEME Miguel</a:t>
            </a:r>
            <a:endParaRPr lang="fr-FR" b="1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EA77B90-BBEF-485C-A228-1C702F16A5B9}"/>
              </a:ext>
            </a:extLst>
          </p:cNvPr>
          <p:cNvSpPr/>
          <p:nvPr/>
        </p:nvSpPr>
        <p:spPr>
          <a:xfrm>
            <a:off x="2289758" y="5368556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E30F1E-5667-4A5C-9D64-5CD20476EF5A}"/>
              </a:ext>
            </a:extLst>
          </p:cNvPr>
          <p:cNvSpPr/>
          <p:nvPr/>
        </p:nvSpPr>
        <p:spPr>
          <a:xfrm>
            <a:off x="4681892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95174B1-D41B-4C7E-B047-B10BB0ABE416}"/>
              </a:ext>
            </a:extLst>
          </p:cNvPr>
          <p:cNvSpPr/>
          <p:nvPr/>
        </p:nvSpPr>
        <p:spPr>
          <a:xfrm>
            <a:off x="4472762" y="5395444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915C9A4-846F-49F8-BF9D-01B538F54DCF}"/>
              </a:ext>
            </a:extLst>
          </p:cNvPr>
          <p:cNvSpPr/>
          <p:nvPr/>
        </p:nvSpPr>
        <p:spPr>
          <a:xfrm>
            <a:off x="127482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C404ED3-79D5-4532-890E-6E47B37406D9}"/>
              </a:ext>
            </a:extLst>
          </p:cNvPr>
          <p:cNvSpPr/>
          <p:nvPr/>
        </p:nvSpPr>
        <p:spPr>
          <a:xfrm rot="10800000">
            <a:off x="-87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B32BC37-87D6-483C-9658-108C3FBDFC68}"/>
              </a:ext>
            </a:extLst>
          </p:cNvPr>
          <p:cNvSpPr/>
          <p:nvPr/>
        </p:nvSpPr>
        <p:spPr>
          <a:xfrm rot="10800000">
            <a:off x="-87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394B79C-BEB7-4469-B989-664EF06AABC8}"/>
              </a:ext>
            </a:extLst>
          </p:cNvPr>
          <p:cNvSpPr/>
          <p:nvPr/>
        </p:nvSpPr>
        <p:spPr>
          <a:xfrm>
            <a:off x="7009145" y="584610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D62E422-4D82-412C-BD67-335770D6EA19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46B0F60-813D-4016-9416-2703AFCF15F3}"/>
              </a:ext>
            </a:extLst>
          </p:cNvPr>
          <p:cNvSpPr/>
          <p:nvPr/>
        </p:nvSpPr>
        <p:spPr>
          <a:xfrm>
            <a:off x="10608615" y="5565617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E8299B2-436D-47D8-A32B-9BFABC2441C9}"/>
              </a:ext>
            </a:extLst>
          </p:cNvPr>
          <p:cNvSpPr/>
          <p:nvPr/>
        </p:nvSpPr>
        <p:spPr>
          <a:xfrm>
            <a:off x="7541962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55E01A-9A8B-693B-F401-4B02E6B67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1813">
            <a:off x="7957161" y="2927457"/>
            <a:ext cx="2893688" cy="77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45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7" grpId="0" animBg="1"/>
      <p:bldP spid="41" grpId="0" animBg="1"/>
      <p:bldP spid="43" grpId="0" animBg="1"/>
      <p:bldP spid="44" grpId="0"/>
      <p:bldP spid="4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9" b="4139"/>
          <a:stretch>
            <a:fillRect/>
          </a:stretch>
        </p:blipFill>
        <p:spPr>
          <a:xfrm>
            <a:off x="508663" y="309477"/>
            <a:ext cx="1370013" cy="1182687"/>
          </a:xfrm>
          <a:prstGeom prst="roundRect">
            <a:avLst>
              <a:gd name="adj" fmla="val 0"/>
            </a:avLst>
          </a:prstGeom>
          <a:solidFill>
            <a:schemeClr val="accent3"/>
          </a:solidFill>
        </p:spPr>
      </p:pic>
      <p:sp>
        <p:nvSpPr>
          <p:cNvPr id="21" name="Freeform: Shape 5">
            <a:extLst>
              <a:ext uri="{FF2B5EF4-FFF2-40B4-BE49-F238E27FC236}">
                <a16:creationId xmlns:a16="http://schemas.microsoft.com/office/drawing/2014/main" id="{E1FDC9E3-ED9E-46D0-B897-B98E7B917AFD}"/>
              </a:ext>
            </a:extLst>
          </p:cNvPr>
          <p:cNvSpPr/>
          <p:nvPr/>
        </p:nvSpPr>
        <p:spPr>
          <a:xfrm>
            <a:off x="2096390" y="1433398"/>
            <a:ext cx="8723870" cy="1658936"/>
          </a:xfrm>
          <a:custGeom>
            <a:avLst/>
            <a:gdLst>
              <a:gd name="connsiteX0" fmla="*/ 14287 w 6962775"/>
              <a:gd name="connsiteY0" fmla="*/ 14288 h 2409825"/>
              <a:gd name="connsiteX1" fmla="*/ 6948678 w 6962775"/>
              <a:gd name="connsiteY1" fmla="*/ 14288 h 2409825"/>
              <a:gd name="connsiteX2" fmla="*/ 6948678 w 6962775"/>
              <a:gd name="connsiteY2" fmla="*/ 2400300 h 2409825"/>
              <a:gd name="connsiteX3" fmla="*/ 14287 w 6962775"/>
              <a:gd name="connsiteY3" fmla="*/ 2400300 h 240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62775" h="2409825">
                <a:moveTo>
                  <a:pt x="14287" y="14288"/>
                </a:moveTo>
                <a:lnTo>
                  <a:pt x="6948678" y="14288"/>
                </a:lnTo>
                <a:lnTo>
                  <a:pt x="6948678" y="2400300"/>
                </a:lnTo>
                <a:lnTo>
                  <a:pt x="14287" y="2400300"/>
                </a:lnTo>
                <a:close/>
              </a:path>
            </a:pathLst>
          </a:custGeom>
          <a:noFill/>
          <a:ln w="19050" cap="flat">
            <a:solidFill>
              <a:srgbClr val="0A193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493CCC-2866-46CB-A818-7FBC3E4D426A}"/>
              </a:ext>
            </a:extLst>
          </p:cNvPr>
          <p:cNvSpPr/>
          <p:nvPr/>
        </p:nvSpPr>
        <p:spPr>
          <a:xfrm>
            <a:off x="3040477" y="1932559"/>
            <a:ext cx="63633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CM" b="1" dirty="0"/>
              <a:t>PLATEFORME DE CONFIGURATION AUTOMATIQUE DES RESEAUX INFORMATIQUE : cas de NetBot</a:t>
            </a:r>
            <a:endParaRPr lang="fr-CM" dirty="0"/>
          </a:p>
          <a:p>
            <a:pPr algn="ctr"/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D15403-861A-47F1-BE64-3B6543AA2854}"/>
              </a:ext>
            </a:extLst>
          </p:cNvPr>
          <p:cNvSpPr txBox="1"/>
          <p:nvPr/>
        </p:nvSpPr>
        <p:spPr>
          <a:xfrm>
            <a:off x="1820508" y="3227748"/>
            <a:ext cx="8491876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fr-FR" dirty="0"/>
              <a:t>Stage effectué du 1 Juin au 30 Septembre dans la structure BST en vue de l’obtention du:</a:t>
            </a:r>
          </a:p>
          <a:p>
            <a:pPr algn="ctr"/>
            <a:r>
              <a:rPr lang="fr-FR" b="1" dirty="0"/>
              <a:t>Diplôme de Technicien Supérieur (DTS) en Informatique</a:t>
            </a:r>
          </a:p>
          <a:p>
            <a:pPr algn="ctr"/>
            <a:r>
              <a:rPr lang="en-US" dirty="0"/>
              <a:t>Option: </a:t>
            </a:r>
            <a:r>
              <a:rPr lang="fr-FR" noProof="0" dirty="0"/>
              <a:t>Génie Logiciel</a:t>
            </a:r>
          </a:p>
          <a:p>
            <a:pPr algn="ctr"/>
            <a:r>
              <a:rPr lang="fr-FR" b="1" noProof="0" dirty="0"/>
              <a:t>Rédigé par:</a:t>
            </a:r>
          </a:p>
          <a:p>
            <a:pPr algn="ctr"/>
            <a:r>
              <a:rPr lang="fr-FR" sz="2000" b="1" dirty="0"/>
              <a:t>NKONO NDEME Miguel</a:t>
            </a:r>
            <a:endParaRPr lang="fr-FR" sz="2000" b="1" noProof="0" dirty="0"/>
          </a:p>
          <a:p>
            <a:pPr algn="ctr"/>
            <a:r>
              <a:rPr lang="fr-FR" b="1" noProof="0" dirty="0"/>
              <a:t>Niveau II à l’IAI-Cameroun.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D15403-861A-47F1-BE64-3B6543AA2854}"/>
              </a:ext>
            </a:extLst>
          </p:cNvPr>
          <p:cNvSpPr txBox="1"/>
          <p:nvPr/>
        </p:nvSpPr>
        <p:spPr>
          <a:xfrm>
            <a:off x="1704504" y="5289851"/>
            <a:ext cx="87238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/>
              <a:t>Encadrants</a:t>
            </a:r>
            <a:endParaRPr lang="en-US" b="1" dirty="0"/>
          </a:p>
          <a:p>
            <a:pPr algn="ctr"/>
            <a:r>
              <a:rPr lang="fr-FR" b="1" u="sng" noProof="0" dirty="0"/>
              <a:t>Encadrant Académique</a:t>
            </a:r>
            <a:r>
              <a:rPr lang="fr-FR" b="1" u="sng" dirty="0"/>
              <a:t> :</a:t>
            </a:r>
            <a:r>
              <a:rPr lang="en-US" dirty="0"/>
              <a:t>                                   </a:t>
            </a:r>
            <a:r>
              <a:rPr lang="fr-FR" b="1" u="sng" noProof="0" dirty="0"/>
              <a:t>Encadrant Professionnel</a:t>
            </a:r>
            <a:r>
              <a:rPr lang="en-US" b="1" u="sng" dirty="0"/>
              <a:t>: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DBB0-8742-24CB-2ABD-781732B82E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612" y="408429"/>
            <a:ext cx="2371725" cy="6381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6ED8B5-3A52-D26C-8D3C-1A30F48510A2}"/>
              </a:ext>
            </a:extLst>
          </p:cNvPr>
          <p:cNvSpPr txBox="1"/>
          <p:nvPr/>
        </p:nvSpPr>
        <p:spPr>
          <a:xfrm>
            <a:off x="2687782" y="6028515"/>
            <a:ext cx="2706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dirty="0"/>
              <a:t>M. </a:t>
            </a:r>
            <a:r>
              <a:rPr lang="fr-CM" b="1" dirty="0"/>
              <a:t>ABOGO</a:t>
            </a:r>
            <a:endParaRPr lang="fr-CM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55023-834D-4A1E-5516-D421D32E1B09}"/>
              </a:ext>
            </a:extLst>
          </p:cNvPr>
          <p:cNvSpPr txBox="1"/>
          <p:nvPr/>
        </p:nvSpPr>
        <p:spPr>
          <a:xfrm>
            <a:off x="6881093" y="6021304"/>
            <a:ext cx="262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dirty="0"/>
              <a:t>M. </a:t>
            </a:r>
            <a:r>
              <a:rPr lang="fr-CM" b="1" dirty="0"/>
              <a:t>NGAMO Leonel</a:t>
            </a:r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401122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uiExpand="1" build="p"/>
      <p:bldP spid="23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BD09256-2360-4931-A15C-894E2F25F29D}"/>
              </a:ext>
            </a:extLst>
          </p:cNvPr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F3947CD-295C-4AA1-BA45-8F4293806D2F}"/>
              </a:ext>
            </a:extLst>
          </p:cNvPr>
          <p:cNvGrpSpPr/>
          <p:nvPr/>
        </p:nvGrpSpPr>
        <p:grpSpPr>
          <a:xfrm>
            <a:off x="1511300" y="858192"/>
            <a:ext cx="3092742" cy="466734"/>
            <a:chOff x="1511300" y="858192"/>
            <a:chExt cx="3092742" cy="46673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4C6562D-805D-4DCF-9F0A-CE0275A17EDE}"/>
                </a:ext>
              </a:extLst>
            </p:cNvPr>
            <p:cNvSpPr/>
            <p:nvPr/>
          </p:nvSpPr>
          <p:spPr>
            <a:xfrm>
              <a:off x="1511300" y="858192"/>
              <a:ext cx="3092742" cy="466734"/>
            </a:xfrm>
            <a:prstGeom prst="roundRect">
              <a:avLst>
                <a:gd name="adj" fmla="val 50000"/>
              </a:avLst>
            </a:prstGeom>
            <a:solidFill>
              <a:srgbClr val="837A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AAE02A2-E436-4D00-8F9D-4231677F6A5F}"/>
                </a:ext>
              </a:extLst>
            </p:cNvPr>
            <p:cNvSpPr txBox="1"/>
            <p:nvPr/>
          </p:nvSpPr>
          <p:spPr>
            <a:xfrm>
              <a:off x="1559617" y="904935"/>
              <a:ext cx="2976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Montserrat ExtraBold" panose="00000900000000000000" pitchFamily="2" charset="0"/>
                </a:rPr>
                <a:t>Structure de présentation</a:t>
              </a:r>
              <a:endParaRPr lang="fr-FR" noProof="0" dirty="0">
                <a:solidFill>
                  <a:schemeClr val="bg1"/>
                </a:solidFill>
                <a:latin typeface="Montserrat ExtraBold" panose="00000900000000000000" pitchFamily="2" charset="0"/>
              </a:endParaRPr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4DAE9F14-010C-43E3-9F96-2358A71F899A}"/>
              </a:ext>
            </a:extLst>
          </p:cNvPr>
          <p:cNvSpPr/>
          <p:nvPr/>
        </p:nvSpPr>
        <p:spPr>
          <a:xfrm>
            <a:off x="656120" y="305385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F8A01AB-3E47-44B0-A7E9-B14464891F80}"/>
              </a:ext>
            </a:extLst>
          </p:cNvPr>
          <p:cNvSpPr/>
          <p:nvPr/>
        </p:nvSpPr>
        <p:spPr>
          <a:xfrm rot="10800000">
            <a:off x="-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8C860C2-CCE7-4AB6-9756-A9594B9869E4}"/>
              </a:ext>
            </a:extLst>
          </p:cNvPr>
          <p:cNvSpPr/>
          <p:nvPr/>
        </p:nvSpPr>
        <p:spPr>
          <a:xfrm rot="10800000">
            <a:off x="-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06332C-7924-45F6-8F1B-0029924742E8}"/>
              </a:ext>
            </a:extLst>
          </p:cNvPr>
          <p:cNvSpPr/>
          <p:nvPr/>
        </p:nvSpPr>
        <p:spPr>
          <a:xfrm>
            <a:off x="4719992" y="6350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3344FEB-2281-442D-A72E-BA4F1945E27F}"/>
              </a:ext>
            </a:extLst>
          </p:cNvPr>
          <p:cNvSpPr/>
          <p:nvPr/>
        </p:nvSpPr>
        <p:spPr>
          <a:xfrm>
            <a:off x="4341482" y="5565617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C3C6562-A7BF-45C4-8F1B-47634E9E4BD2}"/>
              </a:ext>
            </a:extLst>
          </p:cNvPr>
          <p:cNvSpPr/>
          <p:nvPr/>
        </p:nvSpPr>
        <p:spPr>
          <a:xfrm>
            <a:off x="5960309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0A61356-271A-4F3F-BF03-642010FE8FD2}"/>
              </a:ext>
            </a:extLst>
          </p:cNvPr>
          <p:cNvSpPr/>
          <p:nvPr/>
        </p:nvSpPr>
        <p:spPr>
          <a:xfrm>
            <a:off x="5960309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8A6A15F-EA2B-48B1-A142-A4B0C39E3F27}"/>
              </a:ext>
            </a:extLst>
          </p:cNvPr>
          <p:cNvCxnSpPr>
            <a:cxnSpLocks/>
          </p:cNvCxnSpPr>
          <p:nvPr/>
        </p:nvCxnSpPr>
        <p:spPr>
          <a:xfrm>
            <a:off x="1049700" y="3656158"/>
            <a:ext cx="0" cy="11266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1193EA8F-BC4A-4C71-9BCC-C09677F8A73D}"/>
              </a:ext>
            </a:extLst>
          </p:cNvPr>
          <p:cNvSpPr/>
          <p:nvPr/>
        </p:nvSpPr>
        <p:spPr>
          <a:xfrm>
            <a:off x="1006837" y="2107831"/>
            <a:ext cx="85726" cy="857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0E292DEE-4531-42A7-94E7-BE61FF6D36DC}"/>
              </a:ext>
            </a:extLst>
          </p:cNvPr>
          <p:cNvSpPr/>
          <p:nvPr/>
        </p:nvSpPr>
        <p:spPr>
          <a:xfrm>
            <a:off x="920160" y="2021154"/>
            <a:ext cx="259080" cy="259080"/>
          </a:xfrm>
          <a:prstGeom prst="ellipse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3E0BDFA-97CA-4B2F-A0C2-6253332547FA}"/>
              </a:ext>
            </a:extLst>
          </p:cNvPr>
          <p:cNvCxnSpPr>
            <a:cxnSpLocks/>
          </p:cNvCxnSpPr>
          <p:nvPr/>
        </p:nvCxnSpPr>
        <p:spPr>
          <a:xfrm>
            <a:off x="1049700" y="2280234"/>
            <a:ext cx="0" cy="11266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64F9D532-385A-41C2-9422-2C92CC173A59}"/>
              </a:ext>
            </a:extLst>
          </p:cNvPr>
          <p:cNvSpPr txBox="1"/>
          <p:nvPr/>
        </p:nvSpPr>
        <p:spPr>
          <a:xfrm>
            <a:off x="1296952" y="1886930"/>
            <a:ext cx="3307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B78728E8-4E2C-4F2C-A5FF-1F738F674ED5}"/>
              </a:ext>
            </a:extLst>
          </p:cNvPr>
          <p:cNvSpPr/>
          <p:nvPr/>
        </p:nvSpPr>
        <p:spPr>
          <a:xfrm>
            <a:off x="1006837" y="3487247"/>
            <a:ext cx="85726" cy="857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99D80301-A86B-44E3-8C91-BC2F9945C8BD}"/>
              </a:ext>
            </a:extLst>
          </p:cNvPr>
          <p:cNvSpPr/>
          <p:nvPr/>
        </p:nvSpPr>
        <p:spPr>
          <a:xfrm>
            <a:off x="920160" y="3400570"/>
            <a:ext cx="259080" cy="259080"/>
          </a:xfrm>
          <a:prstGeom prst="ellipse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49A20D3-D1E3-48B2-AEB2-FE1E7D57A505}"/>
              </a:ext>
            </a:extLst>
          </p:cNvPr>
          <p:cNvSpPr txBox="1"/>
          <p:nvPr/>
        </p:nvSpPr>
        <p:spPr>
          <a:xfrm>
            <a:off x="1296952" y="3265571"/>
            <a:ext cx="2542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noProof="0" dirty="0">
                <a:solidFill>
                  <a:schemeClr val="bg1"/>
                </a:solidFill>
              </a:rPr>
              <a:t>Contexte et Problématique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A8808558-8D68-4E27-B823-FD4022468FA3}"/>
              </a:ext>
            </a:extLst>
          </p:cNvPr>
          <p:cNvSpPr/>
          <p:nvPr/>
        </p:nvSpPr>
        <p:spPr>
          <a:xfrm>
            <a:off x="1006837" y="4863171"/>
            <a:ext cx="85726" cy="857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1837C953-D9D5-4AC0-9B9E-0CE4CA8014CD}"/>
              </a:ext>
            </a:extLst>
          </p:cNvPr>
          <p:cNvSpPr/>
          <p:nvPr/>
        </p:nvSpPr>
        <p:spPr>
          <a:xfrm>
            <a:off x="920160" y="4776494"/>
            <a:ext cx="259080" cy="259080"/>
          </a:xfrm>
          <a:prstGeom prst="ellipse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75FC07F-ED9B-43C1-9713-FBD221391B89}"/>
              </a:ext>
            </a:extLst>
          </p:cNvPr>
          <p:cNvSpPr txBox="1"/>
          <p:nvPr/>
        </p:nvSpPr>
        <p:spPr>
          <a:xfrm>
            <a:off x="1296952" y="4618399"/>
            <a:ext cx="27743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Objectifs et Méthodologie</a:t>
            </a:r>
            <a:endParaRPr lang="fr-FR" sz="2400" noProof="0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BD0C0E-8513-48E3-891D-E211E35A6661}"/>
              </a:ext>
            </a:extLst>
          </p:cNvPr>
          <p:cNvGrpSpPr/>
          <p:nvPr/>
        </p:nvGrpSpPr>
        <p:grpSpPr>
          <a:xfrm>
            <a:off x="7611984" y="858192"/>
            <a:ext cx="3092742" cy="466734"/>
            <a:chOff x="7611984" y="858192"/>
            <a:chExt cx="3092742" cy="466734"/>
          </a:xfrm>
        </p:grpSpPr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5EAC5BC0-1F7B-42B2-BDB9-8DD169BDCE3A}"/>
                </a:ext>
              </a:extLst>
            </p:cNvPr>
            <p:cNvSpPr/>
            <p:nvPr/>
          </p:nvSpPr>
          <p:spPr>
            <a:xfrm>
              <a:off x="7611984" y="858192"/>
              <a:ext cx="3092742" cy="466734"/>
            </a:xfrm>
            <a:prstGeom prst="roundRect">
              <a:avLst>
                <a:gd name="adj" fmla="val 50000"/>
              </a:avLst>
            </a:prstGeom>
            <a:solidFill>
              <a:srgbClr val="837A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A3E640F7-B3EE-4178-9429-DCA4B0FEF316}"/>
                </a:ext>
              </a:extLst>
            </p:cNvPr>
            <p:cNvSpPr txBox="1"/>
            <p:nvPr/>
          </p:nvSpPr>
          <p:spPr>
            <a:xfrm>
              <a:off x="7660301" y="904935"/>
              <a:ext cx="2976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noProof="0" dirty="0">
                  <a:solidFill>
                    <a:schemeClr val="bg1"/>
                  </a:solidFill>
                  <a:latin typeface="Montserrat ExtraBold" panose="00000900000000000000" pitchFamily="2" charset="0"/>
                </a:rPr>
                <a:t>Structure de présentation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45B3E930-5B54-4098-8DDE-4CA1633F61CE}"/>
              </a:ext>
            </a:extLst>
          </p:cNvPr>
          <p:cNvSpPr/>
          <p:nvPr/>
        </p:nvSpPr>
        <p:spPr>
          <a:xfrm>
            <a:off x="8477045" y="5835290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B2068FB-D538-423F-8081-D3F5E2537891}"/>
              </a:ext>
            </a:extLst>
          </p:cNvPr>
          <p:cNvSpPr/>
          <p:nvPr/>
        </p:nvSpPr>
        <p:spPr>
          <a:xfrm rot="5400000">
            <a:off x="6686913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EAA200B-56CF-43D6-B662-0A8082F098C0}"/>
              </a:ext>
            </a:extLst>
          </p:cNvPr>
          <p:cNvSpPr/>
          <p:nvPr/>
        </p:nvSpPr>
        <p:spPr>
          <a:xfrm rot="10800000">
            <a:off x="6095998" y="251266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349701-D5FE-42FF-9E96-5385942D4CA8}"/>
              </a:ext>
            </a:extLst>
          </p:cNvPr>
          <p:cNvSpPr/>
          <p:nvPr/>
        </p:nvSpPr>
        <p:spPr>
          <a:xfrm>
            <a:off x="10815991" y="6350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BDD39B-5DEC-4E93-BAC2-E2F0B7C40476}"/>
              </a:ext>
            </a:extLst>
          </p:cNvPr>
          <p:cNvSpPr/>
          <p:nvPr/>
        </p:nvSpPr>
        <p:spPr>
          <a:xfrm>
            <a:off x="10553431" y="6219262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87F1216-3F27-4917-A837-AD367EC70350}"/>
              </a:ext>
            </a:extLst>
          </p:cNvPr>
          <p:cNvSpPr/>
          <p:nvPr/>
        </p:nvSpPr>
        <p:spPr>
          <a:xfrm>
            <a:off x="12056308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EB28C1-AB4C-4EC0-8920-BB6DE8083190}"/>
              </a:ext>
            </a:extLst>
          </p:cNvPr>
          <p:cNvSpPr/>
          <p:nvPr/>
        </p:nvSpPr>
        <p:spPr>
          <a:xfrm>
            <a:off x="12056308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EE65680-0676-4143-A7B0-2D4EAB86F045}"/>
              </a:ext>
            </a:extLst>
          </p:cNvPr>
          <p:cNvSpPr/>
          <p:nvPr/>
        </p:nvSpPr>
        <p:spPr>
          <a:xfrm>
            <a:off x="7229256" y="2107831"/>
            <a:ext cx="85726" cy="8572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73873ED-590E-4DA5-B6E1-EADA9EFB5458}"/>
              </a:ext>
            </a:extLst>
          </p:cNvPr>
          <p:cNvSpPr/>
          <p:nvPr/>
        </p:nvSpPr>
        <p:spPr>
          <a:xfrm>
            <a:off x="7142579" y="2021154"/>
            <a:ext cx="259080" cy="259080"/>
          </a:xfrm>
          <a:prstGeom prst="ellipse">
            <a:avLst/>
          </a:prstGeom>
          <a:noFill/>
          <a:ln w="28575">
            <a:solidFill>
              <a:srgbClr val="9188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C73A631-6CD5-4D4D-98A4-737ED11539F6}"/>
              </a:ext>
            </a:extLst>
          </p:cNvPr>
          <p:cNvCxnSpPr>
            <a:cxnSpLocks/>
          </p:cNvCxnSpPr>
          <p:nvPr/>
        </p:nvCxnSpPr>
        <p:spPr>
          <a:xfrm>
            <a:off x="7272119" y="2280234"/>
            <a:ext cx="0" cy="1126686"/>
          </a:xfrm>
          <a:prstGeom prst="line">
            <a:avLst/>
          </a:prstGeom>
          <a:ln w="28575">
            <a:solidFill>
              <a:srgbClr val="9188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A2FAAB5-E833-4CC6-8830-6BEF70570816}"/>
              </a:ext>
            </a:extLst>
          </p:cNvPr>
          <p:cNvSpPr txBox="1"/>
          <p:nvPr/>
        </p:nvSpPr>
        <p:spPr>
          <a:xfrm>
            <a:off x="7519371" y="1886930"/>
            <a:ext cx="3307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9188E5"/>
                </a:solidFill>
              </a:rPr>
              <a:t>Demonstration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D0BE69C-AF71-4CA9-A7FC-0D145B9B2F20}"/>
              </a:ext>
            </a:extLst>
          </p:cNvPr>
          <p:cNvSpPr/>
          <p:nvPr/>
        </p:nvSpPr>
        <p:spPr>
          <a:xfrm>
            <a:off x="7229256" y="3487247"/>
            <a:ext cx="85726" cy="8572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34BAEAE-2A34-401F-B4F8-174F79D6B1AC}"/>
              </a:ext>
            </a:extLst>
          </p:cNvPr>
          <p:cNvSpPr/>
          <p:nvPr/>
        </p:nvSpPr>
        <p:spPr>
          <a:xfrm>
            <a:off x="7142579" y="3400570"/>
            <a:ext cx="259080" cy="259080"/>
          </a:xfrm>
          <a:prstGeom prst="ellipse">
            <a:avLst/>
          </a:prstGeom>
          <a:noFill/>
          <a:ln w="28575">
            <a:solidFill>
              <a:srgbClr val="9188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0E98A9-6D00-4AF0-9C84-27651352CAD7}"/>
              </a:ext>
            </a:extLst>
          </p:cNvPr>
          <p:cNvSpPr txBox="1"/>
          <p:nvPr/>
        </p:nvSpPr>
        <p:spPr>
          <a:xfrm>
            <a:off x="7465111" y="4640084"/>
            <a:ext cx="2542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9188E5"/>
                </a:solidFill>
              </a:rPr>
              <a:t>Conclusion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C73A631-6CD5-4D4D-98A4-737ED11539F6}"/>
              </a:ext>
            </a:extLst>
          </p:cNvPr>
          <p:cNvCxnSpPr>
            <a:cxnSpLocks/>
          </p:cNvCxnSpPr>
          <p:nvPr/>
        </p:nvCxnSpPr>
        <p:spPr>
          <a:xfrm>
            <a:off x="7276235" y="3643604"/>
            <a:ext cx="0" cy="1126686"/>
          </a:xfrm>
          <a:prstGeom prst="line">
            <a:avLst/>
          </a:prstGeom>
          <a:ln w="28575">
            <a:solidFill>
              <a:srgbClr val="9188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773873ED-590E-4DA5-B6E1-EADA9EFB5458}"/>
              </a:ext>
            </a:extLst>
          </p:cNvPr>
          <p:cNvSpPr/>
          <p:nvPr/>
        </p:nvSpPr>
        <p:spPr>
          <a:xfrm>
            <a:off x="7159052" y="4780841"/>
            <a:ext cx="259080" cy="259080"/>
          </a:xfrm>
          <a:prstGeom prst="ellipse">
            <a:avLst/>
          </a:prstGeom>
          <a:noFill/>
          <a:ln w="28575">
            <a:solidFill>
              <a:srgbClr val="9188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D0BE69C-AF71-4CA9-A7FC-0D145B9B2F20}"/>
              </a:ext>
            </a:extLst>
          </p:cNvPr>
          <p:cNvSpPr/>
          <p:nvPr/>
        </p:nvSpPr>
        <p:spPr>
          <a:xfrm>
            <a:off x="7245729" y="4862964"/>
            <a:ext cx="85726" cy="8572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40E98A9-6D00-4AF0-9C84-27651352CAD7}"/>
              </a:ext>
            </a:extLst>
          </p:cNvPr>
          <p:cNvSpPr txBox="1"/>
          <p:nvPr/>
        </p:nvSpPr>
        <p:spPr>
          <a:xfrm>
            <a:off x="7533209" y="3334923"/>
            <a:ext cx="2542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0" dirty="0">
                <a:solidFill>
                  <a:srgbClr val="9188E5"/>
                </a:solidFill>
              </a:rPr>
              <a:t>Perspectives</a:t>
            </a:r>
          </a:p>
        </p:txBody>
      </p:sp>
    </p:spTree>
    <p:extLst>
      <p:ext uri="{BB962C8B-B14F-4D97-AF65-F5344CB8AC3E}">
        <p14:creationId xmlns:p14="http://schemas.microsoft.com/office/powerpoint/2010/main" val="1743019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5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12" grpId="0" animBg="1"/>
      <p:bldP spid="115" grpId="0"/>
      <p:bldP spid="117" grpId="0" animBg="1"/>
      <p:bldP spid="118" grpId="0" animBg="1"/>
      <p:bldP spid="120" grpId="0"/>
      <p:bldP spid="122" grpId="0" animBg="1"/>
      <p:bldP spid="123" grpId="0" animBg="1"/>
      <p:bldP spid="125" grpId="0"/>
      <p:bldP spid="59" grpId="0" animBg="1"/>
      <p:bldP spid="60" grpId="0" animBg="1"/>
      <p:bldP spid="63" grpId="0"/>
      <p:bldP spid="65" grpId="0" animBg="1"/>
      <p:bldP spid="66" grpId="0" animBg="1"/>
      <p:bldP spid="68" grpId="0"/>
      <p:bldP spid="75" grpId="0" animBg="1"/>
      <p:bldP spid="76" grpId="0" animBg="1"/>
      <p:bldP spid="7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7F4FA40-07B8-4552-B950-ED73728D2CF8}"/>
              </a:ext>
            </a:extLst>
          </p:cNvPr>
          <p:cNvSpPr/>
          <p:nvPr/>
        </p:nvSpPr>
        <p:spPr>
          <a:xfrm>
            <a:off x="1240531" y="2300931"/>
            <a:ext cx="3984152" cy="398415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594F29B-9612-4C0C-A5A0-D1A9FC537445}"/>
              </a:ext>
            </a:extLst>
          </p:cNvPr>
          <p:cNvGrpSpPr/>
          <p:nvPr/>
        </p:nvGrpSpPr>
        <p:grpSpPr>
          <a:xfrm>
            <a:off x="660064" y="1669548"/>
            <a:ext cx="5259386" cy="5259386"/>
            <a:chOff x="291779" y="1574012"/>
            <a:chExt cx="5259386" cy="5259386"/>
          </a:xfrm>
        </p:grpSpPr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93A01AFA-73CC-4401-942D-A3910D203CBC}"/>
                </a:ext>
              </a:extLst>
            </p:cNvPr>
            <p:cNvSpPr/>
            <p:nvPr/>
          </p:nvSpPr>
          <p:spPr>
            <a:xfrm rot="2700000">
              <a:off x="291779" y="1574012"/>
              <a:ext cx="5259386" cy="5259386"/>
            </a:xfrm>
            <a:prstGeom prst="arc">
              <a:avLst/>
            </a:prstGeom>
            <a:ln w="28575">
              <a:solidFill>
                <a:srgbClr val="837AD9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181EFBE-DE68-450E-8F37-39BDB6973663}"/>
                </a:ext>
              </a:extLst>
            </p:cNvPr>
            <p:cNvSpPr/>
            <p:nvPr/>
          </p:nvSpPr>
          <p:spPr>
            <a:xfrm>
              <a:off x="4642549" y="6046794"/>
              <a:ext cx="152400" cy="152400"/>
            </a:xfrm>
            <a:prstGeom prst="ellipse">
              <a:avLst/>
            </a:prstGeom>
            <a:noFill/>
            <a:ln w="28575">
              <a:solidFill>
                <a:srgbClr val="837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EFC239-DF57-437A-9DF2-8C789134CF2B}"/>
              </a:ext>
            </a:extLst>
          </p:cNvPr>
          <p:cNvCxnSpPr>
            <a:cxnSpLocks/>
          </p:cNvCxnSpPr>
          <p:nvPr/>
        </p:nvCxnSpPr>
        <p:spPr>
          <a:xfrm>
            <a:off x="5904484" y="4299243"/>
            <a:ext cx="1059543" cy="0"/>
          </a:xfrm>
          <a:prstGeom prst="line">
            <a:avLst/>
          </a:prstGeom>
          <a:ln w="28575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598037-9733-4B4B-9BA8-D606B682B8B7}"/>
              </a:ext>
            </a:extLst>
          </p:cNvPr>
          <p:cNvCxnSpPr>
            <a:cxnSpLocks/>
          </p:cNvCxnSpPr>
          <p:nvPr/>
        </p:nvCxnSpPr>
        <p:spPr>
          <a:xfrm>
            <a:off x="5594242" y="5570829"/>
            <a:ext cx="1369785" cy="0"/>
          </a:xfrm>
          <a:prstGeom prst="line">
            <a:avLst/>
          </a:prstGeom>
          <a:ln w="28575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6DF41B-7E2D-4B19-A900-39F66854004C}"/>
              </a:ext>
            </a:extLst>
          </p:cNvPr>
          <p:cNvCxnSpPr>
            <a:cxnSpLocks/>
          </p:cNvCxnSpPr>
          <p:nvPr/>
        </p:nvCxnSpPr>
        <p:spPr>
          <a:xfrm>
            <a:off x="5594242" y="3032418"/>
            <a:ext cx="1369785" cy="0"/>
          </a:xfrm>
          <a:prstGeom prst="line">
            <a:avLst/>
          </a:prstGeom>
          <a:ln w="28575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8DA9FB4-FEEB-4795-9051-A2A47A837FF4}"/>
              </a:ext>
            </a:extLst>
          </p:cNvPr>
          <p:cNvGrpSpPr/>
          <p:nvPr/>
        </p:nvGrpSpPr>
        <p:grpSpPr>
          <a:xfrm>
            <a:off x="6964027" y="2558550"/>
            <a:ext cx="3621313" cy="942975"/>
            <a:chOff x="6964027" y="2558550"/>
            <a:chExt cx="3621313" cy="94297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53493B7-C113-42B7-AAB4-BF67C8B8B79C}"/>
                </a:ext>
              </a:extLst>
            </p:cNvPr>
            <p:cNvSpPr/>
            <p:nvPr/>
          </p:nvSpPr>
          <p:spPr>
            <a:xfrm>
              <a:off x="6964027" y="2953838"/>
              <a:ext cx="152400" cy="152400"/>
            </a:xfrm>
            <a:prstGeom prst="ellipse">
              <a:avLst/>
            </a:prstGeom>
            <a:noFill/>
            <a:ln w="28575">
              <a:solidFill>
                <a:srgbClr val="837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4F455CE-94E0-483B-9379-226EBF95C20E}"/>
                </a:ext>
              </a:extLst>
            </p:cNvPr>
            <p:cNvGrpSpPr/>
            <p:nvPr/>
          </p:nvGrpSpPr>
          <p:grpSpPr>
            <a:xfrm>
              <a:off x="7054513" y="2558550"/>
              <a:ext cx="3530827" cy="942975"/>
              <a:chOff x="7054513" y="2558550"/>
              <a:chExt cx="3530827" cy="942975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D5110725-02EA-468A-B819-6CA123E803F6}"/>
                  </a:ext>
                </a:extLst>
              </p:cNvPr>
              <p:cNvSpPr/>
              <p:nvPr/>
            </p:nvSpPr>
            <p:spPr>
              <a:xfrm>
                <a:off x="7054513" y="2558550"/>
                <a:ext cx="3530827" cy="942975"/>
              </a:xfrm>
              <a:prstGeom prst="roundRect">
                <a:avLst>
                  <a:gd name="adj" fmla="val 50000"/>
                </a:avLst>
              </a:prstGeom>
              <a:solidFill>
                <a:srgbClr val="9188E5"/>
              </a:solidFill>
              <a:ln w="28575">
                <a:solidFill>
                  <a:srgbClr val="837A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290DB4-9293-4AE3-BC64-7C32E3E09A2F}"/>
                  </a:ext>
                </a:extLst>
              </p:cNvPr>
              <p:cNvSpPr txBox="1"/>
              <p:nvPr/>
            </p:nvSpPr>
            <p:spPr>
              <a:xfrm>
                <a:off x="7289805" y="2634638"/>
                <a:ext cx="20671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>
                    <a:solidFill>
                      <a:schemeClr val="bg1"/>
                    </a:solidFill>
                    <a:latin typeface="+mj-lt"/>
                  </a:rPr>
                  <a:t>Nom de l’entreprise</a:t>
                </a:r>
                <a:endParaRPr lang="fr-FR" b="1" noProof="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98FFEF0-B06A-4911-9BC3-0684A810CB26}"/>
                  </a:ext>
                </a:extLst>
              </p:cNvPr>
              <p:cNvSpPr txBox="1"/>
              <p:nvPr/>
            </p:nvSpPr>
            <p:spPr>
              <a:xfrm>
                <a:off x="7233216" y="2977077"/>
                <a:ext cx="31679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noProof="0" dirty="0">
                    <a:solidFill>
                      <a:schemeClr val="bg1">
                        <a:lumMod val="95000"/>
                      </a:schemeClr>
                    </a:solidFill>
                    <a:latin typeface="+mj-lt"/>
                  </a:rPr>
                  <a:t>Batch Smart Technologies - BST</a:t>
                </a: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44E77C8-1566-4C97-9EA9-D42C98DE0A2D}"/>
              </a:ext>
            </a:extLst>
          </p:cNvPr>
          <p:cNvGrpSpPr/>
          <p:nvPr/>
        </p:nvGrpSpPr>
        <p:grpSpPr>
          <a:xfrm>
            <a:off x="6964027" y="3821520"/>
            <a:ext cx="3621313" cy="942975"/>
            <a:chOff x="6964027" y="3821520"/>
            <a:chExt cx="3621313" cy="94297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70134F5-8DAF-48E6-87FF-5A532C50EA78}"/>
                </a:ext>
              </a:extLst>
            </p:cNvPr>
            <p:cNvSpPr/>
            <p:nvPr/>
          </p:nvSpPr>
          <p:spPr>
            <a:xfrm>
              <a:off x="6964027" y="4225424"/>
              <a:ext cx="152400" cy="152400"/>
            </a:xfrm>
            <a:prstGeom prst="ellipse">
              <a:avLst/>
            </a:prstGeom>
            <a:noFill/>
            <a:ln w="28575">
              <a:solidFill>
                <a:srgbClr val="837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3FD790E-5B93-4540-A788-E67EEF978470}"/>
                </a:ext>
              </a:extLst>
            </p:cNvPr>
            <p:cNvGrpSpPr/>
            <p:nvPr/>
          </p:nvGrpSpPr>
          <p:grpSpPr>
            <a:xfrm>
              <a:off x="7054513" y="3821520"/>
              <a:ext cx="3530827" cy="942975"/>
              <a:chOff x="7054513" y="3821520"/>
              <a:chExt cx="3530827" cy="942975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D696BFE1-E078-4E17-BAD8-DCFAC2D97F5B}"/>
                  </a:ext>
                </a:extLst>
              </p:cNvPr>
              <p:cNvSpPr/>
              <p:nvPr/>
            </p:nvSpPr>
            <p:spPr>
              <a:xfrm>
                <a:off x="7054513" y="3821520"/>
                <a:ext cx="3530827" cy="942975"/>
              </a:xfrm>
              <a:prstGeom prst="roundRect">
                <a:avLst>
                  <a:gd name="adj" fmla="val 50000"/>
                </a:avLst>
              </a:prstGeom>
              <a:solidFill>
                <a:srgbClr val="9188E5"/>
              </a:solidFill>
              <a:ln w="28575">
                <a:solidFill>
                  <a:srgbClr val="837A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6C4827-060C-43F3-9BAD-A15CC2CD7441}"/>
                  </a:ext>
                </a:extLst>
              </p:cNvPr>
              <p:cNvSpPr txBox="1"/>
              <p:nvPr/>
            </p:nvSpPr>
            <p:spPr>
              <a:xfrm>
                <a:off x="7289805" y="3890666"/>
                <a:ext cx="28517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noProof="0" dirty="0">
                    <a:solidFill>
                      <a:schemeClr val="bg1"/>
                    </a:solidFill>
                  </a:rPr>
                  <a:t>Directeur de l’entreprise:</a:t>
                </a:r>
              </a:p>
              <a:p>
                <a:endParaRPr lang="en-US" b="1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3F32B4D-E967-40CC-B786-07A7E24339CA}"/>
                  </a:ext>
                </a:extLst>
              </p:cNvPr>
              <p:cNvSpPr txBox="1"/>
              <p:nvPr/>
            </p:nvSpPr>
            <p:spPr>
              <a:xfrm>
                <a:off x="7289805" y="4160938"/>
                <a:ext cx="31679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</a:rPr>
                  <a:t>Dr Célestin OMBOLO</a:t>
                </a:r>
                <a:endParaRPr lang="en-US" sz="1200" dirty="0">
                  <a:solidFill>
                    <a:schemeClr val="bg1">
                      <a:lumMod val="95000"/>
                    </a:schemeClr>
                  </a:solidFill>
                  <a:latin typeface="+mj-lt"/>
                </a:endParaRP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08C653B-3C4E-457C-8838-B92099831528}"/>
              </a:ext>
            </a:extLst>
          </p:cNvPr>
          <p:cNvGrpSpPr/>
          <p:nvPr/>
        </p:nvGrpSpPr>
        <p:grpSpPr>
          <a:xfrm>
            <a:off x="6964027" y="5096962"/>
            <a:ext cx="4143166" cy="942975"/>
            <a:chOff x="6964027" y="5096962"/>
            <a:chExt cx="4143166" cy="942975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4EC9BD-99F4-4CC5-A645-EBC9CEF37779}"/>
                </a:ext>
              </a:extLst>
            </p:cNvPr>
            <p:cNvSpPr/>
            <p:nvPr/>
          </p:nvSpPr>
          <p:spPr>
            <a:xfrm>
              <a:off x="6964027" y="5492249"/>
              <a:ext cx="152400" cy="152400"/>
            </a:xfrm>
            <a:prstGeom prst="ellipse">
              <a:avLst/>
            </a:prstGeom>
            <a:noFill/>
            <a:ln w="28575">
              <a:solidFill>
                <a:srgbClr val="837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20388F-4003-414D-841E-AE5D08AB05F3}"/>
                </a:ext>
              </a:extLst>
            </p:cNvPr>
            <p:cNvGrpSpPr/>
            <p:nvPr/>
          </p:nvGrpSpPr>
          <p:grpSpPr>
            <a:xfrm>
              <a:off x="7054513" y="5096962"/>
              <a:ext cx="4052680" cy="942975"/>
              <a:chOff x="7054513" y="5096962"/>
              <a:chExt cx="4052680" cy="942975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52BAE4A1-FE49-4351-A090-7270429225FA}"/>
                  </a:ext>
                </a:extLst>
              </p:cNvPr>
              <p:cNvSpPr/>
              <p:nvPr/>
            </p:nvSpPr>
            <p:spPr>
              <a:xfrm>
                <a:off x="7054513" y="5096962"/>
                <a:ext cx="3530827" cy="942975"/>
              </a:xfrm>
              <a:prstGeom prst="roundRect">
                <a:avLst>
                  <a:gd name="adj" fmla="val 50000"/>
                </a:avLst>
              </a:prstGeom>
              <a:solidFill>
                <a:srgbClr val="9188E5"/>
              </a:solidFill>
              <a:ln w="28575">
                <a:solidFill>
                  <a:srgbClr val="837A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FCE83FF-C5AC-4A53-9AA9-693AA93A988B}"/>
                  </a:ext>
                </a:extLst>
              </p:cNvPr>
              <p:cNvSpPr txBox="1"/>
              <p:nvPr/>
            </p:nvSpPr>
            <p:spPr>
              <a:xfrm>
                <a:off x="7289806" y="5166108"/>
                <a:ext cx="2647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noProof="0" dirty="0">
                    <a:solidFill>
                      <a:schemeClr val="bg1"/>
                    </a:solidFill>
                  </a:rPr>
                  <a:t>Année de création: </a:t>
                </a:r>
                <a:endParaRPr lang="fr-FR" b="1" noProof="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60DB703-F756-4995-A56D-D36D5448A4D5}"/>
                  </a:ext>
                </a:extLst>
              </p:cNvPr>
              <p:cNvSpPr txBox="1"/>
              <p:nvPr/>
            </p:nvSpPr>
            <p:spPr>
              <a:xfrm>
                <a:off x="7939254" y="5482341"/>
                <a:ext cx="31679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95000"/>
                      </a:schemeClr>
                    </a:solidFill>
                    <a:latin typeface="+mj-lt"/>
                  </a:rPr>
                  <a:t>2023</a:t>
                </a:r>
              </a:p>
            </p:txBody>
          </p:sp>
        </p:grp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DBA415DB-F36A-47AB-B196-CB63FD8B8926}"/>
              </a:ext>
            </a:extLst>
          </p:cNvPr>
          <p:cNvSpPr/>
          <p:nvPr/>
        </p:nvSpPr>
        <p:spPr>
          <a:xfrm>
            <a:off x="813725" y="424315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E59F48E-7C98-4F2C-AF02-84147A728641}"/>
              </a:ext>
            </a:extLst>
          </p:cNvPr>
          <p:cNvSpPr/>
          <p:nvPr/>
        </p:nvSpPr>
        <p:spPr>
          <a:xfrm>
            <a:off x="2876691" y="1801442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03BCE3-BC1E-4DFB-BE78-280C9D54A349}"/>
              </a:ext>
            </a:extLst>
          </p:cNvPr>
          <p:cNvSpPr/>
          <p:nvPr/>
        </p:nvSpPr>
        <p:spPr>
          <a:xfrm>
            <a:off x="127482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10E805B-1C01-4306-91BA-9F7C9DB6A7D1}"/>
              </a:ext>
            </a:extLst>
          </p:cNvPr>
          <p:cNvSpPr/>
          <p:nvPr/>
        </p:nvSpPr>
        <p:spPr>
          <a:xfrm rot="10800000">
            <a:off x="-87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7F0FCD7-07EB-406B-827C-059AF411D5A4}"/>
              </a:ext>
            </a:extLst>
          </p:cNvPr>
          <p:cNvSpPr/>
          <p:nvPr/>
        </p:nvSpPr>
        <p:spPr>
          <a:xfrm rot="10800000">
            <a:off x="-87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EA96ACC-3E8A-4600-A881-A089730FA6D6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2695CEA-F3B4-4568-B2AE-2DB57AF09C22}"/>
              </a:ext>
            </a:extLst>
          </p:cNvPr>
          <p:cNvSpPr/>
          <p:nvPr/>
        </p:nvSpPr>
        <p:spPr>
          <a:xfrm>
            <a:off x="9674978" y="1670162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5E846F25-E724-4A4F-A663-E6690E23418A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B1427936-EDE8-44EA-B563-8623056032CF}"/>
              </a:ext>
            </a:extLst>
          </p:cNvPr>
          <p:cNvSpPr/>
          <p:nvPr/>
        </p:nvSpPr>
        <p:spPr>
          <a:xfrm rot="5400000">
            <a:off x="6030360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169BCE1-BD93-4452-929C-EF9E5F417C9F}"/>
              </a:ext>
            </a:extLst>
          </p:cNvPr>
          <p:cNvSpPr/>
          <p:nvPr/>
        </p:nvSpPr>
        <p:spPr>
          <a:xfrm>
            <a:off x="10811107" y="2472774"/>
            <a:ext cx="1376736" cy="1175644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E759831-8996-4753-A2BF-7C6D2BA1C0D7}"/>
              </a:ext>
            </a:extLst>
          </p:cNvPr>
          <p:cNvSpPr/>
          <p:nvPr/>
        </p:nvSpPr>
        <p:spPr>
          <a:xfrm>
            <a:off x="10811107" y="3806585"/>
            <a:ext cx="1376736" cy="1002237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1F324C1-B84A-458F-BA84-8F6689F45254}"/>
              </a:ext>
            </a:extLst>
          </p:cNvPr>
          <p:cNvSpPr/>
          <p:nvPr/>
        </p:nvSpPr>
        <p:spPr>
          <a:xfrm>
            <a:off x="11028109" y="3633178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D2C2C0A-B460-407E-9993-1A07D55B811A}"/>
              </a:ext>
            </a:extLst>
          </p:cNvPr>
          <p:cNvSpPr/>
          <p:nvPr/>
        </p:nvSpPr>
        <p:spPr>
          <a:xfrm>
            <a:off x="10811107" y="5034321"/>
            <a:ext cx="1376736" cy="1108009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4B7E976-6F4A-4CC9-940C-7094BAA47241}"/>
              </a:ext>
            </a:extLst>
          </p:cNvPr>
          <p:cNvSpPr/>
          <p:nvPr/>
        </p:nvSpPr>
        <p:spPr>
          <a:xfrm>
            <a:off x="11206956" y="5933756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B50076D-4994-4A9D-8F23-D3BF14DBEC19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93A515C-CD9C-4544-BF4D-8EB62A0D7643}"/>
              </a:ext>
            </a:extLst>
          </p:cNvPr>
          <p:cNvSpPr/>
          <p:nvPr/>
        </p:nvSpPr>
        <p:spPr>
          <a:xfrm>
            <a:off x="928122" y="1829854"/>
            <a:ext cx="4435592" cy="5028146"/>
          </a:xfrm>
          <a:custGeom>
            <a:avLst/>
            <a:gdLst>
              <a:gd name="connsiteX0" fmla="*/ 2304484 w 4435592"/>
              <a:gd name="connsiteY0" fmla="*/ 471077 h 5028146"/>
              <a:gd name="connsiteX1" fmla="*/ 312408 w 4435592"/>
              <a:gd name="connsiteY1" fmla="*/ 2463153 h 5028146"/>
              <a:gd name="connsiteX2" fmla="*/ 2304484 w 4435592"/>
              <a:gd name="connsiteY2" fmla="*/ 4455229 h 5028146"/>
              <a:gd name="connsiteX3" fmla="*/ 4296560 w 4435592"/>
              <a:gd name="connsiteY3" fmla="*/ 2463153 h 5028146"/>
              <a:gd name="connsiteX4" fmla="*/ 2304484 w 4435592"/>
              <a:gd name="connsiteY4" fmla="*/ 471077 h 5028146"/>
              <a:gd name="connsiteX5" fmla="*/ 0 w 4435592"/>
              <a:gd name="connsiteY5" fmla="*/ 0 h 5028146"/>
              <a:gd name="connsiteX6" fmla="*/ 4435592 w 4435592"/>
              <a:gd name="connsiteY6" fmla="*/ 0 h 5028146"/>
              <a:gd name="connsiteX7" fmla="*/ 4435592 w 4435592"/>
              <a:gd name="connsiteY7" fmla="*/ 5028146 h 5028146"/>
              <a:gd name="connsiteX8" fmla="*/ 0 w 4435592"/>
              <a:gd name="connsiteY8" fmla="*/ 5028146 h 5028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35592" h="5028146">
                <a:moveTo>
                  <a:pt x="2304484" y="471077"/>
                </a:moveTo>
                <a:cubicBezTo>
                  <a:pt x="1204291" y="471077"/>
                  <a:pt x="312408" y="1362960"/>
                  <a:pt x="312408" y="2463153"/>
                </a:cubicBezTo>
                <a:cubicBezTo>
                  <a:pt x="312408" y="3563346"/>
                  <a:pt x="1204291" y="4455229"/>
                  <a:pt x="2304484" y="4455229"/>
                </a:cubicBezTo>
                <a:cubicBezTo>
                  <a:pt x="3404677" y="4455229"/>
                  <a:pt x="4296560" y="3563346"/>
                  <a:pt x="4296560" y="2463153"/>
                </a:cubicBezTo>
                <a:cubicBezTo>
                  <a:pt x="4296560" y="1362960"/>
                  <a:pt x="3404677" y="471077"/>
                  <a:pt x="2304484" y="471077"/>
                </a:cubicBezTo>
                <a:close/>
                <a:moveTo>
                  <a:pt x="0" y="0"/>
                </a:moveTo>
                <a:lnTo>
                  <a:pt x="4435592" y="0"/>
                </a:lnTo>
                <a:lnTo>
                  <a:pt x="4435592" y="5028146"/>
                </a:lnTo>
                <a:lnTo>
                  <a:pt x="0" y="5028146"/>
                </a:lnTo>
                <a:close/>
              </a:path>
            </a:pathLst>
          </a:cu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50C801-1CD6-4B3B-935F-F01ED86FD50A}"/>
              </a:ext>
            </a:extLst>
          </p:cNvPr>
          <p:cNvSpPr txBox="1"/>
          <p:nvPr/>
        </p:nvSpPr>
        <p:spPr>
          <a:xfrm>
            <a:off x="1274829" y="89286"/>
            <a:ext cx="10135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noProof="0" dirty="0">
                <a:solidFill>
                  <a:schemeClr val="bg1"/>
                </a:solidFill>
              </a:rPr>
              <a:t>Présentation de la structure d’accueil.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2114A3B-20D8-B050-A45A-D1C83EC4E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3" y="3565645"/>
            <a:ext cx="4424711" cy="119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03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9" b="4139"/>
          <a:stretch>
            <a:fillRect/>
          </a:stretch>
        </p:blipFill>
        <p:spPr>
          <a:xfrm>
            <a:off x="3164775" y="1463361"/>
            <a:ext cx="5957454" cy="5142874"/>
          </a:xfrm>
          <a:prstGeom prst="roundRect">
            <a:avLst>
              <a:gd name="adj" fmla="val 0"/>
            </a:avLst>
          </a:prstGeom>
          <a:solidFill>
            <a:schemeClr val="accent3"/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71ED2D-4FBD-40F1-B4EF-6641C423F47D}"/>
              </a:ext>
            </a:extLst>
          </p:cNvPr>
          <p:cNvSpPr txBox="1"/>
          <p:nvPr/>
        </p:nvSpPr>
        <p:spPr>
          <a:xfrm>
            <a:off x="3731209" y="69933"/>
            <a:ext cx="49715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6000" b="1" noProof="0" dirty="0">
                <a:solidFill>
                  <a:srgbClr val="9188E5"/>
                </a:solidFill>
                <a:latin typeface="+mj-lt"/>
              </a:rPr>
              <a:t>LOCALISATION</a:t>
            </a:r>
            <a:r>
              <a:rPr lang="en-US" sz="6000" b="1" dirty="0">
                <a:solidFill>
                  <a:schemeClr val="accent2"/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492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BFE15A5-799E-421F-BCFE-9C7EAF1C1854}"/>
              </a:ext>
            </a:extLst>
          </p:cNvPr>
          <p:cNvSpPr/>
          <p:nvPr/>
        </p:nvSpPr>
        <p:spPr>
          <a:xfrm>
            <a:off x="2406791" y="1382342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4ABBFC-76A7-4FC2-A983-AB55DB1BF542}"/>
              </a:ext>
            </a:extLst>
          </p:cNvPr>
          <p:cNvSpPr/>
          <p:nvPr/>
        </p:nvSpPr>
        <p:spPr>
          <a:xfrm>
            <a:off x="1032025" y="673184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05ED739-895E-49AA-BBA0-0E1AEE15D56F}"/>
              </a:ext>
            </a:extLst>
          </p:cNvPr>
          <p:cNvSpPr/>
          <p:nvPr/>
        </p:nvSpPr>
        <p:spPr>
          <a:xfrm rot="10800000">
            <a:off x="-87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5447901-BA28-476E-94BF-5425985FA436}"/>
              </a:ext>
            </a:extLst>
          </p:cNvPr>
          <p:cNvSpPr/>
          <p:nvPr/>
        </p:nvSpPr>
        <p:spPr>
          <a:xfrm rot="10800000">
            <a:off x="-87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9732762-70FC-44FD-8026-6FC1020853A9}"/>
              </a:ext>
            </a:extLst>
          </p:cNvPr>
          <p:cNvSpPr/>
          <p:nvPr/>
        </p:nvSpPr>
        <p:spPr>
          <a:xfrm>
            <a:off x="10848472" y="3340062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A21643-1E5D-4645-8448-B1E8F9598926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762BF8-9D33-4F22-8C8B-794D95486038}"/>
              </a:ext>
            </a:extLst>
          </p:cNvPr>
          <p:cNvSpPr/>
          <p:nvPr/>
        </p:nvSpPr>
        <p:spPr>
          <a:xfrm>
            <a:off x="11206956" y="5933756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38BC99-AC7D-49D4-B253-9BECC4D02BD7}"/>
              </a:ext>
            </a:extLst>
          </p:cNvPr>
          <p:cNvSpPr/>
          <p:nvPr/>
        </p:nvSpPr>
        <p:spPr>
          <a:xfrm>
            <a:off x="9674978" y="1670162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685EDDA-22C7-44D4-9D0C-9FC0D2D7D692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A9721E0-EABB-414E-915A-D5E788EA85AB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450B8BF-3AF3-4F9E-BF8D-2F89F9BBE510}"/>
              </a:ext>
            </a:extLst>
          </p:cNvPr>
          <p:cNvSpPr/>
          <p:nvPr/>
        </p:nvSpPr>
        <p:spPr>
          <a:xfrm rot="5400000">
            <a:off x="6233560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8C995B-57FD-408C-BF58-EF294E523EC0}"/>
              </a:ext>
            </a:extLst>
          </p:cNvPr>
          <p:cNvSpPr/>
          <p:nvPr/>
        </p:nvSpPr>
        <p:spPr>
          <a:xfrm>
            <a:off x="1669269" y="2666708"/>
            <a:ext cx="1496206" cy="1496206"/>
          </a:xfrm>
          <a:prstGeom prst="roundRect">
            <a:avLst>
              <a:gd name="adj" fmla="val 3402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F108364-7CFF-481E-8D27-66D4CB7A0ADD}"/>
              </a:ext>
            </a:extLst>
          </p:cNvPr>
          <p:cNvSpPr/>
          <p:nvPr/>
        </p:nvSpPr>
        <p:spPr>
          <a:xfrm>
            <a:off x="1771955" y="2769394"/>
            <a:ext cx="1290834" cy="1290834"/>
          </a:xfrm>
          <a:prstGeom prst="roundRect">
            <a:avLst>
              <a:gd name="adj" fmla="val 33238"/>
            </a:avLst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31C48D1-C463-45B3-96B5-D7FEEB0DA355}"/>
              </a:ext>
            </a:extLst>
          </p:cNvPr>
          <p:cNvSpPr/>
          <p:nvPr/>
        </p:nvSpPr>
        <p:spPr>
          <a:xfrm>
            <a:off x="1861198" y="2858856"/>
            <a:ext cx="1111910" cy="1111910"/>
          </a:xfrm>
          <a:prstGeom prst="roundRect">
            <a:avLst>
              <a:gd name="adj" fmla="val 34028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22155B0E-49AC-4951-8FCF-10CBF1B19043}"/>
              </a:ext>
            </a:extLst>
          </p:cNvPr>
          <p:cNvSpPr/>
          <p:nvPr/>
        </p:nvSpPr>
        <p:spPr>
          <a:xfrm>
            <a:off x="1963311" y="2960969"/>
            <a:ext cx="907684" cy="907684"/>
          </a:xfrm>
          <a:prstGeom prst="roundRect">
            <a:avLst>
              <a:gd name="adj" fmla="val 32384"/>
            </a:avLst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23CF3BE0-499F-4272-831E-04ED3C850937}"/>
              </a:ext>
            </a:extLst>
          </p:cNvPr>
          <p:cNvSpPr/>
          <p:nvPr/>
        </p:nvSpPr>
        <p:spPr>
          <a:xfrm>
            <a:off x="2054081" y="3051739"/>
            <a:ext cx="726144" cy="726144"/>
          </a:xfrm>
          <a:prstGeom prst="roundRect">
            <a:avLst>
              <a:gd name="adj" fmla="val 32384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E1E0EF-3210-4ECE-A163-E916DEFE3C6B}"/>
              </a:ext>
            </a:extLst>
          </p:cNvPr>
          <p:cNvGrpSpPr/>
          <p:nvPr/>
        </p:nvGrpSpPr>
        <p:grpSpPr>
          <a:xfrm>
            <a:off x="2168684" y="3166342"/>
            <a:ext cx="496938" cy="496938"/>
            <a:chOff x="6158672" y="3675083"/>
            <a:chExt cx="787340" cy="787340"/>
          </a:xfrm>
          <a:solidFill>
            <a:schemeClr val="bg1"/>
          </a:solidFill>
        </p:grpSpPr>
        <p:sp>
          <p:nvSpPr>
            <p:cNvPr id="69" name="Circle: Hollow 68">
              <a:extLst>
                <a:ext uri="{FF2B5EF4-FFF2-40B4-BE49-F238E27FC236}">
                  <a16:creationId xmlns:a16="http://schemas.microsoft.com/office/drawing/2014/main" id="{40B12F05-781C-471A-AB13-589B346E8F8D}"/>
                </a:ext>
              </a:extLst>
            </p:cNvPr>
            <p:cNvSpPr/>
            <p:nvPr/>
          </p:nvSpPr>
          <p:spPr>
            <a:xfrm>
              <a:off x="6158672" y="3675083"/>
              <a:ext cx="787340" cy="787340"/>
            </a:xfrm>
            <a:prstGeom prst="donut">
              <a:avLst>
                <a:gd name="adj" fmla="val 470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32E18FAE-C9EB-4FB9-8E42-0E2C9C847CE9}"/>
                </a:ext>
              </a:extLst>
            </p:cNvPr>
            <p:cNvGrpSpPr/>
            <p:nvPr/>
          </p:nvGrpSpPr>
          <p:grpSpPr>
            <a:xfrm rot="2700000">
              <a:off x="6448659" y="3791777"/>
              <a:ext cx="184399" cy="468434"/>
              <a:chOff x="6533720" y="3754616"/>
              <a:chExt cx="184399" cy="468434"/>
            </a:xfrm>
            <a:grpFill/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72406312-6406-493D-955C-880C86120CD8}"/>
                  </a:ext>
                </a:extLst>
              </p:cNvPr>
              <p:cNvSpPr/>
              <p:nvPr/>
            </p:nvSpPr>
            <p:spPr>
              <a:xfrm rot="5400000">
                <a:off x="6602300" y="4108750"/>
                <a:ext cx="45720" cy="1828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FFD74163-59DB-46C5-8C99-7F3A5C1A615D}"/>
                  </a:ext>
                </a:extLst>
              </p:cNvPr>
              <p:cNvSpPr/>
              <p:nvPr/>
            </p:nvSpPr>
            <p:spPr>
              <a:xfrm rot="10800000">
                <a:off x="6672399" y="3754616"/>
                <a:ext cx="45720" cy="4572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9E9F2D6-5E3A-4A27-9698-7C40CF4E7743}"/>
              </a:ext>
            </a:extLst>
          </p:cNvPr>
          <p:cNvGrpSpPr/>
          <p:nvPr/>
        </p:nvGrpSpPr>
        <p:grpSpPr>
          <a:xfrm>
            <a:off x="672457" y="4326351"/>
            <a:ext cx="3468667" cy="1045600"/>
            <a:chOff x="778237" y="5203376"/>
            <a:chExt cx="3468667" cy="1045600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880061F-6969-46E2-97EA-E9D6D58B6C16}"/>
                </a:ext>
              </a:extLst>
            </p:cNvPr>
            <p:cNvSpPr txBox="1"/>
            <p:nvPr/>
          </p:nvSpPr>
          <p:spPr>
            <a:xfrm>
              <a:off x="1487296" y="5203376"/>
              <a:ext cx="20671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noProof="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Web</a:t>
              </a:r>
              <a:endParaRPr lang="en-US" sz="2800" b="1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6C6A8E3-B484-4514-871A-B1272B24D391}"/>
                </a:ext>
              </a:extLst>
            </p:cNvPr>
            <p:cNvSpPr txBox="1"/>
            <p:nvPr/>
          </p:nvSpPr>
          <p:spPr>
            <a:xfrm>
              <a:off x="778237" y="5602645"/>
              <a:ext cx="34686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noProof="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Développement de logiciels informatiques.</a:t>
              </a:r>
            </a:p>
          </p:txBody>
        </p:sp>
      </p:grp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DF61B5FC-A29B-4479-8BD3-32A983E6375E}"/>
              </a:ext>
            </a:extLst>
          </p:cNvPr>
          <p:cNvSpPr/>
          <p:nvPr/>
        </p:nvSpPr>
        <p:spPr>
          <a:xfrm>
            <a:off x="5330531" y="2666708"/>
            <a:ext cx="1496206" cy="1496206"/>
          </a:xfrm>
          <a:prstGeom prst="roundRect">
            <a:avLst>
              <a:gd name="adj" fmla="val 3402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7277D74C-726A-41C5-9843-1C3BDAB02FD3}"/>
              </a:ext>
            </a:extLst>
          </p:cNvPr>
          <p:cNvSpPr/>
          <p:nvPr/>
        </p:nvSpPr>
        <p:spPr>
          <a:xfrm>
            <a:off x="5433217" y="2769394"/>
            <a:ext cx="1290834" cy="1290834"/>
          </a:xfrm>
          <a:prstGeom prst="roundRect">
            <a:avLst>
              <a:gd name="adj" fmla="val 33238"/>
            </a:avLst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11AF74B0-D1D3-4A69-BAAA-B80C72DAAF63}"/>
              </a:ext>
            </a:extLst>
          </p:cNvPr>
          <p:cNvSpPr/>
          <p:nvPr/>
        </p:nvSpPr>
        <p:spPr>
          <a:xfrm>
            <a:off x="5522460" y="2858856"/>
            <a:ext cx="1111910" cy="1111910"/>
          </a:xfrm>
          <a:prstGeom prst="roundRect">
            <a:avLst>
              <a:gd name="adj" fmla="val 34028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94E1EAF7-AE9C-4DD8-A17F-8B2AFD330A1A}"/>
              </a:ext>
            </a:extLst>
          </p:cNvPr>
          <p:cNvSpPr/>
          <p:nvPr/>
        </p:nvSpPr>
        <p:spPr>
          <a:xfrm>
            <a:off x="5624573" y="2960969"/>
            <a:ext cx="907684" cy="907684"/>
          </a:xfrm>
          <a:prstGeom prst="roundRect">
            <a:avLst>
              <a:gd name="adj" fmla="val 32384"/>
            </a:avLst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46701774-937B-4446-BA3F-D56C62844273}"/>
              </a:ext>
            </a:extLst>
          </p:cNvPr>
          <p:cNvSpPr/>
          <p:nvPr/>
        </p:nvSpPr>
        <p:spPr>
          <a:xfrm>
            <a:off x="5715343" y="3051739"/>
            <a:ext cx="726144" cy="726144"/>
          </a:xfrm>
          <a:prstGeom prst="roundRect">
            <a:avLst>
              <a:gd name="adj" fmla="val 32384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2AC747E-0C4A-44CA-9C24-0807B2AD3410}"/>
              </a:ext>
            </a:extLst>
          </p:cNvPr>
          <p:cNvGrpSpPr/>
          <p:nvPr/>
        </p:nvGrpSpPr>
        <p:grpSpPr>
          <a:xfrm>
            <a:off x="5829946" y="3166342"/>
            <a:ext cx="496938" cy="496938"/>
            <a:chOff x="6158672" y="3675083"/>
            <a:chExt cx="787340" cy="787340"/>
          </a:xfrm>
          <a:solidFill>
            <a:schemeClr val="bg1"/>
          </a:solidFill>
        </p:grpSpPr>
        <p:sp>
          <p:nvSpPr>
            <p:cNvPr id="114" name="Circle: Hollow 113">
              <a:extLst>
                <a:ext uri="{FF2B5EF4-FFF2-40B4-BE49-F238E27FC236}">
                  <a16:creationId xmlns:a16="http://schemas.microsoft.com/office/drawing/2014/main" id="{BDFFB372-A78A-4098-9EC4-E8827B97AA8B}"/>
                </a:ext>
              </a:extLst>
            </p:cNvPr>
            <p:cNvSpPr/>
            <p:nvPr/>
          </p:nvSpPr>
          <p:spPr>
            <a:xfrm>
              <a:off x="6158672" y="3675083"/>
              <a:ext cx="787340" cy="787340"/>
            </a:xfrm>
            <a:prstGeom prst="donut">
              <a:avLst>
                <a:gd name="adj" fmla="val 470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B6162A3C-E539-41A1-A495-86A157137991}"/>
                </a:ext>
              </a:extLst>
            </p:cNvPr>
            <p:cNvGrpSpPr/>
            <p:nvPr/>
          </p:nvGrpSpPr>
          <p:grpSpPr>
            <a:xfrm rot="2700000">
              <a:off x="6448659" y="3791777"/>
              <a:ext cx="184399" cy="468434"/>
              <a:chOff x="6533720" y="3754616"/>
              <a:chExt cx="184399" cy="468434"/>
            </a:xfrm>
            <a:grpFill/>
          </p:grpSpPr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AFCCCFD4-FDFE-4D81-BB96-18C6B6ECA54A}"/>
                  </a:ext>
                </a:extLst>
              </p:cNvPr>
              <p:cNvSpPr/>
              <p:nvPr/>
            </p:nvSpPr>
            <p:spPr>
              <a:xfrm rot="5400000">
                <a:off x="6602300" y="4108750"/>
                <a:ext cx="45720" cy="1828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117" name="Rectangle: Rounded Corners 116">
                <a:extLst>
                  <a:ext uri="{FF2B5EF4-FFF2-40B4-BE49-F238E27FC236}">
                    <a16:creationId xmlns:a16="http://schemas.microsoft.com/office/drawing/2014/main" id="{82E9CD23-3B68-4522-AA00-C0F9CF24AC03}"/>
                  </a:ext>
                </a:extLst>
              </p:cNvPr>
              <p:cNvSpPr/>
              <p:nvPr/>
            </p:nvSpPr>
            <p:spPr>
              <a:xfrm rot="10800000">
                <a:off x="6672399" y="3754616"/>
                <a:ext cx="45720" cy="4572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35E333B-B985-4D77-BDE4-D7B00E78437D}"/>
              </a:ext>
            </a:extLst>
          </p:cNvPr>
          <p:cNvGrpSpPr/>
          <p:nvPr/>
        </p:nvGrpSpPr>
        <p:grpSpPr>
          <a:xfrm>
            <a:off x="4320306" y="4326351"/>
            <a:ext cx="3551387" cy="1045600"/>
            <a:chOff x="764824" y="5203376"/>
            <a:chExt cx="3551387" cy="1045600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82FECF8C-DEAC-4D28-9C41-1BD3496F9C2B}"/>
                </a:ext>
              </a:extLst>
            </p:cNvPr>
            <p:cNvSpPr txBox="1"/>
            <p:nvPr/>
          </p:nvSpPr>
          <p:spPr>
            <a:xfrm>
              <a:off x="1487296" y="5203376"/>
              <a:ext cx="20671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Mobile</a:t>
              </a:r>
              <a:endParaRPr lang="fr-FR" sz="2800" b="1" noProof="0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455B464-5A73-493F-9640-FB3B83D2E2D9}"/>
                </a:ext>
              </a:extLst>
            </p:cNvPr>
            <p:cNvSpPr txBox="1"/>
            <p:nvPr/>
          </p:nvSpPr>
          <p:spPr>
            <a:xfrm>
              <a:off x="764824" y="5602645"/>
              <a:ext cx="35513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noProof="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Développement d’application mobiles.</a:t>
              </a:r>
            </a:p>
          </p:txBody>
        </p:sp>
      </p:grp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A61A8E3B-1FB0-4A6E-AE19-93CC3C479BC8}"/>
              </a:ext>
            </a:extLst>
          </p:cNvPr>
          <p:cNvSpPr/>
          <p:nvPr/>
        </p:nvSpPr>
        <p:spPr>
          <a:xfrm>
            <a:off x="8991793" y="2666708"/>
            <a:ext cx="1496206" cy="1496206"/>
          </a:xfrm>
          <a:prstGeom prst="roundRect">
            <a:avLst>
              <a:gd name="adj" fmla="val 3402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68295807-B9ED-46DF-9A99-CC90EE6EEA9A}"/>
              </a:ext>
            </a:extLst>
          </p:cNvPr>
          <p:cNvSpPr/>
          <p:nvPr/>
        </p:nvSpPr>
        <p:spPr>
          <a:xfrm>
            <a:off x="9094479" y="2769394"/>
            <a:ext cx="1290834" cy="1290834"/>
          </a:xfrm>
          <a:prstGeom prst="roundRect">
            <a:avLst>
              <a:gd name="adj" fmla="val 33238"/>
            </a:avLst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850AF08C-AA19-4DF9-A12C-C2121896ABF8}"/>
              </a:ext>
            </a:extLst>
          </p:cNvPr>
          <p:cNvSpPr/>
          <p:nvPr/>
        </p:nvSpPr>
        <p:spPr>
          <a:xfrm>
            <a:off x="9183722" y="2858856"/>
            <a:ext cx="1111910" cy="1111910"/>
          </a:xfrm>
          <a:prstGeom prst="roundRect">
            <a:avLst>
              <a:gd name="adj" fmla="val 34028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F1319D1D-2DB1-4B2D-A925-7FE25DB88F0C}"/>
              </a:ext>
            </a:extLst>
          </p:cNvPr>
          <p:cNvSpPr/>
          <p:nvPr/>
        </p:nvSpPr>
        <p:spPr>
          <a:xfrm>
            <a:off x="9285835" y="2960969"/>
            <a:ext cx="907684" cy="907684"/>
          </a:xfrm>
          <a:prstGeom prst="roundRect">
            <a:avLst>
              <a:gd name="adj" fmla="val 32384"/>
            </a:avLst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7A4BEC84-4B66-4DAD-B0CC-62B100CDC363}"/>
              </a:ext>
            </a:extLst>
          </p:cNvPr>
          <p:cNvSpPr/>
          <p:nvPr/>
        </p:nvSpPr>
        <p:spPr>
          <a:xfrm>
            <a:off x="9376605" y="3051739"/>
            <a:ext cx="726144" cy="726144"/>
          </a:xfrm>
          <a:prstGeom prst="roundRect">
            <a:avLst>
              <a:gd name="adj" fmla="val 32384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A2662CE-CED6-4FAC-A90F-62ADEDC0CA6B}"/>
              </a:ext>
            </a:extLst>
          </p:cNvPr>
          <p:cNvGrpSpPr/>
          <p:nvPr/>
        </p:nvGrpSpPr>
        <p:grpSpPr>
          <a:xfrm>
            <a:off x="9491208" y="3166342"/>
            <a:ext cx="496938" cy="496938"/>
            <a:chOff x="6158672" y="3675083"/>
            <a:chExt cx="787340" cy="787340"/>
          </a:xfrm>
          <a:solidFill>
            <a:schemeClr val="bg1"/>
          </a:solidFill>
        </p:grpSpPr>
        <p:sp>
          <p:nvSpPr>
            <p:cNvPr id="127" name="Circle: Hollow 126">
              <a:extLst>
                <a:ext uri="{FF2B5EF4-FFF2-40B4-BE49-F238E27FC236}">
                  <a16:creationId xmlns:a16="http://schemas.microsoft.com/office/drawing/2014/main" id="{F7FDAD43-E36F-41F3-BB37-F6874322C827}"/>
                </a:ext>
              </a:extLst>
            </p:cNvPr>
            <p:cNvSpPr/>
            <p:nvPr/>
          </p:nvSpPr>
          <p:spPr>
            <a:xfrm>
              <a:off x="6158672" y="3675083"/>
              <a:ext cx="787340" cy="787340"/>
            </a:xfrm>
            <a:prstGeom prst="donut">
              <a:avLst>
                <a:gd name="adj" fmla="val 470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6F8A33DD-4B39-4B90-858E-5FD1EA94806C}"/>
                </a:ext>
              </a:extLst>
            </p:cNvPr>
            <p:cNvGrpSpPr/>
            <p:nvPr/>
          </p:nvGrpSpPr>
          <p:grpSpPr>
            <a:xfrm rot="2700000">
              <a:off x="6448659" y="3791777"/>
              <a:ext cx="184399" cy="468434"/>
              <a:chOff x="6533720" y="3754616"/>
              <a:chExt cx="184399" cy="468434"/>
            </a:xfrm>
            <a:grpFill/>
          </p:grpSpPr>
          <p:sp>
            <p:nvSpPr>
              <p:cNvPr id="129" name="Rectangle: Rounded Corners 128">
                <a:extLst>
                  <a:ext uri="{FF2B5EF4-FFF2-40B4-BE49-F238E27FC236}">
                    <a16:creationId xmlns:a16="http://schemas.microsoft.com/office/drawing/2014/main" id="{B2A86F89-0986-4E0E-9ABC-0AF132085B8D}"/>
                  </a:ext>
                </a:extLst>
              </p:cNvPr>
              <p:cNvSpPr/>
              <p:nvPr/>
            </p:nvSpPr>
            <p:spPr>
              <a:xfrm rot="5400000">
                <a:off x="6602300" y="4108750"/>
                <a:ext cx="45720" cy="1828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130" name="Rectangle: Rounded Corners 129">
                <a:extLst>
                  <a:ext uri="{FF2B5EF4-FFF2-40B4-BE49-F238E27FC236}">
                    <a16:creationId xmlns:a16="http://schemas.microsoft.com/office/drawing/2014/main" id="{02828E7C-96A4-4CCD-B441-5C632F59F815}"/>
                  </a:ext>
                </a:extLst>
              </p:cNvPr>
              <p:cNvSpPr/>
              <p:nvPr/>
            </p:nvSpPr>
            <p:spPr>
              <a:xfrm rot="10800000">
                <a:off x="6672399" y="3754616"/>
                <a:ext cx="45720" cy="4572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8AF8B81-AB56-4739-85C3-E37BF08BEC92}"/>
              </a:ext>
            </a:extLst>
          </p:cNvPr>
          <p:cNvGrpSpPr/>
          <p:nvPr/>
        </p:nvGrpSpPr>
        <p:grpSpPr>
          <a:xfrm>
            <a:off x="8079299" y="4326351"/>
            <a:ext cx="3373163" cy="1045600"/>
            <a:chOff x="862555" y="5203376"/>
            <a:chExt cx="3373163" cy="1045600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A10B7B47-FDE4-473A-AC8A-1274CE242540}"/>
                </a:ext>
              </a:extLst>
            </p:cNvPr>
            <p:cNvSpPr txBox="1"/>
            <p:nvPr/>
          </p:nvSpPr>
          <p:spPr>
            <a:xfrm>
              <a:off x="1487296" y="5203376"/>
              <a:ext cx="20671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noProof="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Bureautique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3207D933-3E92-40E7-B841-2D35929E8D7F}"/>
                </a:ext>
              </a:extLst>
            </p:cNvPr>
            <p:cNvSpPr txBox="1"/>
            <p:nvPr/>
          </p:nvSpPr>
          <p:spPr>
            <a:xfrm>
              <a:off x="862555" y="5602645"/>
              <a:ext cx="33731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noProof="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Formation en Bureautique et informatique générale.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E293866C-A9ED-43DE-807A-A9F13875F9F5}"/>
              </a:ext>
            </a:extLst>
          </p:cNvPr>
          <p:cNvSpPr txBox="1"/>
          <p:nvPr/>
        </p:nvSpPr>
        <p:spPr>
          <a:xfrm>
            <a:off x="3165475" y="87814"/>
            <a:ext cx="61068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noProof="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Activités de l’entreprise</a:t>
            </a:r>
          </a:p>
        </p:txBody>
      </p:sp>
    </p:spTree>
    <p:extLst>
      <p:ext uri="{BB962C8B-B14F-4D97-AF65-F5344CB8AC3E}">
        <p14:creationId xmlns:p14="http://schemas.microsoft.com/office/powerpoint/2010/main" val="334502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750"/>
                            </p:stCondLst>
                            <p:childTnLst>
                              <p:par>
                                <p:cTn id="7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750"/>
                            </p:stCondLst>
                            <p:childTnLst>
                              <p:par>
                                <p:cTn id="1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4" grpId="0" animBg="1"/>
      <p:bldP spid="45" grpId="0" animBg="1"/>
      <p:bldP spid="77" grpId="0" animBg="1"/>
      <p:bldP spid="78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21" grpId="0" animBg="1"/>
      <p:bldP spid="122" grpId="0" animBg="1"/>
      <p:bldP spid="123" grpId="0" animBg="1"/>
      <p:bldP spid="124" grpId="0" animBg="1"/>
      <p:bldP spid="1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16FB2ECF-1F32-4D64-9371-17C12225FCDA}"/>
              </a:ext>
            </a:extLst>
          </p:cNvPr>
          <p:cNvSpPr/>
          <p:nvPr/>
        </p:nvSpPr>
        <p:spPr>
          <a:xfrm>
            <a:off x="5591340" y="2858104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368F6C0-9F8E-4775-915E-28D9E39262F4}"/>
              </a:ext>
            </a:extLst>
          </p:cNvPr>
          <p:cNvCxnSpPr>
            <a:cxnSpLocks/>
          </p:cNvCxnSpPr>
          <p:nvPr/>
        </p:nvCxnSpPr>
        <p:spPr>
          <a:xfrm>
            <a:off x="6103951" y="3818182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0DECB40A-4838-47F9-98B6-1E5FF74A5251}"/>
              </a:ext>
            </a:extLst>
          </p:cNvPr>
          <p:cNvSpPr/>
          <p:nvPr/>
        </p:nvSpPr>
        <p:spPr>
          <a:xfrm>
            <a:off x="5719024" y="2985788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E3D059-B595-414F-981D-6E43EAF82DC6}"/>
              </a:ext>
            </a:extLst>
          </p:cNvPr>
          <p:cNvSpPr txBox="1"/>
          <p:nvPr/>
        </p:nvSpPr>
        <p:spPr>
          <a:xfrm>
            <a:off x="6806359" y="2955009"/>
            <a:ext cx="3506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0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Absence de suivis lors des configurations réseaux.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43A210A-3366-43AA-8E9F-141057DA669B}"/>
              </a:ext>
            </a:extLst>
          </p:cNvPr>
          <p:cNvSpPr txBox="1"/>
          <p:nvPr/>
        </p:nvSpPr>
        <p:spPr>
          <a:xfrm>
            <a:off x="2232034" y="2955215"/>
            <a:ext cx="31695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noProof="0" dirty="0">
                <a:solidFill>
                  <a:schemeClr val="bg1"/>
                </a:solidFill>
              </a:rPr>
              <a:t>La plus part du temps nous rencontrons des difficultés lors du montage et de la configuration de nos réseaux sans vraiment savoir où trouvé des solutions.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294445F-D448-40F3-8F2A-FF2A29D292AC}"/>
              </a:ext>
            </a:extLst>
          </p:cNvPr>
          <p:cNvSpPr txBox="1"/>
          <p:nvPr/>
        </p:nvSpPr>
        <p:spPr>
          <a:xfrm>
            <a:off x="5822698" y="3009641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1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0B137645-EFCA-46AE-9957-E8CD92BC8BBB}"/>
              </a:ext>
            </a:extLst>
          </p:cNvPr>
          <p:cNvSpPr/>
          <p:nvPr/>
        </p:nvSpPr>
        <p:spPr>
          <a:xfrm>
            <a:off x="5591340" y="4855404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10B2A4A5-7B5B-4600-8B9C-202891C8CAD6}"/>
              </a:ext>
            </a:extLst>
          </p:cNvPr>
          <p:cNvCxnSpPr>
            <a:cxnSpLocks/>
          </p:cNvCxnSpPr>
          <p:nvPr/>
        </p:nvCxnSpPr>
        <p:spPr>
          <a:xfrm>
            <a:off x="6103951" y="5815482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6D8C657C-DA5D-4CCD-81EA-DE73E10F4FBD}"/>
              </a:ext>
            </a:extLst>
          </p:cNvPr>
          <p:cNvSpPr/>
          <p:nvPr/>
        </p:nvSpPr>
        <p:spPr>
          <a:xfrm>
            <a:off x="5719024" y="4983088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5B8AF58-5ECD-47EA-AA83-B442D7826F81}"/>
              </a:ext>
            </a:extLst>
          </p:cNvPr>
          <p:cNvSpPr txBox="1"/>
          <p:nvPr/>
        </p:nvSpPr>
        <p:spPr>
          <a:xfrm>
            <a:off x="5822698" y="5006941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2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73A2531-51AA-4685-8B18-DBFA3E545914}"/>
              </a:ext>
            </a:extLst>
          </p:cNvPr>
          <p:cNvSpPr txBox="1"/>
          <p:nvPr/>
        </p:nvSpPr>
        <p:spPr>
          <a:xfrm>
            <a:off x="6789476" y="4952309"/>
            <a:ext cx="3532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Lors des configurations, le système ne détecte pas les erreurs en temps réel.</a:t>
            </a:r>
            <a:endParaRPr lang="fr-FR" sz="1600" noProof="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8320C63-18AF-4069-B25C-D2DA88A64BAC}"/>
              </a:ext>
            </a:extLst>
          </p:cNvPr>
          <p:cNvSpPr txBox="1"/>
          <p:nvPr/>
        </p:nvSpPr>
        <p:spPr>
          <a:xfrm>
            <a:off x="2232034" y="4952309"/>
            <a:ext cx="3169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b="1" noProof="0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Absence de détection d’erreurs en temps réels.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C2EA0D-D707-427C-A18E-48EEABDBC975}"/>
              </a:ext>
            </a:extLst>
          </p:cNvPr>
          <p:cNvSpPr/>
          <p:nvPr/>
        </p:nvSpPr>
        <p:spPr>
          <a:xfrm>
            <a:off x="-872" y="2638425"/>
            <a:ext cx="2230391" cy="4214279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EAC92B2-C69B-4AAD-B31B-AD104C7359FB}"/>
              </a:ext>
            </a:extLst>
          </p:cNvPr>
          <p:cNvSpPr/>
          <p:nvPr/>
        </p:nvSpPr>
        <p:spPr>
          <a:xfrm>
            <a:off x="10187709" y="2638425"/>
            <a:ext cx="2002649" cy="4214279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398D6F-A2B8-447D-88AA-AC91EF224505}"/>
              </a:ext>
            </a:extLst>
          </p:cNvPr>
          <p:cNvSpPr/>
          <p:nvPr/>
        </p:nvSpPr>
        <p:spPr>
          <a:xfrm>
            <a:off x="11651845" y="3737855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7AD266-29F5-4CCC-9EC3-8CBC20B85B53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0308A4-143C-4D03-B6FA-400313EF8BF2}"/>
              </a:ext>
            </a:extLst>
          </p:cNvPr>
          <p:cNvSpPr/>
          <p:nvPr/>
        </p:nvSpPr>
        <p:spPr>
          <a:xfrm>
            <a:off x="10975913" y="6093450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7331E6-A07E-4AF3-89BC-0CE3618AE6B6}"/>
              </a:ext>
            </a:extLst>
          </p:cNvPr>
          <p:cNvSpPr/>
          <p:nvPr/>
        </p:nvSpPr>
        <p:spPr>
          <a:xfrm>
            <a:off x="9674978" y="1670162"/>
            <a:ext cx="262560" cy="26256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046250-252C-4105-9D38-D53753CA4474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DE73730D-734D-4418-8323-EB687462F0A6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351658-6F50-406F-A83F-EDC73159CB39}"/>
              </a:ext>
            </a:extLst>
          </p:cNvPr>
          <p:cNvSpPr/>
          <p:nvPr/>
        </p:nvSpPr>
        <p:spPr>
          <a:xfrm>
            <a:off x="543231" y="4444421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6DFD57-7321-4688-B8C6-ADCD151AB359}"/>
              </a:ext>
            </a:extLst>
          </p:cNvPr>
          <p:cNvSpPr/>
          <p:nvPr/>
        </p:nvSpPr>
        <p:spPr>
          <a:xfrm>
            <a:off x="127482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2507479-56E9-4776-8672-C314D31F8208}"/>
              </a:ext>
            </a:extLst>
          </p:cNvPr>
          <p:cNvSpPr/>
          <p:nvPr/>
        </p:nvSpPr>
        <p:spPr>
          <a:xfrm rot="10800000">
            <a:off x="-871" y="584960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079550-F3DF-4A7B-9910-F7ACFD824C34}"/>
              </a:ext>
            </a:extLst>
          </p:cNvPr>
          <p:cNvSpPr/>
          <p:nvPr/>
        </p:nvSpPr>
        <p:spPr>
          <a:xfrm rot="10800000">
            <a:off x="-87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71C6F1-D94E-4157-8557-C7532C7F680C}"/>
              </a:ext>
            </a:extLst>
          </p:cNvPr>
          <p:cNvSpPr txBox="1"/>
          <p:nvPr/>
        </p:nvSpPr>
        <p:spPr>
          <a:xfrm>
            <a:off x="3677652" y="87814"/>
            <a:ext cx="4836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noProof="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Contexte</a:t>
            </a:r>
            <a:endParaRPr lang="en-US" sz="4800" b="1" dirty="0">
              <a:solidFill>
                <a:schemeClr val="bg1">
                  <a:lumMod val="9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9D95A8-46EA-4B6F-BD4C-11B7CF56EDF7}"/>
              </a:ext>
            </a:extLst>
          </p:cNvPr>
          <p:cNvSpPr txBox="1"/>
          <p:nvPr/>
        </p:nvSpPr>
        <p:spPr>
          <a:xfrm>
            <a:off x="2919662" y="815984"/>
            <a:ext cx="63526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noProof="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Si dessous vous retrouverez le contexte et la justification de notre travail: </a:t>
            </a:r>
          </a:p>
        </p:txBody>
      </p:sp>
    </p:spTree>
    <p:extLst>
      <p:ext uri="{BB962C8B-B14F-4D97-AF65-F5344CB8AC3E}">
        <p14:creationId xmlns:p14="http://schemas.microsoft.com/office/powerpoint/2010/main" val="1428808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7" grpId="0" animBg="1"/>
      <p:bldP spid="71" grpId="0"/>
      <p:bldP spid="108" grpId="0"/>
      <p:bldP spid="114" grpId="0"/>
      <p:bldP spid="115" grpId="0" animBg="1"/>
      <p:bldP spid="117" grpId="0" animBg="1"/>
      <p:bldP spid="118" grpId="0"/>
      <p:bldP spid="119" grpId="0"/>
      <p:bldP spid="1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16FB2ECF-1F32-4D64-9371-17C12225FCDA}"/>
              </a:ext>
            </a:extLst>
          </p:cNvPr>
          <p:cNvSpPr/>
          <p:nvPr/>
        </p:nvSpPr>
        <p:spPr>
          <a:xfrm>
            <a:off x="5591340" y="1030872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368F6C0-9F8E-4775-915E-28D9E39262F4}"/>
              </a:ext>
            </a:extLst>
          </p:cNvPr>
          <p:cNvCxnSpPr>
            <a:cxnSpLocks/>
          </p:cNvCxnSpPr>
          <p:nvPr/>
        </p:nvCxnSpPr>
        <p:spPr>
          <a:xfrm>
            <a:off x="6103951" y="1990950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0DECB40A-4838-47F9-98B6-1E5FF74A5251}"/>
              </a:ext>
            </a:extLst>
          </p:cNvPr>
          <p:cNvSpPr/>
          <p:nvPr/>
        </p:nvSpPr>
        <p:spPr>
          <a:xfrm>
            <a:off x="5719024" y="1158556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E3D059-B595-414F-981D-6E43EAF82DC6}"/>
              </a:ext>
            </a:extLst>
          </p:cNvPr>
          <p:cNvSpPr txBox="1"/>
          <p:nvPr/>
        </p:nvSpPr>
        <p:spPr>
          <a:xfrm>
            <a:off x="6806359" y="1069997"/>
            <a:ext cx="33156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Courbe d'apprentissage abrupte pour les débutants.</a:t>
            </a:r>
            <a:endParaRPr lang="fr-FR" sz="2400" b="1" noProof="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43A210A-3366-43AA-8E9F-141057DA669B}"/>
              </a:ext>
            </a:extLst>
          </p:cNvPr>
          <p:cNvSpPr txBox="1"/>
          <p:nvPr/>
        </p:nvSpPr>
        <p:spPr>
          <a:xfrm>
            <a:off x="2346806" y="1127983"/>
            <a:ext cx="30547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La difficulté à maîtriser les systèmes de déploiement de réseaux et leurs configurations se font de plus en plus ressentir.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294445F-D448-40F3-8F2A-FF2A29D292AC}"/>
              </a:ext>
            </a:extLst>
          </p:cNvPr>
          <p:cNvSpPr txBox="1"/>
          <p:nvPr/>
        </p:nvSpPr>
        <p:spPr>
          <a:xfrm>
            <a:off x="5833797" y="1183956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3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0B137645-EFCA-46AE-9957-E8CD92BC8BBB}"/>
              </a:ext>
            </a:extLst>
          </p:cNvPr>
          <p:cNvSpPr/>
          <p:nvPr/>
        </p:nvSpPr>
        <p:spPr>
          <a:xfrm>
            <a:off x="5591340" y="3028172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10B2A4A5-7B5B-4600-8B9C-202891C8CAD6}"/>
              </a:ext>
            </a:extLst>
          </p:cNvPr>
          <p:cNvCxnSpPr>
            <a:cxnSpLocks/>
          </p:cNvCxnSpPr>
          <p:nvPr/>
        </p:nvCxnSpPr>
        <p:spPr>
          <a:xfrm>
            <a:off x="6103951" y="3988250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6D8C657C-DA5D-4CCD-81EA-DE73E10F4FBD}"/>
              </a:ext>
            </a:extLst>
          </p:cNvPr>
          <p:cNvSpPr/>
          <p:nvPr/>
        </p:nvSpPr>
        <p:spPr>
          <a:xfrm>
            <a:off x="5719024" y="3155856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5B8AF58-5ECD-47EA-AA83-B442D7826F81}"/>
              </a:ext>
            </a:extLst>
          </p:cNvPr>
          <p:cNvSpPr txBox="1"/>
          <p:nvPr/>
        </p:nvSpPr>
        <p:spPr>
          <a:xfrm>
            <a:off x="5833797" y="3181256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4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73A2531-51AA-4685-8B18-DBFA3E545914}"/>
              </a:ext>
            </a:extLst>
          </p:cNvPr>
          <p:cNvSpPr txBox="1"/>
          <p:nvPr/>
        </p:nvSpPr>
        <p:spPr>
          <a:xfrm>
            <a:off x="6789477" y="3242811"/>
            <a:ext cx="31122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Absence d’espace d’apprentissage pour étudiant dans des sujets clés.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8320C63-18AF-4069-B25C-D2DA88A64BAC}"/>
              </a:ext>
            </a:extLst>
          </p:cNvPr>
          <p:cNvSpPr txBox="1"/>
          <p:nvPr/>
        </p:nvSpPr>
        <p:spPr>
          <a:xfrm>
            <a:off x="2104350" y="3122669"/>
            <a:ext cx="3297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Absence de parcours d'apprentissage guidé.</a:t>
            </a:r>
            <a:endParaRPr lang="fr-FR" sz="2400" b="1" noProof="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C2EA0D-D707-427C-A18E-48EEABDBC975}"/>
              </a:ext>
            </a:extLst>
          </p:cNvPr>
          <p:cNvSpPr/>
          <p:nvPr/>
        </p:nvSpPr>
        <p:spPr>
          <a:xfrm>
            <a:off x="64614" y="0"/>
            <a:ext cx="2174762" cy="6852704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EAC92B2-C69B-4AAD-B31B-AD104C7359FB}"/>
              </a:ext>
            </a:extLst>
          </p:cNvPr>
          <p:cNvSpPr/>
          <p:nvPr/>
        </p:nvSpPr>
        <p:spPr>
          <a:xfrm>
            <a:off x="9937538" y="-18807"/>
            <a:ext cx="2252821" cy="6852704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398D6F-A2B8-447D-88AA-AC91EF224505}"/>
              </a:ext>
            </a:extLst>
          </p:cNvPr>
          <p:cNvSpPr/>
          <p:nvPr/>
        </p:nvSpPr>
        <p:spPr>
          <a:xfrm>
            <a:off x="11651845" y="3737855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7AD266-29F5-4CCC-9EC3-8CBC20B85B53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0308A4-143C-4D03-B6FA-400313EF8BF2}"/>
              </a:ext>
            </a:extLst>
          </p:cNvPr>
          <p:cNvSpPr/>
          <p:nvPr/>
        </p:nvSpPr>
        <p:spPr>
          <a:xfrm>
            <a:off x="10975913" y="6093450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7331E6-A07E-4AF3-89BC-0CE3618AE6B6}"/>
              </a:ext>
            </a:extLst>
          </p:cNvPr>
          <p:cNvSpPr/>
          <p:nvPr/>
        </p:nvSpPr>
        <p:spPr>
          <a:xfrm>
            <a:off x="9674978" y="1670162"/>
            <a:ext cx="262560" cy="26256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046250-252C-4105-9D38-D53753CA4474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DE73730D-734D-4418-8323-EB687462F0A6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351658-6F50-406F-A83F-EDC73159CB39}"/>
              </a:ext>
            </a:extLst>
          </p:cNvPr>
          <p:cNvSpPr/>
          <p:nvPr/>
        </p:nvSpPr>
        <p:spPr>
          <a:xfrm>
            <a:off x="543231" y="4444421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6DFD57-7321-4688-B8C6-ADCD151AB359}"/>
              </a:ext>
            </a:extLst>
          </p:cNvPr>
          <p:cNvSpPr/>
          <p:nvPr/>
        </p:nvSpPr>
        <p:spPr>
          <a:xfrm>
            <a:off x="127482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2507479-56E9-4776-8672-C314D31F8208}"/>
              </a:ext>
            </a:extLst>
          </p:cNvPr>
          <p:cNvSpPr/>
          <p:nvPr/>
        </p:nvSpPr>
        <p:spPr>
          <a:xfrm rot="10800000">
            <a:off x="-871" y="584960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079550-F3DF-4A7B-9910-F7ACFD824C34}"/>
              </a:ext>
            </a:extLst>
          </p:cNvPr>
          <p:cNvSpPr/>
          <p:nvPr/>
        </p:nvSpPr>
        <p:spPr>
          <a:xfrm rot="10800000">
            <a:off x="-87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1D25BEF-70F3-473C-B81B-9EED301A4F2C}"/>
              </a:ext>
            </a:extLst>
          </p:cNvPr>
          <p:cNvCxnSpPr>
            <a:cxnSpLocks/>
          </p:cNvCxnSpPr>
          <p:nvPr/>
        </p:nvCxnSpPr>
        <p:spPr>
          <a:xfrm>
            <a:off x="6103951" y="0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7AC3F5E4-D7DD-4439-BA25-FE0A5054DEA7}"/>
              </a:ext>
            </a:extLst>
          </p:cNvPr>
          <p:cNvSpPr/>
          <p:nvPr/>
        </p:nvSpPr>
        <p:spPr>
          <a:xfrm>
            <a:off x="5591340" y="5020245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F399B65-5BBD-40EA-9110-0B5193F6342C}"/>
              </a:ext>
            </a:extLst>
          </p:cNvPr>
          <p:cNvSpPr/>
          <p:nvPr/>
        </p:nvSpPr>
        <p:spPr>
          <a:xfrm>
            <a:off x="5719024" y="5147929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10ED0A-18DB-4952-ADB6-1E1C79DE2592}"/>
              </a:ext>
            </a:extLst>
          </p:cNvPr>
          <p:cNvSpPr txBox="1"/>
          <p:nvPr/>
        </p:nvSpPr>
        <p:spPr>
          <a:xfrm>
            <a:off x="6751438" y="4827444"/>
            <a:ext cx="33140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Absence de plateforme aidant à la génération automatique de configurations réseaux.</a:t>
            </a:r>
            <a:endParaRPr lang="fr-FR" sz="2400" b="1" noProof="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B9A458-9620-4317-94B2-74A6489914F6}"/>
              </a:ext>
            </a:extLst>
          </p:cNvPr>
          <p:cNvSpPr txBox="1"/>
          <p:nvPr/>
        </p:nvSpPr>
        <p:spPr>
          <a:xfrm>
            <a:off x="2346806" y="5117356"/>
            <a:ext cx="30547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Le système ne génère pas automatique des configurations et n’accompagne pas l’étudiant dans sa configuration.</a:t>
            </a:r>
            <a:endParaRPr lang="fr-FR" sz="1600" noProof="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8A7AAC-1CB9-4D3A-90AC-7731E7D13B7F}"/>
              </a:ext>
            </a:extLst>
          </p:cNvPr>
          <p:cNvSpPr txBox="1"/>
          <p:nvPr/>
        </p:nvSpPr>
        <p:spPr>
          <a:xfrm>
            <a:off x="5833797" y="5173329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5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E67DF0E-BAAA-41CE-841A-D60B0C6BA6FE}"/>
              </a:ext>
            </a:extLst>
          </p:cNvPr>
          <p:cNvGrpSpPr/>
          <p:nvPr/>
        </p:nvGrpSpPr>
        <p:grpSpPr>
          <a:xfrm>
            <a:off x="217789" y="6112160"/>
            <a:ext cx="802557" cy="772410"/>
            <a:chOff x="17198977" y="663575"/>
            <a:chExt cx="1395413" cy="1603376"/>
          </a:xfrm>
        </p:grpSpPr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6E735C2B-552C-40FD-85E3-14B87935C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8977" y="1881188"/>
              <a:ext cx="1395413" cy="385763"/>
            </a:xfrm>
            <a:custGeom>
              <a:avLst/>
              <a:gdLst>
                <a:gd name="T0" fmla="*/ 1831 w 1831"/>
                <a:gd name="T1" fmla="*/ 500 h 507"/>
                <a:gd name="T2" fmla="*/ 1630 w 1831"/>
                <a:gd name="T3" fmla="*/ 159 h 507"/>
                <a:gd name="T4" fmla="*/ 1193 w 1831"/>
                <a:gd name="T5" fmla="*/ 0 h 507"/>
                <a:gd name="T6" fmla="*/ 902 w 1831"/>
                <a:gd name="T7" fmla="*/ 0 h 507"/>
                <a:gd name="T8" fmla="*/ 902 w 1831"/>
                <a:gd name="T9" fmla="*/ 0 h 507"/>
                <a:gd name="T10" fmla="*/ 638 w 1831"/>
                <a:gd name="T11" fmla="*/ 0 h 507"/>
                <a:gd name="T12" fmla="*/ 201 w 1831"/>
                <a:gd name="T13" fmla="*/ 159 h 507"/>
                <a:gd name="T14" fmla="*/ 0 w 1831"/>
                <a:gd name="T15" fmla="*/ 501 h 507"/>
                <a:gd name="T16" fmla="*/ 929 w 1831"/>
                <a:gd name="T17" fmla="*/ 507 h 507"/>
                <a:gd name="T18" fmla="*/ 929 w 1831"/>
                <a:gd name="T19" fmla="*/ 506 h 507"/>
                <a:gd name="T20" fmla="*/ 1831 w 1831"/>
                <a:gd name="T21" fmla="*/ 500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31" h="507">
                  <a:moveTo>
                    <a:pt x="1831" y="500"/>
                  </a:moveTo>
                  <a:cubicBezTo>
                    <a:pt x="1831" y="500"/>
                    <a:pt x="1789" y="261"/>
                    <a:pt x="1630" y="159"/>
                  </a:cubicBezTo>
                  <a:cubicBezTo>
                    <a:pt x="1471" y="57"/>
                    <a:pt x="1193" y="0"/>
                    <a:pt x="1193" y="0"/>
                  </a:cubicBezTo>
                  <a:lnTo>
                    <a:pt x="902" y="0"/>
                  </a:lnTo>
                  <a:lnTo>
                    <a:pt x="902" y="0"/>
                  </a:lnTo>
                  <a:lnTo>
                    <a:pt x="638" y="0"/>
                  </a:lnTo>
                  <a:cubicBezTo>
                    <a:pt x="638" y="0"/>
                    <a:pt x="359" y="57"/>
                    <a:pt x="201" y="159"/>
                  </a:cubicBezTo>
                  <a:cubicBezTo>
                    <a:pt x="42" y="261"/>
                    <a:pt x="0" y="501"/>
                    <a:pt x="0" y="501"/>
                  </a:cubicBezTo>
                  <a:lnTo>
                    <a:pt x="929" y="507"/>
                  </a:lnTo>
                  <a:lnTo>
                    <a:pt x="929" y="506"/>
                  </a:lnTo>
                  <a:lnTo>
                    <a:pt x="1831" y="50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" panose="00000500000000000000" pitchFamily="2" charset="0"/>
              </a:endParaRPr>
            </a:p>
          </p:txBody>
        </p:sp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91670FC7-504A-415C-8010-4F7C426CC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4752" y="1660525"/>
              <a:ext cx="425450" cy="344488"/>
            </a:xfrm>
            <a:custGeom>
              <a:avLst/>
              <a:gdLst>
                <a:gd name="T0" fmla="*/ 558 w 558"/>
                <a:gd name="T1" fmla="*/ 298 h 452"/>
                <a:gd name="T2" fmla="*/ 493 w 558"/>
                <a:gd name="T3" fmla="*/ 6 h 452"/>
                <a:gd name="T4" fmla="*/ 278 w 558"/>
                <a:gd name="T5" fmla="*/ 67 h 452"/>
                <a:gd name="T6" fmla="*/ 66 w 558"/>
                <a:gd name="T7" fmla="*/ 7 h 452"/>
                <a:gd name="T8" fmla="*/ 0 w 558"/>
                <a:gd name="T9" fmla="*/ 299 h 452"/>
                <a:gd name="T10" fmla="*/ 258 w 558"/>
                <a:gd name="T11" fmla="*/ 449 h 452"/>
                <a:gd name="T12" fmla="*/ 558 w 558"/>
                <a:gd name="T13" fmla="*/ 298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8" h="452">
                  <a:moveTo>
                    <a:pt x="558" y="298"/>
                  </a:moveTo>
                  <a:cubicBezTo>
                    <a:pt x="506" y="210"/>
                    <a:pt x="493" y="6"/>
                    <a:pt x="493" y="6"/>
                  </a:cubicBezTo>
                  <a:cubicBezTo>
                    <a:pt x="412" y="0"/>
                    <a:pt x="303" y="54"/>
                    <a:pt x="278" y="67"/>
                  </a:cubicBezTo>
                  <a:cubicBezTo>
                    <a:pt x="249" y="52"/>
                    <a:pt x="144" y="1"/>
                    <a:pt x="66" y="7"/>
                  </a:cubicBezTo>
                  <a:cubicBezTo>
                    <a:pt x="66" y="7"/>
                    <a:pt x="52" y="212"/>
                    <a:pt x="0" y="299"/>
                  </a:cubicBezTo>
                  <a:cubicBezTo>
                    <a:pt x="0" y="299"/>
                    <a:pt x="100" y="452"/>
                    <a:pt x="258" y="449"/>
                  </a:cubicBezTo>
                  <a:cubicBezTo>
                    <a:pt x="448" y="445"/>
                    <a:pt x="558" y="298"/>
                    <a:pt x="558" y="2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69AECC91-93E4-4A3E-B0DB-D8EF186CF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4752" y="1660525"/>
              <a:ext cx="425450" cy="344488"/>
            </a:xfrm>
            <a:custGeom>
              <a:avLst/>
              <a:gdLst>
                <a:gd name="T0" fmla="*/ 558 w 558"/>
                <a:gd name="T1" fmla="*/ 298 h 452"/>
                <a:gd name="T2" fmla="*/ 493 w 558"/>
                <a:gd name="T3" fmla="*/ 6 h 452"/>
                <a:gd name="T4" fmla="*/ 278 w 558"/>
                <a:gd name="T5" fmla="*/ 67 h 452"/>
                <a:gd name="T6" fmla="*/ 66 w 558"/>
                <a:gd name="T7" fmla="*/ 7 h 452"/>
                <a:gd name="T8" fmla="*/ 0 w 558"/>
                <a:gd name="T9" fmla="*/ 299 h 452"/>
                <a:gd name="T10" fmla="*/ 258 w 558"/>
                <a:gd name="T11" fmla="*/ 449 h 452"/>
                <a:gd name="T12" fmla="*/ 558 w 558"/>
                <a:gd name="T13" fmla="*/ 298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8" h="452">
                  <a:moveTo>
                    <a:pt x="558" y="298"/>
                  </a:moveTo>
                  <a:cubicBezTo>
                    <a:pt x="506" y="210"/>
                    <a:pt x="493" y="6"/>
                    <a:pt x="493" y="6"/>
                  </a:cubicBezTo>
                  <a:cubicBezTo>
                    <a:pt x="412" y="0"/>
                    <a:pt x="303" y="54"/>
                    <a:pt x="278" y="67"/>
                  </a:cubicBezTo>
                  <a:cubicBezTo>
                    <a:pt x="249" y="52"/>
                    <a:pt x="144" y="1"/>
                    <a:pt x="66" y="7"/>
                  </a:cubicBezTo>
                  <a:cubicBezTo>
                    <a:pt x="66" y="7"/>
                    <a:pt x="52" y="212"/>
                    <a:pt x="0" y="299"/>
                  </a:cubicBezTo>
                  <a:cubicBezTo>
                    <a:pt x="0" y="299"/>
                    <a:pt x="100" y="452"/>
                    <a:pt x="258" y="449"/>
                  </a:cubicBezTo>
                  <a:cubicBezTo>
                    <a:pt x="448" y="445"/>
                    <a:pt x="558" y="298"/>
                    <a:pt x="558" y="298"/>
                  </a:cubicBezTo>
                  <a:close/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C1D95880-9C8D-4B7C-86FE-4EF8C2F27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22852" y="1674813"/>
              <a:ext cx="338138" cy="160338"/>
            </a:xfrm>
            <a:custGeom>
              <a:avLst/>
              <a:gdLst>
                <a:gd name="T0" fmla="*/ 444 w 444"/>
                <a:gd name="T1" fmla="*/ 5 h 211"/>
                <a:gd name="T2" fmla="*/ 0 w 444"/>
                <a:gd name="T3" fmla="*/ 127 h 211"/>
                <a:gd name="T4" fmla="*/ 15 w 444"/>
                <a:gd name="T5" fmla="*/ 0 h 211"/>
                <a:gd name="T6" fmla="*/ 312 w 444"/>
                <a:gd name="T7" fmla="*/ 48 h 211"/>
                <a:gd name="T8" fmla="*/ 444 w 444"/>
                <a:gd name="T9" fmla="*/ 5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4" h="211">
                  <a:moveTo>
                    <a:pt x="444" y="5"/>
                  </a:moveTo>
                  <a:cubicBezTo>
                    <a:pt x="444" y="5"/>
                    <a:pt x="222" y="211"/>
                    <a:pt x="0" y="127"/>
                  </a:cubicBezTo>
                  <a:lnTo>
                    <a:pt x="15" y="0"/>
                  </a:lnTo>
                  <a:cubicBezTo>
                    <a:pt x="15" y="0"/>
                    <a:pt x="229" y="66"/>
                    <a:pt x="312" y="48"/>
                  </a:cubicBezTo>
                  <a:cubicBezTo>
                    <a:pt x="394" y="30"/>
                    <a:pt x="444" y="5"/>
                    <a:pt x="444" y="5"/>
                  </a:cubicBezTo>
                </a:path>
              </a:pathLst>
            </a:custGeom>
            <a:solidFill>
              <a:srgbClr val="211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9A7DEC16-0995-41D6-BAD7-23325CAC4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8702" y="920750"/>
              <a:ext cx="706438" cy="793750"/>
            </a:xfrm>
            <a:custGeom>
              <a:avLst/>
              <a:gdLst>
                <a:gd name="T0" fmla="*/ 0 w 926"/>
                <a:gd name="T1" fmla="*/ 146 h 1042"/>
                <a:gd name="T2" fmla="*/ 0 w 926"/>
                <a:gd name="T3" fmla="*/ 579 h 1042"/>
                <a:gd name="T4" fmla="*/ 463 w 926"/>
                <a:gd name="T5" fmla="*/ 1042 h 1042"/>
                <a:gd name="T6" fmla="*/ 926 w 926"/>
                <a:gd name="T7" fmla="*/ 579 h 1042"/>
                <a:gd name="T8" fmla="*/ 926 w 926"/>
                <a:gd name="T9" fmla="*/ 146 h 1042"/>
                <a:gd name="T10" fmla="*/ 468 w 926"/>
                <a:gd name="T11" fmla="*/ 0 h 1042"/>
                <a:gd name="T12" fmla="*/ 0 w 926"/>
                <a:gd name="T13" fmla="*/ 146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6" h="1042">
                  <a:moveTo>
                    <a:pt x="0" y="146"/>
                  </a:moveTo>
                  <a:lnTo>
                    <a:pt x="0" y="579"/>
                  </a:lnTo>
                  <a:cubicBezTo>
                    <a:pt x="0" y="834"/>
                    <a:pt x="208" y="1042"/>
                    <a:pt x="463" y="1042"/>
                  </a:cubicBezTo>
                  <a:cubicBezTo>
                    <a:pt x="719" y="1042"/>
                    <a:pt x="926" y="834"/>
                    <a:pt x="926" y="579"/>
                  </a:cubicBezTo>
                  <a:lnTo>
                    <a:pt x="926" y="146"/>
                  </a:lnTo>
                  <a:cubicBezTo>
                    <a:pt x="926" y="146"/>
                    <a:pt x="769" y="0"/>
                    <a:pt x="468" y="0"/>
                  </a:cubicBezTo>
                  <a:cubicBezTo>
                    <a:pt x="116" y="0"/>
                    <a:pt x="0" y="146"/>
                    <a:pt x="0" y="1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558102EB-9E18-4777-9001-F6407FAE1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8702" y="920750"/>
              <a:ext cx="706438" cy="793750"/>
            </a:xfrm>
            <a:custGeom>
              <a:avLst/>
              <a:gdLst>
                <a:gd name="T0" fmla="*/ 0 w 926"/>
                <a:gd name="T1" fmla="*/ 146 h 1042"/>
                <a:gd name="T2" fmla="*/ 0 w 926"/>
                <a:gd name="T3" fmla="*/ 579 h 1042"/>
                <a:gd name="T4" fmla="*/ 463 w 926"/>
                <a:gd name="T5" fmla="*/ 1042 h 1042"/>
                <a:gd name="T6" fmla="*/ 926 w 926"/>
                <a:gd name="T7" fmla="*/ 579 h 1042"/>
                <a:gd name="T8" fmla="*/ 926 w 926"/>
                <a:gd name="T9" fmla="*/ 146 h 1042"/>
                <a:gd name="T10" fmla="*/ 468 w 926"/>
                <a:gd name="T11" fmla="*/ 0 h 1042"/>
                <a:gd name="T12" fmla="*/ 0 w 926"/>
                <a:gd name="T13" fmla="*/ 146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6" h="1042">
                  <a:moveTo>
                    <a:pt x="0" y="146"/>
                  </a:moveTo>
                  <a:lnTo>
                    <a:pt x="0" y="579"/>
                  </a:lnTo>
                  <a:cubicBezTo>
                    <a:pt x="0" y="834"/>
                    <a:pt x="208" y="1042"/>
                    <a:pt x="463" y="1042"/>
                  </a:cubicBezTo>
                  <a:cubicBezTo>
                    <a:pt x="719" y="1042"/>
                    <a:pt x="926" y="834"/>
                    <a:pt x="926" y="579"/>
                  </a:cubicBezTo>
                  <a:lnTo>
                    <a:pt x="926" y="146"/>
                  </a:lnTo>
                  <a:cubicBezTo>
                    <a:pt x="926" y="146"/>
                    <a:pt x="769" y="0"/>
                    <a:pt x="468" y="0"/>
                  </a:cubicBezTo>
                  <a:cubicBezTo>
                    <a:pt x="116" y="0"/>
                    <a:pt x="0" y="146"/>
                    <a:pt x="0" y="146"/>
                  </a:cubicBezTo>
                  <a:close/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12E23642-EFC8-4907-9FEC-BA3614AEF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5202" y="1204913"/>
              <a:ext cx="63500" cy="219075"/>
            </a:xfrm>
            <a:custGeom>
              <a:avLst/>
              <a:gdLst>
                <a:gd name="T0" fmla="*/ 80 w 83"/>
                <a:gd name="T1" fmla="*/ 0 h 287"/>
                <a:gd name="T2" fmla="*/ 3 w 83"/>
                <a:gd name="T3" fmla="*/ 140 h 287"/>
                <a:gd name="T4" fmla="*/ 83 w 83"/>
                <a:gd name="T5" fmla="*/ 287 h 287"/>
                <a:gd name="T6" fmla="*/ 80 w 83"/>
                <a:gd name="T7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" h="287">
                  <a:moveTo>
                    <a:pt x="80" y="0"/>
                  </a:moveTo>
                  <a:cubicBezTo>
                    <a:pt x="80" y="0"/>
                    <a:pt x="6" y="27"/>
                    <a:pt x="3" y="140"/>
                  </a:cubicBezTo>
                  <a:cubicBezTo>
                    <a:pt x="0" y="252"/>
                    <a:pt x="83" y="287"/>
                    <a:pt x="83" y="287"/>
                  </a:cubicBezTo>
                  <a:lnTo>
                    <a:pt x="8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6713CEB-9F53-4A86-878A-8E47B57B8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5202" y="1204913"/>
              <a:ext cx="63500" cy="219075"/>
            </a:xfrm>
            <a:custGeom>
              <a:avLst/>
              <a:gdLst>
                <a:gd name="T0" fmla="*/ 80 w 83"/>
                <a:gd name="T1" fmla="*/ 0 h 287"/>
                <a:gd name="T2" fmla="*/ 3 w 83"/>
                <a:gd name="T3" fmla="*/ 140 h 287"/>
                <a:gd name="T4" fmla="*/ 83 w 83"/>
                <a:gd name="T5" fmla="*/ 287 h 287"/>
                <a:gd name="T6" fmla="*/ 80 w 83"/>
                <a:gd name="T7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" h="287">
                  <a:moveTo>
                    <a:pt x="80" y="0"/>
                  </a:moveTo>
                  <a:cubicBezTo>
                    <a:pt x="80" y="0"/>
                    <a:pt x="6" y="27"/>
                    <a:pt x="3" y="140"/>
                  </a:cubicBezTo>
                  <a:cubicBezTo>
                    <a:pt x="0" y="252"/>
                    <a:pt x="83" y="287"/>
                    <a:pt x="83" y="287"/>
                  </a:cubicBezTo>
                  <a:lnTo>
                    <a:pt x="80" y="0"/>
                  </a:lnTo>
                  <a:close/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8D2FE971-56D2-4232-8AAF-E3150B4B5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6727" y="1196975"/>
              <a:ext cx="61913" cy="219075"/>
            </a:xfrm>
            <a:custGeom>
              <a:avLst/>
              <a:gdLst>
                <a:gd name="T0" fmla="*/ 3 w 82"/>
                <a:gd name="T1" fmla="*/ 0 h 286"/>
                <a:gd name="T2" fmla="*/ 79 w 82"/>
                <a:gd name="T3" fmla="*/ 139 h 286"/>
                <a:gd name="T4" fmla="*/ 0 w 82"/>
                <a:gd name="T5" fmla="*/ 286 h 286"/>
                <a:gd name="T6" fmla="*/ 3 w 82"/>
                <a:gd name="T7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286">
                  <a:moveTo>
                    <a:pt x="3" y="0"/>
                  </a:moveTo>
                  <a:cubicBezTo>
                    <a:pt x="3" y="0"/>
                    <a:pt x="76" y="27"/>
                    <a:pt x="79" y="139"/>
                  </a:cubicBezTo>
                  <a:cubicBezTo>
                    <a:pt x="82" y="252"/>
                    <a:pt x="0" y="286"/>
                    <a:pt x="0" y="286"/>
                  </a:cubicBezTo>
                  <a:lnTo>
                    <a:pt x="3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E92A98FA-9960-490F-A2FA-14AFC12E0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6727" y="1196975"/>
              <a:ext cx="61913" cy="219075"/>
            </a:xfrm>
            <a:custGeom>
              <a:avLst/>
              <a:gdLst>
                <a:gd name="T0" fmla="*/ 3 w 82"/>
                <a:gd name="T1" fmla="*/ 0 h 286"/>
                <a:gd name="T2" fmla="*/ 79 w 82"/>
                <a:gd name="T3" fmla="*/ 139 h 286"/>
                <a:gd name="T4" fmla="*/ 0 w 82"/>
                <a:gd name="T5" fmla="*/ 286 h 286"/>
                <a:gd name="T6" fmla="*/ 3 w 82"/>
                <a:gd name="T7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286">
                  <a:moveTo>
                    <a:pt x="3" y="0"/>
                  </a:moveTo>
                  <a:cubicBezTo>
                    <a:pt x="3" y="0"/>
                    <a:pt x="76" y="27"/>
                    <a:pt x="79" y="139"/>
                  </a:cubicBezTo>
                  <a:cubicBezTo>
                    <a:pt x="82" y="252"/>
                    <a:pt x="0" y="286"/>
                    <a:pt x="0" y="286"/>
                  </a:cubicBezTo>
                  <a:lnTo>
                    <a:pt x="3" y="0"/>
                  </a:lnTo>
                  <a:close/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5C3ADED9-4A38-4010-B035-FC6D4CAF1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5702" y="1081088"/>
              <a:ext cx="122238" cy="26988"/>
            </a:xfrm>
            <a:custGeom>
              <a:avLst/>
              <a:gdLst>
                <a:gd name="T0" fmla="*/ 0 w 160"/>
                <a:gd name="T1" fmla="*/ 32 h 34"/>
                <a:gd name="T2" fmla="*/ 83 w 160"/>
                <a:gd name="T3" fmla="*/ 1 h 34"/>
                <a:gd name="T4" fmla="*/ 160 w 160"/>
                <a:gd name="T5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0" h="34">
                  <a:moveTo>
                    <a:pt x="0" y="32"/>
                  </a:moveTo>
                  <a:cubicBezTo>
                    <a:pt x="0" y="32"/>
                    <a:pt x="23" y="0"/>
                    <a:pt x="83" y="1"/>
                  </a:cubicBezTo>
                  <a:cubicBezTo>
                    <a:pt x="134" y="2"/>
                    <a:pt x="160" y="34"/>
                    <a:pt x="160" y="34"/>
                  </a:cubicBezTo>
                </a:path>
              </a:pathLst>
            </a:custGeom>
            <a:noFill/>
            <a:ln w="25400" cap="rnd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49" name="Oval 18">
              <a:extLst>
                <a:ext uri="{FF2B5EF4-FFF2-40B4-BE49-F238E27FC236}">
                  <a16:creationId xmlns:a16="http://schemas.microsoft.com/office/drawing/2014/main" id="{885915E8-6EA0-4EEB-B7E7-365BDB334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21265" y="1204913"/>
              <a:ext cx="44450" cy="84138"/>
            </a:xfrm>
            <a:prstGeom prst="ellipse">
              <a:avLst/>
            </a:prstGeom>
            <a:solidFill>
              <a:srgbClr val="211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F363C4F7-591D-4A53-97D6-499E4129F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6677" y="1268413"/>
              <a:ext cx="96838" cy="174625"/>
            </a:xfrm>
            <a:custGeom>
              <a:avLst/>
              <a:gdLst>
                <a:gd name="T0" fmla="*/ 30 w 127"/>
                <a:gd name="T1" fmla="*/ 0 h 230"/>
                <a:gd name="T2" fmla="*/ 6 w 127"/>
                <a:gd name="T3" fmla="*/ 191 h 230"/>
                <a:gd name="T4" fmla="*/ 127 w 127"/>
                <a:gd name="T5" fmla="*/ 206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" h="230">
                  <a:moveTo>
                    <a:pt x="30" y="0"/>
                  </a:moveTo>
                  <a:cubicBezTo>
                    <a:pt x="30" y="0"/>
                    <a:pt x="0" y="177"/>
                    <a:pt x="6" y="191"/>
                  </a:cubicBezTo>
                  <a:cubicBezTo>
                    <a:pt x="11" y="205"/>
                    <a:pt x="70" y="230"/>
                    <a:pt x="127" y="2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17E01574-5D3A-480D-9D77-931237FFC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6677" y="1268413"/>
              <a:ext cx="96838" cy="174625"/>
            </a:xfrm>
            <a:custGeom>
              <a:avLst/>
              <a:gdLst>
                <a:gd name="T0" fmla="*/ 30 w 127"/>
                <a:gd name="T1" fmla="*/ 0 h 230"/>
                <a:gd name="T2" fmla="*/ 6 w 127"/>
                <a:gd name="T3" fmla="*/ 191 h 230"/>
                <a:gd name="T4" fmla="*/ 127 w 127"/>
                <a:gd name="T5" fmla="*/ 206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" h="230">
                  <a:moveTo>
                    <a:pt x="30" y="0"/>
                  </a:moveTo>
                  <a:cubicBezTo>
                    <a:pt x="30" y="0"/>
                    <a:pt x="0" y="177"/>
                    <a:pt x="6" y="191"/>
                  </a:cubicBezTo>
                  <a:cubicBezTo>
                    <a:pt x="11" y="205"/>
                    <a:pt x="70" y="230"/>
                    <a:pt x="127" y="206"/>
                  </a:cubicBezTo>
                </a:path>
              </a:pathLst>
            </a:custGeom>
            <a:noFill/>
            <a:ln w="12700" cap="rnd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52" name="Freeform 21">
              <a:extLst>
                <a:ext uri="{FF2B5EF4-FFF2-40B4-BE49-F238E27FC236}">
                  <a16:creationId xmlns:a16="http://schemas.microsoft.com/office/drawing/2014/main" id="{8383B908-5BD6-44BB-BA0B-DCC0B396E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0027" y="1089025"/>
              <a:ext cx="122238" cy="26988"/>
            </a:xfrm>
            <a:custGeom>
              <a:avLst/>
              <a:gdLst>
                <a:gd name="T0" fmla="*/ 160 w 160"/>
                <a:gd name="T1" fmla="*/ 32 h 34"/>
                <a:gd name="T2" fmla="*/ 77 w 160"/>
                <a:gd name="T3" fmla="*/ 1 h 34"/>
                <a:gd name="T4" fmla="*/ 0 w 160"/>
                <a:gd name="T5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0" h="34">
                  <a:moveTo>
                    <a:pt x="160" y="32"/>
                  </a:moveTo>
                  <a:cubicBezTo>
                    <a:pt x="160" y="32"/>
                    <a:pt x="137" y="0"/>
                    <a:pt x="77" y="1"/>
                  </a:cubicBezTo>
                  <a:cubicBezTo>
                    <a:pt x="26" y="2"/>
                    <a:pt x="0" y="34"/>
                    <a:pt x="0" y="34"/>
                  </a:cubicBezTo>
                </a:path>
              </a:pathLst>
            </a:custGeom>
            <a:noFill/>
            <a:ln w="25400" cap="rnd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53" name="Freeform 22">
              <a:extLst>
                <a:ext uri="{FF2B5EF4-FFF2-40B4-BE49-F238E27FC236}">
                  <a16:creationId xmlns:a16="http://schemas.microsoft.com/office/drawing/2014/main" id="{BC78ECEE-BAD9-4EF0-9834-FC9E49AF7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8102" y="1516063"/>
              <a:ext cx="144463" cy="38100"/>
            </a:xfrm>
            <a:custGeom>
              <a:avLst/>
              <a:gdLst>
                <a:gd name="T0" fmla="*/ 0 w 189"/>
                <a:gd name="T1" fmla="*/ 4 h 50"/>
                <a:gd name="T2" fmla="*/ 189 w 189"/>
                <a:gd name="T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9" h="50">
                  <a:moveTo>
                    <a:pt x="0" y="4"/>
                  </a:moveTo>
                  <a:cubicBezTo>
                    <a:pt x="0" y="4"/>
                    <a:pt x="84" y="50"/>
                    <a:pt x="189" y="0"/>
                  </a:cubicBezTo>
                </a:path>
              </a:pathLst>
            </a:custGeom>
            <a:noFill/>
            <a:ln w="12700" cap="rnd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54" name="Oval 23">
              <a:extLst>
                <a:ext uri="{FF2B5EF4-FFF2-40B4-BE49-F238E27FC236}">
                  <a16:creationId xmlns:a16="http://schemas.microsoft.com/office/drawing/2014/main" id="{2AEB760B-1ADF-4A2E-9435-152259C9F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18077" y="1131888"/>
              <a:ext cx="225425" cy="230188"/>
            </a:xfrm>
            <a:prstGeom prst="ellipse">
              <a:avLst/>
            </a:pr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55" name="Freeform 24">
              <a:extLst>
                <a:ext uri="{FF2B5EF4-FFF2-40B4-BE49-F238E27FC236}">
                  <a16:creationId xmlns:a16="http://schemas.microsoft.com/office/drawing/2014/main" id="{E3E39A77-F55B-468D-B727-4F4331486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2352" y="1198563"/>
              <a:ext cx="87313" cy="25400"/>
            </a:xfrm>
            <a:custGeom>
              <a:avLst/>
              <a:gdLst>
                <a:gd name="T0" fmla="*/ 0 w 115"/>
                <a:gd name="T1" fmla="*/ 9 h 33"/>
                <a:gd name="T2" fmla="*/ 115 w 115"/>
                <a:gd name="T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5" h="33">
                  <a:moveTo>
                    <a:pt x="0" y="9"/>
                  </a:moveTo>
                  <a:cubicBezTo>
                    <a:pt x="0" y="9"/>
                    <a:pt x="70" y="0"/>
                    <a:pt x="115" y="33"/>
                  </a:cubicBezTo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56" name="Oval 25">
              <a:extLst>
                <a:ext uri="{FF2B5EF4-FFF2-40B4-BE49-F238E27FC236}">
                  <a16:creationId xmlns:a16="http://schemas.microsoft.com/office/drawing/2014/main" id="{79A107DF-CFDC-4D79-9A0C-38ED6168C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11777" y="1208088"/>
              <a:ext cx="42863" cy="82550"/>
            </a:xfrm>
            <a:prstGeom prst="ellipse">
              <a:avLst/>
            </a:prstGeom>
            <a:solidFill>
              <a:srgbClr val="211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57" name="Oval 26">
              <a:extLst>
                <a:ext uri="{FF2B5EF4-FFF2-40B4-BE49-F238E27FC236}">
                  <a16:creationId xmlns:a16="http://schemas.microsoft.com/office/drawing/2014/main" id="{ED7BB9B1-EC53-4703-AF61-A4891A8AA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0815" y="1135063"/>
              <a:ext cx="227013" cy="230188"/>
            </a:xfrm>
            <a:prstGeom prst="ellipse">
              <a:avLst/>
            </a:pr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58" name="Freeform 27">
              <a:extLst>
                <a:ext uri="{FF2B5EF4-FFF2-40B4-BE49-F238E27FC236}">
                  <a16:creationId xmlns:a16="http://schemas.microsoft.com/office/drawing/2014/main" id="{60D9579F-3F7F-49E5-A667-3D46478FA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6240" y="1201738"/>
              <a:ext cx="87313" cy="25400"/>
            </a:xfrm>
            <a:custGeom>
              <a:avLst/>
              <a:gdLst>
                <a:gd name="T0" fmla="*/ 115 w 115"/>
                <a:gd name="T1" fmla="*/ 9 h 33"/>
                <a:gd name="T2" fmla="*/ 0 w 115"/>
                <a:gd name="T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5" h="33">
                  <a:moveTo>
                    <a:pt x="115" y="9"/>
                  </a:moveTo>
                  <a:cubicBezTo>
                    <a:pt x="115" y="9"/>
                    <a:pt x="45" y="0"/>
                    <a:pt x="0" y="33"/>
                  </a:cubicBezTo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59" name="Freeform 28">
              <a:extLst>
                <a:ext uri="{FF2B5EF4-FFF2-40B4-BE49-F238E27FC236}">
                  <a16:creationId xmlns:a16="http://schemas.microsoft.com/office/drawing/2014/main" id="{6A40FB16-7300-4DF1-8284-A2B04EA6C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8383" y="1281112"/>
              <a:ext cx="85725" cy="26988"/>
            </a:xfrm>
            <a:custGeom>
              <a:avLst/>
              <a:gdLst>
                <a:gd name="T0" fmla="*/ 0 w 113"/>
                <a:gd name="T1" fmla="*/ 35 h 36"/>
                <a:gd name="T2" fmla="*/ 113 w 113"/>
                <a:gd name="T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3" h="36">
                  <a:moveTo>
                    <a:pt x="0" y="35"/>
                  </a:moveTo>
                  <a:cubicBezTo>
                    <a:pt x="0" y="35"/>
                    <a:pt x="34" y="0"/>
                    <a:pt x="113" y="36"/>
                  </a:cubicBezTo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EFC04EE6-FA82-4F90-ADD5-A3721507F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4565" y="663575"/>
              <a:ext cx="857250" cy="555625"/>
            </a:xfrm>
            <a:custGeom>
              <a:avLst/>
              <a:gdLst>
                <a:gd name="T0" fmla="*/ 1074 w 1126"/>
                <a:gd name="T1" fmla="*/ 298 h 728"/>
                <a:gd name="T2" fmla="*/ 1043 w 1126"/>
                <a:gd name="T3" fmla="*/ 173 h 728"/>
                <a:gd name="T4" fmla="*/ 930 w 1126"/>
                <a:gd name="T5" fmla="*/ 145 h 728"/>
                <a:gd name="T6" fmla="*/ 848 w 1126"/>
                <a:gd name="T7" fmla="*/ 61 h 728"/>
                <a:gd name="T8" fmla="*/ 745 w 1126"/>
                <a:gd name="T9" fmla="*/ 94 h 728"/>
                <a:gd name="T10" fmla="*/ 638 w 1126"/>
                <a:gd name="T11" fmla="*/ 1 h 728"/>
                <a:gd name="T12" fmla="*/ 575 w 1126"/>
                <a:gd name="T13" fmla="*/ 27 h 728"/>
                <a:gd name="T14" fmla="*/ 563 w 1126"/>
                <a:gd name="T15" fmla="*/ 37 h 728"/>
                <a:gd name="T16" fmla="*/ 555 w 1126"/>
                <a:gd name="T17" fmla="*/ 30 h 728"/>
                <a:gd name="T18" fmla="*/ 488 w 1126"/>
                <a:gd name="T19" fmla="*/ 0 h 728"/>
                <a:gd name="T20" fmla="*/ 382 w 1126"/>
                <a:gd name="T21" fmla="*/ 94 h 728"/>
                <a:gd name="T22" fmla="*/ 278 w 1126"/>
                <a:gd name="T23" fmla="*/ 60 h 728"/>
                <a:gd name="T24" fmla="*/ 197 w 1126"/>
                <a:gd name="T25" fmla="*/ 144 h 728"/>
                <a:gd name="T26" fmla="*/ 83 w 1126"/>
                <a:gd name="T27" fmla="*/ 172 h 728"/>
                <a:gd name="T28" fmla="*/ 52 w 1126"/>
                <a:gd name="T29" fmla="*/ 297 h 728"/>
                <a:gd name="T30" fmla="*/ 6 w 1126"/>
                <a:gd name="T31" fmla="*/ 401 h 728"/>
                <a:gd name="T32" fmla="*/ 76 w 1126"/>
                <a:gd name="T33" fmla="*/ 479 h 728"/>
                <a:gd name="T34" fmla="*/ 84 w 1126"/>
                <a:gd name="T35" fmla="*/ 727 h 728"/>
                <a:gd name="T36" fmla="*/ 185 w 1126"/>
                <a:gd name="T37" fmla="*/ 607 h 728"/>
                <a:gd name="T38" fmla="*/ 231 w 1126"/>
                <a:gd name="T39" fmla="*/ 445 h 728"/>
                <a:gd name="T40" fmla="*/ 496 w 1126"/>
                <a:gd name="T41" fmla="*/ 472 h 728"/>
                <a:gd name="T42" fmla="*/ 572 w 1126"/>
                <a:gd name="T43" fmla="*/ 476 h 728"/>
                <a:gd name="T44" fmla="*/ 631 w 1126"/>
                <a:gd name="T45" fmla="*/ 473 h 728"/>
                <a:gd name="T46" fmla="*/ 895 w 1126"/>
                <a:gd name="T47" fmla="*/ 446 h 728"/>
                <a:gd name="T48" fmla="*/ 941 w 1126"/>
                <a:gd name="T49" fmla="*/ 608 h 728"/>
                <a:gd name="T50" fmla="*/ 1042 w 1126"/>
                <a:gd name="T51" fmla="*/ 728 h 728"/>
                <a:gd name="T52" fmla="*/ 1050 w 1126"/>
                <a:gd name="T53" fmla="*/ 480 h 728"/>
                <a:gd name="T54" fmla="*/ 1120 w 1126"/>
                <a:gd name="T55" fmla="*/ 402 h 728"/>
                <a:gd name="T56" fmla="*/ 1074 w 1126"/>
                <a:gd name="T57" fmla="*/ 298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26" h="728">
                  <a:moveTo>
                    <a:pt x="1074" y="298"/>
                  </a:moveTo>
                  <a:cubicBezTo>
                    <a:pt x="1074" y="298"/>
                    <a:pt x="1100" y="229"/>
                    <a:pt x="1043" y="173"/>
                  </a:cubicBezTo>
                  <a:cubicBezTo>
                    <a:pt x="987" y="117"/>
                    <a:pt x="930" y="145"/>
                    <a:pt x="930" y="145"/>
                  </a:cubicBezTo>
                  <a:cubicBezTo>
                    <a:pt x="930" y="145"/>
                    <a:pt x="920" y="72"/>
                    <a:pt x="848" y="61"/>
                  </a:cubicBezTo>
                  <a:cubicBezTo>
                    <a:pt x="776" y="49"/>
                    <a:pt x="745" y="94"/>
                    <a:pt x="745" y="94"/>
                  </a:cubicBezTo>
                  <a:cubicBezTo>
                    <a:pt x="740" y="45"/>
                    <a:pt x="694" y="1"/>
                    <a:pt x="638" y="1"/>
                  </a:cubicBezTo>
                  <a:cubicBezTo>
                    <a:pt x="604" y="1"/>
                    <a:pt x="585" y="15"/>
                    <a:pt x="575" y="27"/>
                  </a:cubicBezTo>
                  <a:cubicBezTo>
                    <a:pt x="569" y="31"/>
                    <a:pt x="565" y="35"/>
                    <a:pt x="563" y="37"/>
                  </a:cubicBezTo>
                  <a:cubicBezTo>
                    <a:pt x="561" y="35"/>
                    <a:pt x="558" y="33"/>
                    <a:pt x="555" y="30"/>
                  </a:cubicBezTo>
                  <a:cubicBezTo>
                    <a:pt x="546" y="18"/>
                    <a:pt x="527" y="0"/>
                    <a:pt x="488" y="0"/>
                  </a:cubicBezTo>
                  <a:cubicBezTo>
                    <a:pt x="432" y="0"/>
                    <a:pt x="386" y="44"/>
                    <a:pt x="382" y="94"/>
                  </a:cubicBezTo>
                  <a:cubicBezTo>
                    <a:pt x="382" y="94"/>
                    <a:pt x="351" y="49"/>
                    <a:pt x="278" y="60"/>
                  </a:cubicBezTo>
                  <a:cubicBezTo>
                    <a:pt x="206" y="71"/>
                    <a:pt x="197" y="144"/>
                    <a:pt x="197" y="144"/>
                  </a:cubicBezTo>
                  <a:cubicBezTo>
                    <a:pt x="197" y="144"/>
                    <a:pt x="139" y="116"/>
                    <a:pt x="83" y="172"/>
                  </a:cubicBezTo>
                  <a:cubicBezTo>
                    <a:pt x="27" y="228"/>
                    <a:pt x="52" y="297"/>
                    <a:pt x="52" y="297"/>
                  </a:cubicBezTo>
                  <a:cubicBezTo>
                    <a:pt x="52" y="297"/>
                    <a:pt x="0" y="342"/>
                    <a:pt x="6" y="401"/>
                  </a:cubicBezTo>
                  <a:cubicBezTo>
                    <a:pt x="12" y="461"/>
                    <a:pt x="76" y="479"/>
                    <a:pt x="76" y="479"/>
                  </a:cubicBezTo>
                  <a:lnTo>
                    <a:pt x="84" y="727"/>
                  </a:lnTo>
                  <a:cubicBezTo>
                    <a:pt x="84" y="727"/>
                    <a:pt x="122" y="710"/>
                    <a:pt x="185" y="607"/>
                  </a:cubicBezTo>
                  <a:cubicBezTo>
                    <a:pt x="248" y="504"/>
                    <a:pt x="231" y="445"/>
                    <a:pt x="231" y="445"/>
                  </a:cubicBezTo>
                  <a:cubicBezTo>
                    <a:pt x="231" y="445"/>
                    <a:pt x="361" y="463"/>
                    <a:pt x="496" y="472"/>
                  </a:cubicBezTo>
                  <a:cubicBezTo>
                    <a:pt x="496" y="472"/>
                    <a:pt x="546" y="477"/>
                    <a:pt x="572" y="476"/>
                  </a:cubicBezTo>
                  <a:cubicBezTo>
                    <a:pt x="592" y="477"/>
                    <a:pt x="631" y="473"/>
                    <a:pt x="631" y="473"/>
                  </a:cubicBezTo>
                  <a:cubicBezTo>
                    <a:pt x="765" y="464"/>
                    <a:pt x="895" y="446"/>
                    <a:pt x="895" y="446"/>
                  </a:cubicBezTo>
                  <a:cubicBezTo>
                    <a:pt x="895" y="446"/>
                    <a:pt x="878" y="504"/>
                    <a:pt x="941" y="608"/>
                  </a:cubicBezTo>
                  <a:cubicBezTo>
                    <a:pt x="1004" y="711"/>
                    <a:pt x="1042" y="728"/>
                    <a:pt x="1042" y="728"/>
                  </a:cubicBezTo>
                  <a:lnTo>
                    <a:pt x="1050" y="480"/>
                  </a:lnTo>
                  <a:cubicBezTo>
                    <a:pt x="1050" y="480"/>
                    <a:pt x="1114" y="462"/>
                    <a:pt x="1120" y="402"/>
                  </a:cubicBezTo>
                  <a:cubicBezTo>
                    <a:pt x="1126" y="343"/>
                    <a:pt x="1074" y="298"/>
                    <a:pt x="1074" y="298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61" name="Freeform 30">
              <a:extLst>
                <a:ext uri="{FF2B5EF4-FFF2-40B4-BE49-F238E27FC236}">
                  <a16:creationId xmlns:a16="http://schemas.microsoft.com/office/drawing/2014/main" id="{58DD0D1A-067A-4A1C-AB2A-35E36F9AA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4565" y="663575"/>
              <a:ext cx="857250" cy="555625"/>
            </a:xfrm>
            <a:custGeom>
              <a:avLst/>
              <a:gdLst>
                <a:gd name="T0" fmla="*/ 1074 w 1126"/>
                <a:gd name="T1" fmla="*/ 298 h 728"/>
                <a:gd name="T2" fmla="*/ 1043 w 1126"/>
                <a:gd name="T3" fmla="*/ 173 h 728"/>
                <a:gd name="T4" fmla="*/ 930 w 1126"/>
                <a:gd name="T5" fmla="*/ 145 h 728"/>
                <a:gd name="T6" fmla="*/ 848 w 1126"/>
                <a:gd name="T7" fmla="*/ 61 h 728"/>
                <a:gd name="T8" fmla="*/ 745 w 1126"/>
                <a:gd name="T9" fmla="*/ 94 h 728"/>
                <a:gd name="T10" fmla="*/ 638 w 1126"/>
                <a:gd name="T11" fmla="*/ 1 h 728"/>
                <a:gd name="T12" fmla="*/ 575 w 1126"/>
                <a:gd name="T13" fmla="*/ 27 h 728"/>
                <a:gd name="T14" fmla="*/ 563 w 1126"/>
                <a:gd name="T15" fmla="*/ 37 h 728"/>
                <a:gd name="T16" fmla="*/ 555 w 1126"/>
                <a:gd name="T17" fmla="*/ 30 h 728"/>
                <a:gd name="T18" fmla="*/ 488 w 1126"/>
                <a:gd name="T19" fmla="*/ 0 h 728"/>
                <a:gd name="T20" fmla="*/ 382 w 1126"/>
                <a:gd name="T21" fmla="*/ 94 h 728"/>
                <a:gd name="T22" fmla="*/ 278 w 1126"/>
                <a:gd name="T23" fmla="*/ 60 h 728"/>
                <a:gd name="T24" fmla="*/ 197 w 1126"/>
                <a:gd name="T25" fmla="*/ 144 h 728"/>
                <a:gd name="T26" fmla="*/ 83 w 1126"/>
                <a:gd name="T27" fmla="*/ 172 h 728"/>
                <a:gd name="T28" fmla="*/ 52 w 1126"/>
                <a:gd name="T29" fmla="*/ 297 h 728"/>
                <a:gd name="T30" fmla="*/ 6 w 1126"/>
                <a:gd name="T31" fmla="*/ 401 h 728"/>
                <a:gd name="T32" fmla="*/ 76 w 1126"/>
                <a:gd name="T33" fmla="*/ 479 h 728"/>
                <a:gd name="T34" fmla="*/ 84 w 1126"/>
                <a:gd name="T35" fmla="*/ 727 h 728"/>
                <a:gd name="T36" fmla="*/ 185 w 1126"/>
                <a:gd name="T37" fmla="*/ 607 h 728"/>
                <a:gd name="T38" fmla="*/ 231 w 1126"/>
                <a:gd name="T39" fmla="*/ 445 h 728"/>
                <a:gd name="T40" fmla="*/ 496 w 1126"/>
                <a:gd name="T41" fmla="*/ 472 h 728"/>
                <a:gd name="T42" fmla="*/ 572 w 1126"/>
                <a:gd name="T43" fmla="*/ 476 h 728"/>
                <a:gd name="T44" fmla="*/ 631 w 1126"/>
                <a:gd name="T45" fmla="*/ 473 h 728"/>
                <a:gd name="T46" fmla="*/ 895 w 1126"/>
                <a:gd name="T47" fmla="*/ 446 h 728"/>
                <a:gd name="T48" fmla="*/ 941 w 1126"/>
                <a:gd name="T49" fmla="*/ 608 h 728"/>
                <a:gd name="T50" fmla="*/ 1042 w 1126"/>
                <a:gd name="T51" fmla="*/ 728 h 728"/>
                <a:gd name="T52" fmla="*/ 1050 w 1126"/>
                <a:gd name="T53" fmla="*/ 480 h 728"/>
                <a:gd name="T54" fmla="*/ 1120 w 1126"/>
                <a:gd name="T55" fmla="*/ 402 h 728"/>
                <a:gd name="T56" fmla="*/ 1074 w 1126"/>
                <a:gd name="T57" fmla="*/ 298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26" h="728">
                  <a:moveTo>
                    <a:pt x="1074" y="298"/>
                  </a:moveTo>
                  <a:cubicBezTo>
                    <a:pt x="1074" y="298"/>
                    <a:pt x="1100" y="229"/>
                    <a:pt x="1043" y="173"/>
                  </a:cubicBezTo>
                  <a:cubicBezTo>
                    <a:pt x="987" y="117"/>
                    <a:pt x="930" y="145"/>
                    <a:pt x="930" y="145"/>
                  </a:cubicBezTo>
                  <a:cubicBezTo>
                    <a:pt x="930" y="145"/>
                    <a:pt x="920" y="72"/>
                    <a:pt x="848" y="61"/>
                  </a:cubicBezTo>
                  <a:cubicBezTo>
                    <a:pt x="776" y="49"/>
                    <a:pt x="745" y="94"/>
                    <a:pt x="745" y="94"/>
                  </a:cubicBezTo>
                  <a:cubicBezTo>
                    <a:pt x="740" y="45"/>
                    <a:pt x="694" y="1"/>
                    <a:pt x="638" y="1"/>
                  </a:cubicBezTo>
                  <a:cubicBezTo>
                    <a:pt x="604" y="1"/>
                    <a:pt x="585" y="15"/>
                    <a:pt x="575" y="27"/>
                  </a:cubicBezTo>
                  <a:cubicBezTo>
                    <a:pt x="569" y="31"/>
                    <a:pt x="565" y="35"/>
                    <a:pt x="563" y="37"/>
                  </a:cubicBezTo>
                  <a:cubicBezTo>
                    <a:pt x="561" y="35"/>
                    <a:pt x="558" y="33"/>
                    <a:pt x="555" y="30"/>
                  </a:cubicBezTo>
                  <a:cubicBezTo>
                    <a:pt x="546" y="18"/>
                    <a:pt x="527" y="0"/>
                    <a:pt x="488" y="0"/>
                  </a:cubicBezTo>
                  <a:cubicBezTo>
                    <a:pt x="432" y="0"/>
                    <a:pt x="386" y="44"/>
                    <a:pt x="382" y="94"/>
                  </a:cubicBezTo>
                  <a:cubicBezTo>
                    <a:pt x="382" y="94"/>
                    <a:pt x="351" y="49"/>
                    <a:pt x="278" y="60"/>
                  </a:cubicBezTo>
                  <a:cubicBezTo>
                    <a:pt x="206" y="71"/>
                    <a:pt x="197" y="144"/>
                    <a:pt x="197" y="144"/>
                  </a:cubicBezTo>
                  <a:cubicBezTo>
                    <a:pt x="197" y="144"/>
                    <a:pt x="139" y="116"/>
                    <a:pt x="83" y="172"/>
                  </a:cubicBezTo>
                  <a:cubicBezTo>
                    <a:pt x="27" y="228"/>
                    <a:pt x="52" y="297"/>
                    <a:pt x="52" y="297"/>
                  </a:cubicBezTo>
                  <a:cubicBezTo>
                    <a:pt x="52" y="297"/>
                    <a:pt x="0" y="342"/>
                    <a:pt x="6" y="401"/>
                  </a:cubicBezTo>
                  <a:cubicBezTo>
                    <a:pt x="12" y="461"/>
                    <a:pt x="76" y="479"/>
                    <a:pt x="76" y="479"/>
                  </a:cubicBezTo>
                  <a:lnTo>
                    <a:pt x="84" y="727"/>
                  </a:lnTo>
                  <a:cubicBezTo>
                    <a:pt x="84" y="727"/>
                    <a:pt x="122" y="710"/>
                    <a:pt x="185" y="607"/>
                  </a:cubicBezTo>
                  <a:cubicBezTo>
                    <a:pt x="248" y="504"/>
                    <a:pt x="231" y="445"/>
                    <a:pt x="231" y="445"/>
                  </a:cubicBezTo>
                  <a:cubicBezTo>
                    <a:pt x="231" y="445"/>
                    <a:pt x="361" y="463"/>
                    <a:pt x="496" y="472"/>
                  </a:cubicBezTo>
                  <a:cubicBezTo>
                    <a:pt x="496" y="472"/>
                    <a:pt x="546" y="477"/>
                    <a:pt x="572" y="476"/>
                  </a:cubicBezTo>
                  <a:cubicBezTo>
                    <a:pt x="592" y="477"/>
                    <a:pt x="631" y="473"/>
                    <a:pt x="631" y="473"/>
                  </a:cubicBezTo>
                  <a:cubicBezTo>
                    <a:pt x="765" y="464"/>
                    <a:pt x="895" y="446"/>
                    <a:pt x="895" y="446"/>
                  </a:cubicBezTo>
                  <a:cubicBezTo>
                    <a:pt x="895" y="446"/>
                    <a:pt x="878" y="504"/>
                    <a:pt x="941" y="608"/>
                  </a:cubicBezTo>
                  <a:cubicBezTo>
                    <a:pt x="1004" y="711"/>
                    <a:pt x="1042" y="728"/>
                    <a:pt x="1042" y="728"/>
                  </a:cubicBezTo>
                  <a:lnTo>
                    <a:pt x="1050" y="480"/>
                  </a:lnTo>
                  <a:cubicBezTo>
                    <a:pt x="1050" y="480"/>
                    <a:pt x="1114" y="462"/>
                    <a:pt x="1120" y="402"/>
                  </a:cubicBezTo>
                  <a:cubicBezTo>
                    <a:pt x="1126" y="343"/>
                    <a:pt x="1074" y="298"/>
                    <a:pt x="1074" y="298"/>
                  </a:cubicBezTo>
                  <a:close/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0CC60F8-8812-4F7D-B374-CD6B5E494DFA}"/>
              </a:ext>
            </a:extLst>
          </p:cNvPr>
          <p:cNvGrpSpPr/>
          <p:nvPr/>
        </p:nvGrpSpPr>
        <p:grpSpPr>
          <a:xfrm>
            <a:off x="1443635" y="6093450"/>
            <a:ext cx="812409" cy="760168"/>
            <a:chOff x="15621002" y="723900"/>
            <a:chExt cx="1395413" cy="1530350"/>
          </a:xfrm>
        </p:grpSpPr>
        <p:sp>
          <p:nvSpPr>
            <p:cNvPr id="92" name="Freeform 62">
              <a:extLst>
                <a:ext uri="{FF2B5EF4-FFF2-40B4-BE49-F238E27FC236}">
                  <a16:creationId xmlns:a16="http://schemas.microsoft.com/office/drawing/2014/main" id="{19669174-BA6C-403E-A6F6-B18299E6D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7615" y="1458913"/>
              <a:ext cx="366713" cy="400050"/>
            </a:xfrm>
            <a:custGeom>
              <a:avLst/>
              <a:gdLst>
                <a:gd name="T0" fmla="*/ 245 w 480"/>
                <a:gd name="T1" fmla="*/ 0 h 526"/>
                <a:gd name="T2" fmla="*/ 406 w 480"/>
                <a:gd name="T3" fmla="*/ 309 h 526"/>
                <a:gd name="T4" fmla="*/ 238 w 480"/>
                <a:gd name="T5" fmla="*/ 213 h 526"/>
                <a:gd name="T6" fmla="*/ 341 w 480"/>
                <a:gd name="T7" fmla="*/ 451 h 526"/>
                <a:gd name="T8" fmla="*/ 173 w 480"/>
                <a:gd name="T9" fmla="*/ 307 h 526"/>
                <a:gd name="T10" fmla="*/ 160 w 480"/>
                <a:gd name="T11" fmla="*/ 499 h 526"/>
                <a:gd name="T12" fmla="*/ 77 w 480"/>
                <a:gd name="T13" fmla="*/ 340 h 526"/>
                <a:gd name="T14" fmla="*/ 50 w 480"/>
                <a:gd name="T15" fmla="*/ 498 h 526"/>
                <a:gd name="T16" fmla="*/ 6 w 480"/>
                <a:gd name="T17" fmla="*/ 273 h 526"/>
                <a:gd name="T18" fmla="*/ 6 w 480"/>
                <a:gd name="T19" fmla="*/ 268 h 526"/>
                <a:gd name="T20" fmla="*/ 245 w 480"/>
                <a:gd name="T21" fmla="*/ 0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0" h="526">
                  <a:moveTo>
                    <a:pt x="245" y="0"/>
                  </a:moveTo>
                  <a:cubicBezTo>
                    <a:pt x="245" y="0"/>
                    <a:pt x="480" y="256"/>
                    <a:pt x="406" y="309"/>
                  </a:cubicBezTo>
                  <a:cubicBezTo>
                    <a:pt x="331" y="361"/>
                    <a:pt x="238" y="213"/>
                    <a:pt x="238" y="213"/>
                  </a:cubicBezTo>
                  <a:cubicBezTo>
                    <a:pt x="238" y="213"/>
                    <a:pt x="353" y="382"/>
                    <a:pt x="341" y="451"/>
                  </a:cubicBezTo>
                  <a:cubicBezTo>
                    <a:pt x="329" y="520"/>
                    <a:pt x="236" y="489"/>
                    <a:pt x="173" y="307"/>
                  </a:cubicBezTo>
                  <a:cubicBezTo>
                    <a:pt x="173" y="307"/>
                    <a:pt x="209" y="472"/>
                    <a:pt x="160" y="499"/>
                  </a:cubicBezTo>
                  <a:cubicBezTo>
                    <a:pt x="110" y="526"/>
                    <a:pt x="77" y="423"/>
                    <a:pt x="77" y="340"/>
                  </a:cubicBezTo>
                  <a:cubicBezTo>
                    <a:pt x="77" y="340"/>
                    <a:pt x="91" y="462"/>
                    <a:pt x="50" y="498"/>
                  </a:cubicBezTo>
                  <a:cubicBezTo>
                    <a:pt x="50" y="498"/>
                    <a:pt x="14" y="322"/>
                    <a:pt x="6" y="273"/>
                  </a:cubicBezTo>
                  <a:cubicBezTo>
                    <a:pt x="6" y="271"/>
                    <a:pt x="6" y="270"/>
                    <a:pt x="6" y="268"/>
                  </a:cubicBezTo>
                  <a:cubicBezTo>
                    <a:pt x="0" y="226"/>
                    <a:pt x="185" y="198"/>
                    <a:pt x="245" y="0"/>
                  </a:cubicBezTo>
                </a:path>
              </a:pathLst>
            </a:custGeom>
            <a:solidFill>
              <a:srgbClr val="211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93" name="Freeform 63">
              <a:extLst>
                <a:ext uri="{FF2B5EF4-FFF2-40B4-BE49-F238E27FC236}">
                  <a16:creationId xmlns:a16="http://schemas.microsoft.com/office/drawing/2014/main" id="{9B8D1335-B86A-4C22-9FDF-6B755FF00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2452" y="1457325"/>
              <a:ext cx="366713" cy="400050"/>
            </a:xfrm>
            <a:custGeom>
              <a:avLst/>
              <a:gdLst>
                <a:gd name="T0" fmla="*/ 235 w 481"/>
                <a:gd name="T1" fmla="*/ 0 h 526"/>
                <a:gd name="T2" fmla="*/ 75 w 481"/>
                <a:gd name="T3" fmla="*/ 309 h 526"/>
                <a:gd name="T4" fmla="*/ 243 w 481"/>
                <a:gd name="T5" fmla="*/ 213 h 526"/>
                <a:gd name="T6" fmla="*/ 140 w 481"/>
                <a:gd name="T7" fmla="*/ 451 h 526"/>
                <a:gd name="T8" fmla="*/ 307 w 481"/>
                <a:gd name="T9" fmla="*/ 307 h 526"/>
                <a:gd name="T10" fmla="*/ 321 w 481"/>
                <a:gd name="T11" fmla="*/ 499 h 526"/>
                <a:gd name="T12" fmla="*/ 403 w 481"/>
                <a:gd name="T13" fmla="*/ 340 h 526"/>
                <a:gd name="T14" fmla="*/ 430 w 481"/>
                <a:gd name="T15" fmla="*/ 497 h 526"/>
                <a:gd name="T16" fmla="*/ 474 w 481"/>
                <a:gd name="T17" fmla="*/ 273 h 526"/>
                <a:gd name="T18" fmla="*/ 475 w 481"/>
                <a:gd name="T19" fmla="*/ 268 h 526"/>
                <a:gd name="T20" fmla="*/ 235 w 481"/>
                <a:gd name="T21" fmla="*/ 0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1" h="526">
                  <a:moveTo>
                    <a:pt x="235" y="0"/>
                  </a:moveTo>
                  <a:cubicBezTo>
                    <a:pt x="235" y="0"/>
                    <a:pt x="0" y="256"/>
                    <a:pt x="75" y="309"/>
                  </a:cubicBezTo>
                  <a:cubicBezTo>
                    <a:pt x="150" y="361"/>
                    <a:pt x="243" y="213"/>
                    <a:pt x="243" y="213"/>
                  </a:cubicBezTo>
                  <a:cubicBezTo>
                    <a:pt x="243" y="213"/>
                    <a:pt x="128" y="382"/>
                    <a:pt x="140" y="451"/>
                  </a:cubicBezTo>
                  <a:cubicBezTo>
                    <a:pt x="152" y="520"/>
                    <a:pt x="244" y="488"/>
                    <a:pt x="307" y="307"/>
                  </a:cubicBezTo>
                  <a:cubicBezTo>
                    <a:pt x="307" y="307"/>
                    <a:pt x="271" y="472"/>
                    <a:pt x="321" y="499"/>
                  </a:cubicBezTo>
                  <a:cubicBezTo>
                    <a:pt x="370" y="526"/>
                    <a:pt x="403" y="422"/>
                    <a:pt x="403" y="340"/>
                  </a:cubicBezTo>
                  <a:cubicBezTo>
                    <a:pt x="403" y="340"/>
                    <a:pt x="390" y="461"/>
                    <a:pt x="430" y="497"/>
                  </a:cubicBezTo>
                  <a:cubicBezTo>
                    <a:pt x="430" y="497"/>
                    <a:pt x="467" y="322"/>
                    <a:pt x="474" y="273"/>
                  </a:cubicBezTo>
                  <a:cubicBezTo>
                    <a:pt x="475" y="271"/>
                    <a:pt x="475" y="269"/>
                    <a:pt x="475" y="268"/>
                  </a:cubicBezTo>
                  <a:cubicBezTo>
                    <a:pt x="481" y="226"/>
                    <a:pt x="295" y="198"/>
                    <a:pt x="235" y="0"/>
                  </a:cubicBezTo>
                </a:path>
              </a:pathLst>
            </a:custGeom>
            <a:solidFill>
              <a:srgbClr val="211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94" name="Freeform 64">
              <a:extLst>
                <a:ext uri="{FF2B5EF4-FFF2-40B4-BE49-F238E27FC236}">
                  <a16:creationId xmlns:a16="http://schemas.microsoft.com/office/drawing/2014/main" id="{494A90F5-1369-4119-BE9E-1D6A6A413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21002" y="1866900"/>
              <a:ext cx="1395413" cy="387350"/>
            </a:xfrm>
            <a:custGeom>
              <a:avLst/>
              <a:gdLst>
                <a:gd name="T0" fmla="*/ 1831 w 1831"/>
                <a:gd name="T1" fmla="*/ 500 h 507"/>
                <a:gd name="T2" fmla="*/ 1630 w 1831"/>
                <a:gd name="T3" fmla="*/ 159 h 507"/>
                <a:gd name="T4" fmla="*/ 1193 w 1831"/>
                <a:gd name="T5" fmla="*/ 0 h 507"/>
                <a:gd name="T6" fmla="*/ 902 w 1831"/>
                <a:gd name="T7" fmla="*/ 0 h 507"/>
                <a:gd name="T8" fmla="*/ 902 w 1831"/>
                <a:gd name="T9" fmla="*/ 0 h 507"/>
                <a:gd name="T10" fmla="*/ 638 w 1831"/>
                <a:gd name="T11" fmla="*/ 0 h 507"/>
                <a:gd name="T12" fmla="*/ 201 w 1831"/>
                <a:gd name="T13" fmla="*/ 159 h 507"/>
                <a:gd name="T14" fmla="*/ 0 w 1831"/>
                <a:gd name="T15" fmla="*/ 501 h 507"/>
                <a:gd name="T16" fmla="*/ 929 w 1831"/>
                <a:gd name="T17" fmla="*/ 507 h 507"/>
                <a:gd name="T18" fmla="*/ 929 w 1831"/>
                <a:gd name="T19" fmla="*/ 506 h 507"/>
                <a:gd name="T20" fmla="*/ 1831 w 1831"/>
                <a:gd name="T21" fmla="*/ 500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31" h="507">
                  <a:moveTo>
                    <a:pt x="1831" y="500"/>
                  </a:moveTo>
                  <a:cubicBezTo>
                    <a:pt x="1831" y="500"/>
                    <a:pt x="1789" y="261"/>
                    <a:pt x="1630" y="159"/>
                  </a:cubicBezTo>
                  <a:cubicBezTo>
                    <a:pt x="1471" y="57"/>
                    <a:pt x="1193" y="0"/>
                    <a:pt x="1193" y="0"/>
                  </a:cubicBezTo>
                  <a:lnTo>
                    <a:pt x="902" y="0"/>
                  </a:lnTo>
                  <a:lnTo>
                    <a:pt x="902" y="0"/>
                  </a:lnTo>
                  <a:lnTo>
                    <a:pt x="638" y="0"/>
                  </a:lnTo>
                  <a:cubicBezTo>
                    <a:pt x="638" y="0"/>
                    <a:pt x="360" y="57"/>
                    <a:pt x="201" y="159"/>
                  </a:cubicBezTo>
                  <a:cubicBezTo>
                    <a:pt x="42" y="261"/>
                    <a:pt x="0" y="501"/>
                    <a:pt x="0" y="501"/>
                  </a:cubicBezTo>
                  <a:lnTo>
                    <a:pt x="929" y="507"/>
                  </a:lnTo>
                  <a:lnTo>
                    <a:pt x="929" y="506"/>
                  </a:lnTo>
                  <a:lnTo>
                    <a:pt x="1831" y="50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95" name="Freeform 65">
              <a:extLst>
                <a:ext uri="{FF2B5EF4-FFF2-40B4-BE49-F238E27FC236}">
                  <a16:creationId xmlns:a16="http://schemas.microsoft.com/office/drawing/2014/main" id="{7A230EF5-4710-4CBF-90D6-5AA020ED7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06777" y="1646238"/>
              <a:ext cx="423863" cy="344488"/>
            </a:xfrm>
            <a:custGeom>
              <a:avLst/>
              <a:gdLst>
                <a:gd name="T0" fmla="*/ 558 w 558"/>
                <a:gd name="T1" fmla="*/ 298 h 452"/>
                <a:gd name="T2" fmla="*/ 493 w 558"/>
                <a:gd name="T3" fmla="*/ 6 h 452"/>
                <a:gd name="T4" fmla="*/ 278 w 558"/>
                <a:gd name="T5" fmla="*/ 67 h 452"/>
                <a:gd name="T6" fmla="*/ 66 w 558"/>
                <a:gd name="T7" fmla="*/ 7 h 452"/>
                <a:gd name="T8" fmla="*/ 0 w 558"/>
                <a:gd name="T9" fmla="*/ 299 h 452"/>
                <a:gd name="T10" fmla="*/ 258 w 558"/>
                <a:gd name="T11" fmla="*/ 449 h 452"/>
                <a:gd name="T12" fmla="*/ 558 w 558"/>
                <a:gd name="T13" fmla="*/ 298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8" h="452">
                  <a:moveTo>
                    <a:pt x="558" y="298"/>
                  </a:moveTo>
                  <a:cubicBezTo>
                    <a:pt x="506" y="210"/>
                    <a:pt x="493" y="6"/>
                    <a:pt x="493" y="6"/>
                  </a:cubicBezTo>
                  <a:cubicBezTo>
                    <a:pt x="412" y="0"/>
                    <a:pt x="303" y="54"/>
                    <a:pt x="278" y="67"/>
                  </a:cubicBezTo>
                  <a:cubicBezTo>
                    <a:pt x="249" y="52"/>
                    <a:pt x="144" y="1"/>
                    <a:pt x="66" y="7"/>
                  </a:cubicBezTo>
                  <a:cubicBezTo>
                    <a:pt x="66" y="7"/>
                    <a:pt x="52" y="212"/>
                    <a:pt x="0" y="299"/>
                  </a:cubicBezTo>
                  <a:cubicBezTo>
                    <a:pt x="0" y="299"/>
                    <a:pt x="100" y="452"/>
                    <a:pt x="258" y="449"/>
                  </a:cubicBezTo>
                  <a:cubicBezTo>
                    <a:pt x="448" y="445"/>
                    <a:pt x="558" y="298"/>
                    <a:pt x="558" y="29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96" name="Freeform 66">
              <a:extLst>
                <a:ext uri="{FF2B5EF4-FFF2-40B4-BE49-F238E27FC236}">
                  <a16:creationId xmlns:a16="http://schemas.microsoft.com/office/drawing/2014/main" id="{02F5E958-2564-4F4D-AB85-B37A3D27C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06777" y="1646238"/>
              <a:ext cx="423863" cy="344488"/>
            </a:xfrm>
            <a:custGeom>
              <a:avLst/>
              <a:gdLst>
                <a:gd name="T0" fmla="*/ 558 w 558"/>
                <a:gd name="T1" fmla="*/ 298 h 452"/>
                <a:gd name="T2" fmla="*/ 493 w 558"/>
                <a:gd name="T3" fmla="*/ 6 h 452"/>
                <a:gd name="T4" fmla="*/ 278 w 558"/>
                <a:gd name="T5" fmla="*/ 67 h 452"/>
                <a:gd name="T6" fmla="*/ 66 w 558"/>
                <a:gd name="T7" fmla="*/ 7 h 452"/>
                <a:gd name="T8" fmla="*/ 0 w 558"/>
                <a:gd name="T9" fmla="*/ 299 h 452"/>
                <a:gd name="T10" fmla="*/ 258 w 558"/>
                <a:gd name="T11" fmla="*/ 449 h 452"/>
                <a:gd name="T12" fmla="*/ 558 w 558"/>
                <a:gd name="T13" fmla="*/ 298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8" h="452">
                  <a:moveTo>
                    <a:pt x="558" y="298"/>
                  </a:moveTo>
                  <a:cubicBezTo>
                    <a:pt x="506" y="210"/>
                    <a:pt x="493" y="6"/>
                    <a:pt x="493" y="6"/>
                  </a:cubicBezTo>
                  <a:cubicBezTo>
                    <a:pt x="412" y="0"/>
                    <a:pt x="303" y="54"/>
                    <a:pt x="278" y="67"/>
                  </a:cubicBezTo>
                  <a:cubicBezTo>
                    <a:pt x="249" y="52"/>
                    <a:pt x="144" y="1"/>
                    <a:pt x="66" y="7"/>
                  </a:cubicBezTo>
                  <a:cubicBezTo>
                    <a:pt x="66" y="7"/>
                    <a:pt x="52" y="212"/>
                    <a:pt x="0" y="299"/>
                  </a:cubicBezTo>
                  <a:cubicBezTo>
                    <a:pt x="0" y="299"/>
                    <a:pt x="100" y="452"/>
                    <a:pt x="258" y="449"/>
                  </a:cubicBezTo>
                  <a:cubicBezTo>
                    <a:pt x="448" y="445"/>
                    <a:pt x="558" y="298"/>
                    <a:pt x="558" y="298"/>
                  </a:cubicBezTo>
                  <a:close/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97" name="Freeform 67">
              <a:extLst>
                <a:ext uri="{FF2B5EF4-FFF2-40B4-BE49-F238E27FC236}">
                  <a16:creationId xmlns:a16="http://schemas.microsoft.com/office/drawing/2014/main" id="{C747594F-1526-4167-B935-595EF91C6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3290" y="1660525"/>
              <a:ext cx="338138" cy="161925"/>
            </a:xfrm>
            <a:custGeom>
              <a:avLst/>
              <a:gdLst>
                <a:gd name="T0" fmla="*/ 444 w 444"/>
                <a:gd name="T1" fmla="*/ 5 h 211"/>
                <a:gd name="T2" fmla="*/ 0 w 444"/>
                <a:gd name="T3" fmla="*/ 128 h 211"/>
                <a:gd name="T4" fmla="*/ 15 w 444"/>
                <a:gd name="T5" fmla="*/ 0 h 211"/>
                <a:gd name="T6" fmla="*/ 312 w 444"/>
                <a:gd name="T7" fmla="*/ 48 h 211"/>
                <a:gd name="T8" fmla="*/ 444 w 444"/>
                <a:gd name="T9" fmla="*/ 5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4" h="211">
                  <a:moveTo>
                    <a:pt x="444" y="5"/>
                  </a:moveTo>
                  <a:cubicBezTo>
                    <a:pt x="444" y="5"/>
                    <a:pt x="222" y="211"/>
                    <a:pt x="0" y="128"/>
                  </a:cubicBezTo>
                  <a:lnTo>
                    <a:pt x="15" y="0"/>
                  </a:lnTo>
                  <a:cubicBezTo>
                    <a:pt x="15" y="0"/>
                    <a:pt x="229" y="66"/>
                    <a:pt x="312" y="48"/>
                  </a:cubicBezTo>
                  <a:cubicBezTo>
                    <a:pt x="394" y="30"/>
                    <a:pt x="444" y="5"/>
                    <a:pt x="444" y="5"/>
                  </a:cubicBezTo>
                </a:path>
              </a:pathLst>
            </a:custGeom>
            <a:solidFill>
              <a:srgbClr val="211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98" name="Freeform 68">
              <a:extLst>
                <a:ext uri="{FF2B5EF4-FFF2-40B4-BE49-F238E27FC236}">
                  <a16:creationId xmlns:a16="http://schemas.microsoft.com/office/drawing/2014/main" id="{60F7D624-3B4F-4E7F-9A1C-275D3CAC9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0727" y="906463"/>
              <a:ext cx="704850" cy="795338"/>
            </a:xfrm>
            <a:custGeom>
              <a:avLst/>
              <a:gdLst>
                <a:gd name="T0" fmla="*/ 0 w 926"/>
                <a:gd name="T1" fmla="*/ 146 h 1042"/>
                <a:gd name="T2" fmla="*/ 0 w 926"/>
                <a:gd name="T3" fmla="*/ 579 h 1042"/>
                <a:gd name="T4" fmla="*/ 463 w 926"/>
                <a:gd name="T5" fmla="*/ 1042 h 1042"/>
                <a:gd name="T6" fmla="*/ 926 w 926"/>
                <a:gd name="T7" fmla="*/ 579 h 1042"/>
                <a:gd name="T8" fmla="*/ 926 w 926"/>
                <a:gd name="T9" fmla="*/ 146 h 1042"/>
                <a:gd name="T10" fmla="*/ 468 w 926"/>
                <a:gd name="T11" fmla="*/ 0 h 1042"/>
                <a:gd name="T12" fmla="*/ 0 w 926"/>
                <a:gd name="T13" fmla="*/ 146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6" h="1042">
                  <a:moveTo>
                    <a:pt x="0" y="146"/>
                  </a:moveTo>
                  <a:lnTo>
                    <a:pt x="0" y="579"/>
                  </a:lnTo>
                  <a:cubicBezTo>
                    <a:pt x="0" y="834"/>
                    <a:pt x="208" y="1042"/>
                    <a:pt x="463" y="1042"/>
                  </a:cubicBezTo>
                  <a:cubicBezTo>
                    <a:pt x="719" y="1042"/>
                    <a:pt x="926" y="834"/>
                    <a:pt x="926" y="579"/>
                  </a:cubicBezTo>
                  <a:lnTo>
                    <a:pt x="926" y="146"/>
                  </a:lnTo>
                  <a:cubicBezTo>
                    <a:pt x="926" y="146"/>
                    <a:pt x="769" y="0"/>
                    <a:pt x="468" y="0"/>
                  </a:cubicBezTo>
                  <a:cubicBezTo>
                    <a:pt x="116" y="0"/>
                    <a:pt x="0" y="146"/>
                    <a:pt x="0" y="1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99" name="Freeform 69">
              <a:extLst>
                <a:ext uri="{FF2B5EF4-FFF2-40B4-BE49-F238E27FC236}">
                  <a16:creationId xmlns:a16="http://schemas.microsoft.com/office/drawing/2014/main" id="{A0D65856-42F6-4589-9246-57FFA8D16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0727" y="906463"/>
              <a:ext cx="704850" cy="795338"/>
            </a:xfrm>
            <a:custGeom>
              <a:avLst/>
              <a:gdLst>
                <a:gd name="T0" fmla="*/ 0 w 926"/>
                <a:gd name="T1" fmla="*/ 146 h 1042"/>
                <a:gd name="T2" fmla="*/ 0 w 926"/>
                <a:gd name="T3" fmla="*/ 579 h 1042"/>
                <a:gd name="T4" fmla="*/ 463 w 926"/>
                <a:gd name="T5" fmla="*/ 1042 h 1042"/>
                <a:gd name="T6" fmla="*/ 926 w 926"/>
                <a:gd name="T7" fmla="*/ 579 h 1042"/>
                <a:gd name="T8" fmla="*/ 926 w 926"/>
                <a:gd name="T9" fmla="*/ 146 h 1042"/>
                <a:gd name="T10" fmla="*/ 468 w 926"/>
                <a:gd name="T11" fmla="*/ 0 h 1042"/>
                <a:gd name="T12" fmla="*/ 0 w 926"/>
                <a:gd name="T13" fmla="*/ 146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6" h="1042">
                  <a:moveTo>
                    <a:pt x="0" y="146"/>
                  </a:moveTo>
                  <a:lnTo>
                    <a:pt x="0" y="579"/>
                  </a:lnTo>
                  <a:cubicBezTo>
                    <a:pt x="0" y="834"/>
                    <a:pt x="208" y="1042"/>
                    <a:pt x="463" y="1042"/>
                  </a:cubicBezTo>
                  <a:cubicBezTo>
                    <a:pt x="719" y="1042"/>
                    <a:pt x="926" y="834"/>
                    <a:pt x="926" y="579"/>
                  </a:cubicBezTo>
                  <a:lnTo>
                    <a:pt x="926" y="146"/>
                  </a:lnTo>
                  <a:cubicBezTo>
                    <a:pt x="926" y="146"/>
                    <a:pt x="769" y="0"/>
                    <a:pt x="468" y="0"/>
                  </a:cubicBezTo>
                  <a:cubicBezTo>
                    <a:pt x="116" y="0"/>
                    <a:pt x="0" y="146"/>
                    <a:pt x="0" y="146"/>
                  </a:cubicBezTo>
                  <a:close/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00" name="Freeform 70">
              <a:extLst>
                <a:ext uri="{FF2B5EF4-FFF2-40B4-BE49-F238E27FC236}">
                  <a16:creationId xmlns:a16="http://schemas.microsoft.com/office/drawing/2014/main" id="{7BE6D99D-8596-4DF9-B256-84657C055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97227" y="1192213"/>
              <a:ext cx="61913" cy="217488"/>
            </a:xfrm>
            <a:custGeom>
              <a:avLst/>
              <a:gdLst>
                <a:gd name="T0" fmla="*/ 79 w 82"/>
                <a:gd name="T1" fmla="*/ 0 h 287"/>
                <a:gd name="T2" fmla="*/ 3 w 82"/>
                <a:gd name="T3" fmla="*/ 140 h 287"/>
                <a:gd name="T4" fmla="*/ 82 w 82"/>
                <a:gd name="T5" fmla="*/ 287 h 287"/>
                <a:gd name="T6" fmla="*/ 79 w 82"/>
                <a:gd name="T7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287">
                  <a:moveTo>
                    <a:pt x="79" y="0"/>
                  </a:moveTo>
                  <a:cubicBezTo>
                    <a:pt x="79" y="0"/>
                    <a:pt x="6" y="27"/>
                    <a:pt x="3" y="140"/>
                  </a:cubicBezTo>
                  <a:cubicBezTo>
                    <a:pt x="0" y="252"/>
                    <a:pt x="82" y="287"/>
                    <a:pt x="82" y="287"/>
                  </a:cubicBezTo>
                  <a:lnTo>
                    <a:pt x="79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01" name="Freeform 71">
              <a:extLst>
                <a:ext uri="{FF2B5EF4-FFF2-40B4-BE49-F238E27FC236}">
                  <a16:creationId xmlns:a16="http://schemas.microsoft.com/office/drawing/2014/main" id="{E6842DAE-EE7F-4F08-8400-82D0EE4C6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97227" y="1192213"/>
              <a:ext cx="61913" cy="217488"/>
            </a:xfrm>
            <a:custGeom>
              <a:avLst/>
              <a:gdLst>
                <a:gd name="T0" fmla="*/ 79 w 82"/>
                <a:gd name="T1" fmla="*/ 0 h 287"/>
                <a:gd name="T2" fmla="*/ 3 w 82"/>
                <a:gd name="T3" fmla="*/ 140 h 287"/>
                <a:gd name="T4" fmla="*/ 82 w 82"/>
                <a:gd name="T5" fmla="*/ 287 h 287"/>
                <a:gd name="T6" fmla="*/ 79 w 82"/>
                <a:gd name="T7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287">
                  <a:moveTo>
                    <a:pt x="79" y="0"/>
                  </a:moveTo>
                  <a:cubicBezTo>
                    <a:pt x="79" y="0"/>
                    <a:pt x="6" y="27"/>
                    <a:pt x="3" y="140"/>
                  </a:cubicBezTo>
                  <a:cubicBezTo>
                    <a:pt x="0" y="252"/>
                    <a:pt x="82" y="287"/>
                    <a:pt x="82" y="287"/>
                  </a:cubicBezTo>
                  <a:lnTo>
                    <a:pt x="79" y="0"/>
                  </a:lnTo>
                  <a:close/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02" name="Freeform 72">
              <a:extLst>
                <a:ext uri="{FF2B5EF4-FFF2-40B4-BE49-F238E27FC236}">
                  <a16:creationId xmlns:a16="http://schemas.microsoft.com/office/drawing/2014/main" id="{8C47E35C-84F9-4BA0-818C-90DB9D1BF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67165" y="1184275"/>
              <a:ext cx="63500" cy="217488"/>
            </a:xfrm>
            <a:custGeom>
              <a:avLst/>
              <a:gdLst>
                <a:gd name="T0" fmla="*/ 3 w 82"/>
                <a:gd name="T1" fmla="*/ 0 h 286"/>
                <a:gd name="T2" fmla="*/ 79 w 82"/>
                <a:gd name="T3" fmla="*/ 139 h 286"/>
                <a:gd name="T4" fmla="*/ 0 w 82"/>
                <a:gd name="T5" fmla="*/ 286 h 286"/>
                <a:gd name="T6" fmla="*/ 3 w 82"/>
                <a:gd name="T7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286">
                  <a:moveTo>
                    <a:pt x="3" y="0"/>
                  </a:moveTo>
                  <a:cubicBezTo>
                    <a:pt x="3" y="0"/>
                    <a:pt x="76" y="27"/>
                    <a:pt x="79" y="139"/>
                  </a:cubicBezTo>
                  <a:cubicBezTo>
                    <a:pt x="82" y="252"/>
                    <a:pt x="0" y="286"/>
                    <a:pt x="0" y="286"/>
                  </a:cubicBezTo>
                  <a:lnTo>
                    <a:pt x="3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03" name="Freeform 73">
              <a:extLst>
                <a:ext uri="{FF2B5EF4-FFF2-40B4-BE49-F238E27FC236}">
                  <a16:creationId xmlns:a16="http://schemas.microsoft.com/office/drawing/2014/main" id="{FDF083BE-2462-4E75-AEA0-9678A44C2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67165" y="1184275"/>
              <a:ext cx="63500" cy="217488"/>
            </a:xfrm>
            <a:custGeom>
              <a:avLst/>
              <a:gdLst>
                <a:gd name="T0" fmla="*/ 3 w 82"/>
                <a:gd name="T1" fmla="*/ 0 h 286"/>
                <a:gd name="T2" fmla="*/ 79 w 82"/>
                <a:gd name="T3" fmla="*/ 139 h 286"/>
                <a:gd name="T4" fmla="*/ 0 w 82"/>
                <a:gd name="T5" fmla="*/ 286 h 286"/>
                <a:gd name="T6" fmla="*/ 3 w 82"/>
                <a:gd name="T7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286">
                  <a:moveTo>
                    <a:pt x="3" y="0"/>
                  </a:moveTo>
                  <a:cubicBezTo>
                    <a:pt x="3" y="0"/>
                    <a:pt x="76" y="27"/>
                    <a:pt x="79" y="139"/>
                  </a:cubicBezTo>
                  <a:cubicBezTo>
                    <a:pt x="82" y="252"/>
                    <a:pt x="0" y="286"/>
                    <a:pt x="0" y="286"/>
                  </a:cubicBezTo>
                  <a:lnTo>
                    <a:pt x="3" y="0"/>
                  </a:lnTo>
                  <a:close/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04" name="Freeform 74">
              <a:extLst>
                <a:ext uri="{FF2B5EF4-FFF2-40B4-BE49-F238E27FC236}">
                  <a16:creationId xmlns:a16="http://schemas.microsoft.com/office/drawing/2014/main" id="{2FA3D150-F445-4327-BC32-30DCE0B4A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4715" y="1122363"/>
              <a:ext cx="122238" cy="26988"/>
            </a:xfrm>
            <a:custGeom>
              <a:avLst/>
              <a:gdLst>
                <a:gd name="T0" fmla="*/ 0 w 160"/>
                <a:gd name="T1" fmla="*/ 32 h 34"/>
                <a:gd name="T2" fmla="*/ 83 w 160"/>
                <a:gd name="T3" fmla="*/ 1 h 34"/>
                <a:gd name="T4" fmla="*/ 160 w 160"/>
                <a:gd name="T5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0" h="34">
                  <a:moveTo>
                    <a:pt x="0" y="32"/>
                  </a:moveTo>
                  <a:cubicBezTo>
                    <a:pt x="0" y="32"/>
                    <a:pt x="23" y="0"/>
                    <a:pt x="83" y="1"/>
                  </a:cubicBezTo>
                  <a:cubicBezTo>
                    <a:pt x="134" y="2"/>
                    <a:pt x="160" y="34"/>
                    <a:pt x="160" y="34"/>
                  </a:cubicBezTo>
                </a:path>
              </a:pathLst>
            </a:custGeom>
            <a:noFill/>
            <a:ln w="25400" cap="rnd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05" name="Oval 75">
              <a:extLst>
                <a:ext uri="{FF2B5EF4-FFF2-40B4-BE49-F238E27FC236}">
                  <a16:creationId xmlns:a16="http://schemas.microsoft.com/office/drawing/2014/main" id="{23236D70-CAD7-4371-8804-8418720AB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49640" y="1196975"/>
              <a:ext cx="42863" cy="80963"/>
            </a:xfrm>
            <a:prstGeom prst="ellipse">
              <a:avLst/>
            </a:prstGeom>
            <a:solidFill>
              <a:srgbClr val="211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06" name="Freeform 76">
              <a:extLst>
                <a:ext uri="{FF2B5EF4-FFF2-40B4-BE49-F238E27FC236}">
                  <a16:creationId xmlns:a16="http://schemas.microsoft.com/office/drawing/2014/main" id="{F7A6CBDF-7D64-484B-BBF1-F46C573A0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2352" y="1247775"/>
              <a:ext cx="96838" cy="174625"/>
            </a:xfrm>
            <a:custGeom>
              <a:avLst/>
              <a:gdLst>
                <a:gd name="T0" fmla="*/ 30 w 127"/>
                <a:gd name="T1" fmla="*/ 0 h 230"/>
                <a:gd name="T2" fmla="*/ 5 w 127"/>
                <a:gd name="T3" fmla="*/ 191 h 230"/>
                <a:gd name="T4" fmla="*/ 127 w 127"/>
                <a:gd name="T5" fmla="*/ 206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" h="230">
                  <a:moveTo>
                    <a:pt x="30" y="0"/>
                  </a:moveTo>
                  <a:cubicBezTo>
                    <a:pt x="30" y="0"/>
                    <a:pt x="0" y="176"/>
                    <a:pt x="5" y="191"/>
                  </a:cubicBezTo>
                  <a:cubicBezTo>
                    <a:pt x="11" y="205"/>
                    <a:pt x="70" y="230"/>
                    <a:pt x="127" y="2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07" name="Freeform 77">
              <a:extLst>
                <a:ext uri="{FF2B5EF4-FFF2-40B4-BE49-F238E27FC236}">
                  <a16:creationId xmlns:a16="http://schemas.microsoft.com/office/drawing/2014/main" id="{86662907-B0C4-4805-A346-4260AF149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2352" y="1247775"/>
              <a:ext cx="96838" cy="174625"/>
            </a:xfrm>
            <a:custGeom>
              <a:avLst/>
              <a:gdLst>
                <a:gd name="T0" fmla="*/ 30 w 127"/>
                <a:gd name="T1" fmla="*/ 0 h 230"/>
                <a:gd name="T2" fmla="*/ 5 w 127"/>
                <a:gd name="T3" fmla="*/ 191 h 230"/>
                <a:gd name="T4" fmla="*/ 127 w 127"/>
                <a:gd name="T5" fmla="*/ 206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" h="230">
                  <a:moveTo>
                    <a:pt x="30" y="0"/>
                  </a:moveTo>
                  <a:cubicBezTo>
                    <a:pt x="30" y="0"/>
                    <a:pt x="0" y="176"/>
                    <a:pt x="5" y="191"/>
                  </a:cubicBezTo>
                  <a:cubicBezTo>
                    <a:pt x="11" y="205"/>
                    <a:pt x="70" y="230"/>
                    <a:pt x="127" y="206"/>
                  </a:cubicBezTo>
                </a:path>
              </a:pathLst>
            </a:custGeom>
            <a:noFill/>
            <a:ln w="12700" cap="rnd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09" name="Freeform 78">
              <a:extLst>
                <a:ext uri="{FF2B5EF4-FFF2-40B4-BE49-F238E27FC236}">
                  <a16:creationId xmlns:a16="http://schemas.microsoft.com/office/drawing/2014/main" id="{1802007A-0B56-4C4B-8F76-5A0481488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2527" y="1122363"/>
              <a:ext cx="123825" cy="26988"/>
            </a:xfrm>
            <a:custGeom>
              <a:avLst/>
              <a:gdLst>
                <a:gd name="T0" fmla="*/ 161 w 161"/>
                <a:gd name="T1" fmla="*/ 33 h 35"/>
                <a:gd name="T2" fmla="*/ 78 w 161"/>
                <a:gd name="T3" fmla="*/ 1 h 35"/>
                <a:gd name="T4" fmla="*/ 0 w 161"/>
                <a:gd name="T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1" h="35">
                  <a:moveTo>
                    <a:pt x="161" y="33"/>
                  </a:moveTo>
                  <a:cubicBezTo>
                    <a:pt x="161" y="33"/>
                    <a:pt x="137" y="0"/>
                    <a:pt x="78" y="1"/>
                  </a:cubicBezTo>
                  <a:cubicBezTo>
                    <a:pt x="26" y="2"/>
                    <a:pt x="0" y="35"/>
                    <a:pt x="0" y="35"/>
                  </a:cubicBezTo>
                </a:path>
              </a:pathLst>
            </a:custGeom>
            <a:noFill/>
            <a:ln w="25400" cap="rnd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10" name="Freeform 79">
              <a:extLst>
                <a:ext uri="{FF2B5EF4-FFF2-40B4-BE49-F238E27FC236}">
                  <a16:creationId xmlns:a16="http://schemas.microsoft.com/office/drawing/2014/main" id="{D34D3DC5-091B-42C6-85CE-D94D4C0E9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40127" y="1501775"/>
              <a:ext cx="144463" cy="38100"/>
            </a:xfrm>
            <a:custGeom>
              <a:avLst/>
              <a:gdLst>
                <a:gd name="T0" fmla="*/ 0 w 190"/>
                <a:gd name="T1" fmla="*/ 4 h 50"/>
                <a:gd name="T2" fmla="*/ 190 w 190"/>
                <a:gd name="T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0" h="50">
                  <a:moveTo>
                    <a:pt x="0" y="4"/>
                  </a:moveTo>
                  <a:cubicBezTo>
                    <a:pt x="0" y="4"/>
                    <a:pt x="84" y="50"/>
                    <a:pt x="190" y="0"/>
                  </a:cubicBezTo>
                </a:path>
              </a:pathLst>
            </a:custGeom>
            <a:noFill/>
            <a:ln w="12700" cap="rnd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11" name="Freeform 80">
              <a:extLst>
                <a:ext uri="{FF2B5EF4-FFF2-40B4-BE49-F238E27FC236}">
                  <a16:creationId xmlns:a16="http://schemas.microsoft.com/office/drawing/2014/main" id="{AA26A72C-D469-4B8C-800C-4AFB31979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4215" y="979488"/>
              <a:ext cx="136525" cy="225425"/>
            </a:xfrm>
            <a:custGeom>
              <a:avLst/>
              <a:gdLst>
                <a:gd name="T0" fmla="*/ 145 w 179"/>
                <a:gd name="T1" fmla="*/ 7 h 295"/>
                <a:gd name="T2" fmla="*/ 117 w 179"/>
                <a:gd name="T3" fmla="*/ 175 h 295"/>
                <a:gd name="T4" fmla="*/ 18 w 179"/>
                <a:gd name="T5" fmla="*/ 295 h 295"/>
                <a:gd name="T6" fmla="*/ 26 w 179"/>
                <a:gd name="T7" fmla="*/ 1 h 295"/>
                <a:gd name="T8" fmla="*/ 145 w 179"/>
                <a:gd name="T9" fmla="*/ 7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295">
                  <a:moveTo>
                    <a:pt x="145" y="7"/>
                  </a:moveTo>
                  <a:cubicBezTo>
                    <a:pt x="145" y="7"/>
                    <a:pt x="179" y="72"/>
                    <a:pt x="117" y="175"/>
                  </a:cubicBezTo>
                  <a:cubicBezTo>
                    <a:pt x="56" y="278"/>
                    <a:pt x="18" y="295"/>
                    <a:pt x="18" y="295"/>
                  </a:cubicBezTo>
                  <a:cubicBezTo>
                    <a:pt x="18" y="295"/>
                    <a:pt x="0" y="88"/>
                    <a:pt x="26" y="1"/>
                  </a:cubicBezTo>
                  <a:cubicBezTo>
                    <a:pt x="26" y="1"/>
                    <a:pt x="57" y="0"/>
                    <a:pt x="145" y="7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12" name="Freeform 81">
              <a:extLst>
                <a:ext uri="{FF2B5EF4-FFF2-40B4-BE49-F238E27FC236}">
                  <a16:creationId xmlns:a16="http://schemas.microsoft.com/office/drawing/2014/main" id="{48464268-BAE3-46F5-86A0-5CAEE03C8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4215" y="979488"/>
              <a:ext cx="136525" cy="225425"/>
            </a:xfrm>
            <a:custGeom>
              <a:avLst/>
              <a:gdLst>
                <a:gd name="T0" fmla="*/ 145 w 179"/>
                <a:gd name="T1" fmla="*/ 7 h 295"/>
                <a:gd name="T2" fmla="*/ 117 w 179"/>
                <a:gd name="T3" fmla="*/ 175 h 295"/>
                <a:gd name="T4" fmla="*/ 18 w 179"/>
                <a:gd name="T5" fmla="*/ 295 h 295"/>
                <a:gd name="T6" fmla="*/ 26 w 179"/>
                <a:gd name="T7" fmla="*/ 1 h 295"/>
                <a:gd name="T8" fmla="*/ 145 w 179"/>
                <a:gd name="T9" fmla="*/ 7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295">
                  <a:moveTo>
                    <a:pt x="145" y="7"/>
                  </a:moveTo>
                  <a:cubicBezTo>
                    <a:pt x="145" y="7"/>
                    <a:pt x="179" y="72"/>
                    <a:pt x="117" y="175"/>
                  </a:cubicBezTo>
                  <a:cubicBezTo>
                    <a:pt x="56" y="278"/>
                    <a:pt x="18" y="295"/>
                    <a:pt x="18" y="295"/>
                  </a:cubicBezTo>
                  <a:cubicBezTo>
                    <a:pt x="18" y="295"/>
                    <a:pt x="0" y="88"/>
                    <a:pt x="26" y="1"/>
                  </a:cubicBezTo>
                  <a:cubicBezTo>
                    <a:pt x="26" y="1"/>
                    <a:pt x="57" y="0"/>
                    <a:pt x="145" y="7"/>
                  </a:cubicBezTo>
                  <a:close/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13" name="Freeform 82">
              <a:extLst>
                <a:ext uri="{FF2B5EF4-FFF2-40B4-BE49-F238E27FC236}">
                  <a16:creationId xmlns:a16="http://schemas.microsoft.com/office/drawing/2014/main" id="{4183B14D-80DC-4D55-BB48-B4B7C301F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8502" y="723900"/>
              <a:ext cx="744538" cy="269875"/>
            </a:xfrm>
            <a:custGeom>
              <a:avLst/>
              <a:gdLst>
                <a:gd name="T0" fmla="*/ 493 w 977"/>
                <a:gd name="T1" fmla="*/ 0 h 354"/>
                <a:gd name="T2" fmla="*/ 0 w 977"/>
                <a:gd name="T3" fmla="*/ 334 h 354"/>
                <a:gd name="T4" fmla="*/ 133 w 977"/>
                <a:gd name="T5" fmla="*/ 341 h 354"/>
                <a:gd name="T6" fmla="*/ 485 w 977"/>
                <a:gd name="T7" fmla="*/ 347 h 354"/>
                <a:gd name="T8" fmla="*/ 843 w 977"/>
                <a:gd name="T9" fmla="*/ 339 h 354"/>
                <a:gd name="T10" fmla="*/ 977 w 977"/>
                <a:gd name="T11" fmla="*/ 332 h 354"/>
                <a:gd name="T12" fmla="*/ 493 w 977"/>
                <a:gd name="T13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7" h="354">
                  <a:moveTo>
                    <a:pt x="493" y="0"/>
                  </a:moveTo>
                  <a:cubicBezTo>
                    <a:pt x="45" y="0"/>
                    <a:pt x="0" y="334"/>
                    <a:pt x="0" y="334"/>
                  </a:cubicBezTo>
                  <a:lnTo>
                    <a:pt x="133" y="341"/>
                  </a:lnTo>
                  <a:cubicBezTo>
                    <a:pt x="236" y="302"/>
                    <a:pt x="465" y="353"/>
                    <a:pt x="485" y="347"/>
                  </a:cubicBezTo>
                  <a:cubicBezTo>
                    <a:pt x="508" y="354"/>
                    <a:pt x="740" y="300"/>
                    <a:pt x="843" y="339"/>
                  </a:cubicBezTo>
                  <a:lnTo>
                    <a:pt x="977" y="332"/>
                  </a:lnTo>
                  <a:cubicBezTo>
                    <a:pt x="977" y="332"/>
                    <a:pt x="949" y="0"/>
                    <a:pt x="493" y="0"/>
                  </a:cubicBezTo>
                  <a:close/>
                </a:path>
              </a:pathLst>
            </a:custGeom>
            <a:solidFill>
              <a:srgbClr val="211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22" name="Freeform 83">
              <a:extLst>
                <a:ext uri="{FF2B5EF4-FFF2-40B4-BE49-F238E27FC236}">
                  <a16:creationId xmlns:a16="http://schemas.microsoft.com/office/drawing/2014/main" id="{FE0BF580-FF5C-4BB3-8265-58B11BC5A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56040" y="968375"/>
              <a:ext cx="136525" cy="225425"/>
            </a:xfrm>
            <a:custGeom>
              <a:avLst/>
              <a:gdLst>
                <a:gd name="T0" fmla="*/ 34 w 179"/>
                <a:gd name="T1" fmla="*/ 7 h 295"/>
                <a:gd name="T2" fmla="*/ 62 w 179"/>
                <a:gd name="T3" fmla="*/ 175 h 295"/>
                <a:gd name="T4" fmla="*/ 161 w 179"/>
                <a:gd name="T5" fmla="*/ 295 h 295"/>
                <a:gd name="T6" fmla="*/ 153 w 179"/>
                <a:gd name="T7" fmla="*/ 1 h 295"/>
                <a:gd name="T8" fmla="*/ 34 w 179"/>
                <a:gd name="T9" fmla="*/ 7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295">
                  <a:moveTo>
                    <a:pt x="34" y="7"/>
                  </a:moveTo>
                  <a:cubicBezTo>
                    <a:pt x="34" y="7"/>
                    <a:pt x="0" y="72"/>
                    <a:pt x="62" y="175"/>
                  </a:cubicBezTo>
                  <a:cubicBezTo>
                    <a:pt x="123" y="278"/>
                    <a:pt x="161" y="295"/>
                    <a:pt x="161" y="295"/>
                  </a:cubicBezTo>
                  <a:cubicBezTo>
                    <a:pt x="161" y="295"/>
                    <a:pt x="179" y="88"/>
                    <a:pt x="153" y="1"/>
                  </a:cubicBezTo>
                  <a:cubicBezTo>
                    <a:pt x="153" y="1"/>
                    <a:pt x="122" y="0"/>
                    <a:pt x="34" y="7"/>
                  </a:cubicBezTo>
                </a:path>
              </a:pathLst>
            </a:custGeom>
            <a:solidFill>
              <a:srgbClr val="FDDB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23" name="Freeform 84">
              <a:extLst>
                <a:ext uri="{FF2B5EF4-FFF2-40B4-BE49-F238E27FC236}">
                  <a16:creationId xmlns:a16="http://schemas.microsoft.com/office/drawing/2014/main" id="{43EF7264-EE74-4555-8EC1-2BCC22E48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56040" y="968375"/>
              <a:ext cx="136525" cy="225425"/>
            </a:xfrm>
            <a:custGeom>
              <a:avLst/>
              <a:gdLst>
                <a:gd name="T0" fmla="*/ 34 w 179"/>
                <a:gd name="T1" fmla="*/ 7 h 295"/>
                <a:gd name="T2" fmla="*/ 62 w 179"/>
                <a:gd name="T3" fmla="*/ 175 h 295"/>
                <a:gd name="T4" fmla="*/ 161 w 179"/>
                <a:gd name="T5" fmla="*/ 295 h 295"/>
                <a:gd name="T6" fmla="*/ 153 w 179"/>
                <a:gd name="T7" fmla="*/ 1 h 295"/>
                <a:gd name="T8" fmla="*/ 34 w 179"/>
                <a:gd name="T9" fmla="*/ 7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295">
                  <a:moveTo>
                    <a:pt x="34" y="7"/>
                  </a:moveTo>
                  <a:cubicBezTo>
                    <a:pt x="34" y="7"/>
                    <a:pt x="0" y="72"/>
                    <a:pt x="62" y="175"/>
                  </a:cubicBezTo>
                  <a:cubicBezTo>
                    <a:pt x="123" y="278"/>
                    <a:pt x="161" y="295"/>
                    <a:pt x="161" y="295"/>
                  </a:cubicBezTo>
                  <a:cubicBezTo>
                    <a:pt x="161" y="295"/>
                    <a:pt x="179" y="88"/>
                    <a:pt x="153" y="1"/>
                  </a:cubicBezTo>
                  <a:cubicBezTo>
                    <a:pt x="153" y="1"/>
                    <a:pt x="122" y="0"/>
                    <a:pt x="34" y="7"/>
                  </a:cubicBezTo>
                  <a:close/>
                </a:path>
              </a:pathLst>
            </a:custGeom>
            <a:solidFill>
              <a:srgbClr val="FFC000"/>
            </a:solidFill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25" name="Freeform 85">
              <a:extLst>
                <a:ext uri="{FF2B5EF4-FFF2-40B4-BE49-F238E27FC236}">
                  <a16:creationId xmlns:a16="http://schemas.microsoft.com/office/drawing/2014/main" id="{132A877D-1B9D-428B-A236-490BE9B91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76615" y="815975"/>
              <a:ext cx="50800" cy="98425"/>
            </a:xfrm>
            <a:custGeom>
              <a:avLst/>
              <a:gdLst>
                <a:gd name="T0" fmla="*/ 57 w 67"/>
                <a:gd name="T1" fmla="*/ 128 h 128"/>
                <a:gd name="T2" fmla="*/ 49 w 67"/>
                <a:gd name="T3" fmla="*/ 123 h 128"/>
                <a:gd name="T4" fmla="*/ 2 w 67"/>
                <a:gd name="T5" fmla="*/ 13 h 128"/>
                <a:gd name="T6" fmla="*/ 7 w 67"/>
                <a:gd name="T7" fmla="*/ 2 h 128"/>
                <a:gd name="T8" fmla="*/ 18 w 67"/>
                <a:gd name="T9" fmla="*/ 6 h 128"/>
                <a:gd name="T10" fmla="*/ 65 w 67"/>
                <a:gd name="T11" fmla="*/ 116 h 128"/>
                <a:gd name="T12" fmla="*/ 60 w 67"/>
                <a:gd name="T13" fmla="*/ 128 h 128"/>
                <a:gd name="T14" fmla="*/ 57 w 67"/>
                <a:gd name="T15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128">
                  <a:moveTo>
                    <a:pt x="57" y="128"/>
                  </a:moveTo>
                  <a:cubicBezTo>
                    <a:pt x="53" y="128"/>
                    <a:pt x="50" y="126"/>
                    <a:pt x="49" y="123"/>
                  </a:cubicBezTo>
                  <a:lnTo>
                    <a:pt x="2" y="13"/>
                  </a:lnTo>
                  <a:cubicBezTo>
                    <a:pt x="0" y="9"/>
                    <a:pt x="2" y="4"/>
                    <a:pt x="7" y="2"/>
                  </a:cubicBezTo>
                  <a:cubicBezTo>
                    <a:pt x="11" y="0"/>
                    <a:pt x="16" y="2"/>
                    <a:pt x="18" y="6"/>
                  </a:cubicBezTo>
                  <a:lnTo>
                    <a:pt x="65" y="116"/>
                  </a:lnTo>
                  <a:cubicBezTo>
                    <a:pt x="67" y="121"/>
                    <a:pt x="65" y="126"/>
                    <a:pt x="60" y="128"/>
                  </a:cubicBezTo>
                  <a:cubicBezTo>
                    <a:pt x="59" y="128"/>
                    <a:pt x="58" y="128"/>
                    <a:pt x="57" y="12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26" name="Freeform 86">
              <a:extLst>
                <a:ext uri="{FF2B5EF4-FFF2-40B4-BE49-F238E27FC236}">
                  <a16:creationId xmlns:a16="http://schemas.microsoft.com/office/drawing/2014/main" id="{1F1C8AFF-D661-42E2-B465-5FC838F95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8852" y="787400"/>
              <a:ext cx="41275" cy="103188"/>
            </a:xfrm>
            <a:custGeom>
              <a:avLst/>
              <a:gdLst>
                <a:gd name="T0" fmla="*/ 43 w 54"/>
                <a:gd name="T1" fmla="*/ 137 h 137"/>
                <a:gd name="T2" fmla="*/ 35 w 54"/>
                <a:gd name="T3" fmla="*/ 131 h 137"/>
                <a:gd name="T4" fmla="*/ 1 w 54"/>
                <a:gd name="T5" fmla="*/ 13 h 137"/>
                <a:gd name="T6" fmla="*/ 7 w 54"/>
                <a:gd name="T7" fmla="*/ 1 h 137"/>
                <a:gd name="T8" fmla="*/ 19 w 54"/>
                <a:gd name="T9" fmla="*/ 8 h 137"/>
                <a:gd name="T10" fmla="*/ 53 w 54"/>
                <a:gd name="T11" fmla="*/ 126 h 137"/>
                <a:gd name="T12" fmla="*/ 47 w 54"/>
                <a:gd name="T13" fmla="*/ 137 h 137"/>
                <a:gd name="T14" fmla="*/ 43 w 54"/>
                <a:gd name="T15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137">
                  <a:moveTo>
                    <a:pt x="43" y="137"/>
                  </a:moveTo>
                  <a:cubicBezTo>
                    <a:pt x="40" y="137"/>
                    <a:pt x="36" y="134"/>
                    <a:pt x="35" y="131"/>
                  </a:cubicBezTo>
                  <a:lnTo>
                    <a:pt x="1" y="13"/>
                  </a:lnTo>
                  <a:cubicBezTo>
                    <a:pt x="0" y="8"/>
                    <a:pt x="3" y="3"/>
                    <a:pt x="7" y="1"/>
                  </a:cubicBezTo>
                  <a:cubicBezTo>
                    <a:pt x="12" y="0"/>
                    <a:pt x="17" y="3"/>
                    <a:pt x="19" y="8"/>
                  </a:cubicBezTo>
                  <a:lnTo>
                    <a:pt x="53" y="126"/>
                  </a:lnTo>
                  <a:cubicBezTo>
                    <a:pt x="54" y="131"/>
                    <a:pt x="51" y="136"/>
                    <a:pt x="47" y="137"/>
                  </a:cubicBezTo>
                  <a:cubicBezTo>
                    <a:pt x="45" y="137"/>
                    <a:pt x="44" y="137"/>
                    <a:pt x="43" y="1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27" name="Freeform 87">
              <a:extLst>
                <a:ext uri="{FF2B5EF4-FFF2-40B4-BE49-F238E27FC236}">
                  <a16:creationId xmlns:a16="http://schemas.microsoft.com/office/drawing/2014/main" id="{A82858E9-8125-4A3D-A4EF-1FBC282C6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17940" y="828675"/>
              <a:ext cx="50800" cy="98425"/>
            </a:xfrm>
            <a:custGeom>
              <a:avLst/>
              <a:gdLst>
                <a:gd name="T0" fmla="*/ 10 w 67"/>
                <a:gd name="T1" fmla="*/ 129 h 129"/>
                <a:gd name="T2" fmla="*/ 18 w 67"/>
                <a:gd name="T3" fmla="*/ 124 h 129"/>
                <a:gd name="T4" fmla="*/ 65 w 67"/>
                <a:gd name="T5" fmla="*/ 14 h 129"/>
                <a:gd name="T6" fmla="*/ 60 w 67"/>
                <a:gd name="T7" fmla="*/ 2 h 129"/>
                <a:gd name="T8" fmla="*/ 49 w 67"/>
                <a:gd name="T9" fmla="*/ 7 h 129"/>
                <a:gd name="T10" fmla="*/ 2 w 67"/>
                <a:gd name="T11" fmla="*/ 117 h 129"/>
                <a:gd name="T12" fmla="*/ 7 w 67"/>
                <a:gd name="T13" fmla="*/ 128 h 129"/>
                <a:gd name="T14" fmla="*/ 10 w 67"/>
                <a:gd name="T15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129">
                  <a:moveTo>
                    <a:pt x="10" y="129"/>
                  </a:moveTo>
                  <a:cubicBezTo>
                    <a:pt x="13" y="129"/>
                    <a:pt x="17" y="127"/>
                    <a:pt x="18" y="124"/>
                  </a:cubicBezTo>
                  <a:lnTo>
                    <a:pt x="65" y="14"/>
                  </a:lnTo>
                  <a:cubicBezTo>
                    <a:pt x="67" y="9"/>
                    <a:pt x="65" y="4"/>
                    <a:pt x="60" y="2"/>
                  </a:cubicBezTo>
                  <a:cubicBezTo>
                    <a:pt x="56" y="0"/>
                    <a:pt x="51" y="2"/>
                    <a:pt x="49" y="7"/>
                  </a:cubicBezTo>
                  <a:lnTo>
                    <a:pt x="2" y="117"/>
                  </a:lnTo>
                  <a:cubicBezTo>
                    <a:pt x="0" y="121"/>
                    <a:pt x="2" y="126"/>
                    <a:pt x="7" y="128"/>
                  </a:cubicBezTo>
                  <a:cubicBezTo>
                    <a:pt x="8" y="129"/>
                    <a:pt x="9" y="129"/>
                    <a:pt x="10" y="1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28" name="Freeform 88">
              <a:extLst>
                <a:ext uri="{FF2B5EF4-FFF2-40B4-BE49-F238E27FC236}">
                  <a16:creationId xmlns:a16="http://schemas.microsoft.com/office/drawing/2014/main" id="{A1AE71DE-1CEE-431E-AE48-CE804C082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2052" y="793750"/>
              <a:ext cx="42863" cy="104775"/>
            </a:xfrm>
            <a:custGeom>
              <a:avLst/>
              <a:gdLst>
                <a:gd name="T0" fmla="*/ 11 w 55"/>
                <a:gd name="T1" fmla="*/ 137 h 137"/>
                <a:gd name="T2" fmla="*/ 19 w 55"/>
                <a:gd name="T3" fmla="*/ 131 h 137"/>
                <a:gd name="T4" fmla="*/ 53 w 55"/>
                <a:gd name="T5" fmla="*/ 12 h 137"/>
                <a:gd name="T6" fmla="*/ 47 w 55"/>
                <a:gd name="T7" fmla="*/ 1 h 137"/>
                <a:gd name="T8" fmla="*/ 36 w 55"/>
                <a:gd name="T9" fmla="*/ 7 h 137"/>
                <a:gd name="T10" fmla="*/ 2 w 55"/>
                <a:gd name="T11" fmla="*/ 126 h 137"/>
                <a:gd name="T12" fmla="*/ 8 w 55"/>
                <a:gd name="T13" fmla="*/ 137 h 137"/>
                <a:gd name="T14" fmla="*/ 11 w 55"/>
                <a:gd name="T15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137">
                  <a:moveTo>
                    <a:pt x="11" y="137"/>
                  </a:moveTo>
                  <a:cubicBezTo>
                    <a:pt x="15" y="137"/>
                    <a:pt x="18" y="134"/>
                    <a:pt x="19" y="131"/>
                  </a:cubicBezTo>
                  <a:lnTo>
                    <a:pt x="53" y="12"/>
                  </a:lnTo>
                  <a:cubicBezTo>
                    <a:pt x="55" y="8"/>
                    <a:pt x="52" y="3"/>
                    <a:pt x="47" y="1"/>
                  </a:cubicBezTo>
                  <a:cubicBezTo>
                    <a:pt x="42" y="0"/>
                    <a:pt x="37" y="3"/>
                    <a:pt x="36" y="7"/>
                  </a:cubicBezTo>
                  <a:lnTo>
                    <a:pt x="2" y="126"/>
                  </a:lnTo>
                  <a:cubicBezTo>
                    <a:pt x="0" y="130"/>
                    <a:pt x="3" y="135"/>
                    <a:pt x="8" y="137"/>
                  </a:cubicBezTo>
                  <a:cubicBezTo>
                    <a:pt x="9" y="137"/>
                    <a:pt x="10" y="137"/>
                    <a:pt x="11" y="1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29" name="Freeform 89">
              <a:extLst>
                <a:ext uri="{FF2B5EF4-FFF2-40B4-BE49-F238E27FC236}">
                  <a16:creationId xmlns:a16="http://schemas.microsoft.com/office/drawing/2014/main" id="{C7271CC8-0153-4CC0-B0F4-741990FE7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4740" y="776288"/>
              <a:ext cx="17463" cy="109538"/>
            </a:xfrm>
            <a:custGeom>
              <a:avLst/>
              <a:gdLst>
                <a:gd name="T0" fmla="*/ 5 w 22"/>
                <a:gd name="T1" fmla="*/ 141 h 142"/>
                <a:gd name="T2" fmla="*/ 0 w 22"/>
                <a:gd name="T3" fmla="*/ 132 h 142"/>
                <a:gd name="T4" fmla="*/ 4 w 22"/>
                <a:gd name="T5" fmla="*/ 9 h 142"/>
                <a:gd name="T6" fmla="*/ 13 w 22"/>
                <a:gd name="T7" fmla="*/ 0 h 142"/>
                <a:gd name="T8" fmla="*/ 22 w 22"/>
                <a:gd name="T9" fmla="*/ 10 h 142"/>
                <a:gd name="T10" fmla="*/ 18 w 22"/>
                <a:gd name="T11" fmla="*/ 133 h 142"/>
                <a:gd name="T12" fmla="*/ 9 w 22"/>
                <a:gd name="T13" fmla="*/ 142 h 142"/>
                <a:gd name="T14" fmla="*/ 5 w 22"/>
                <a:gd name="T15" fmla="*/ 141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142">
                  <a:moveTo>
                    <a:pt x="5" y="141"/>
                  </a:moveTo>
                  <a:cubicBezTo>
                    <a:pt x="2" y="139"/>
                    <a:pt x="0" y="136"/>
                    <a:pt x="0" y="132"/>
                  </a:cubicBezTo>
                  <a:lnTo>
                    <a:pt x="4" y="9"/>
                  </a:lnTo>
                  <a:cubicBezTo>
                    <a:pt x="4" y="4"/>
                    <a:pt x="8" y="0"/>
                    <a:pt x="13" y="0"/>
                  </a:cubicBezTo>
                  <a:cubicBezTo>
                    <a:pt x="18" y="1"/>
                    <a:pt x="22" y="5"/>
                    <a:pt x="22" y="10"/>
                  </a:cubicBezTo>
                  <a:lnTo>
                    <a:pt x="18" y="133"/>
                  </a:lnTo>
                  <a:cubicBezTo>
                    <a:pt x="18" y="138"/>
                    <a:pt x="14" y="142"/>
                    <a:pt x="9" y="142"/>
                  </a:cubicBezTo>
                  <a:cubicBezTo>
                    <a:pt x="8" y="142"/>
                    <a:pt x="6" y="141"/>
                    <a:pt x="5" y="1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30" name="Oval 90">
              <a:extLst>
                <a:ext uri="{FF2B5EF4-FFF2-40B4-BE49-F238E27FC236}">
                  <a16:creationId xmlns:a16="http://schemas.microsoft.com/office/drawing/2014/main" id="{2653BAE6-7C49-4212-988B-FA811CB07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21102" y="1193800"/>
              <a:ext cx="44450" cy="80963"/>
            </a:xfrm>
            <a:prstGeom prst="ellipse">
              <a:avLst/>
            </a:prstGeom>
            <a:solidFill>
              <a:srgbClr val="211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B5AA9C87-27A8-4C19-A1FE-42BCF9518D2E}"/>
              </a:ext>
            </a:extLst>
          </p:cNvPr>
          <p:cNvGrpSpPr/>
          <p:nvPr/>
        </p:nvGrpSpPr>
        <p:grpSpPr>
          <a:xfrm>
            <a:off x="880741" y="5992033"/>
            <a:ext cx="756637" cy="881262"/>
            <a:chOff x="15698790" y="2494459"/>
            <a:chExt cx="1395413" cy="1574304"/>
          </a:xfrm>
        </p:grpSpPr>
        <p:sp>
          <p:nvSpPr>
            <p:cNvPr id="132" name="Freeform 118">
              <a:extLst>
                <a:ext uri="{FF2B5EF4-FFF2-40B4-BE49-F238E27FC236}">
                  <a16:creationId xmlns:a16="http://schemas.microsoft.com/office/drawing/2014/main" id="{0A0944AE-85AF-4C7E-9F8A-ED6D0AA468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8790" y="3560763"/>
              <a:ext cx="1395413" cy="508000"/>
            </a:xfrm>
            <a:custGeom>
              <a:avLst/>
              <a:gdLst>
                <a:gd name="T0" fmla="*/ 1831 w 1831"/>
                <a:gd name="T1" fmla="*/ 658 h 666"/>
                <a:gd name="T2" fmla="*/ 1630 w 1831"/>
                <a:gd name="T3" fmla="*/ 209 h 666"/>
                <a:gd name="T4" fmla="*/ 1192 w 1831"/>
                <a:gd name="T5" fmla="*/ 0 h 666"/>
                <a:gd name="T6" fmla="*/ 902 w 1831"/>
                <a:gd name="T7" fmla="*/ 0 h 666"/>
                <a:gd name="T8" fmla="*/ 902 w 1831"/>
                <a:gd name="T9" fmla="*/ 1 h 666"/>
                <a:gd name="T10" fmla="*/ 638 w 1831"/>
                <a:gd name="T11" fmla="*/ 1 h 666"/>
                <a:gd name="T12" fmla="*/ 201 w 1831"/>
                <a:gd name="T13" fmla="*/ 209 h 666"/>
                <a:gd name="T14" fmla="*/ 0 w 1831"/>
                <a:gd name="T15" fmla="*/ 658 h 666"/>
                <a:gd name="T16" fmla="*/ 929 w 1831"/>
                <a:gd name="T17" fmla="*/ 666 h 666"/>
                <a:gd name="T18" fmla="*/ 929 w 1831"/>
                <a:gd name="T19" fmla="*/ 665 h 666"/>
                <a:gd name="T20" fmla="*/ 1831 w 1831"/>
                <a:gd name="T21" fmla="*/ 65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31" h="666">
                  <a:moveTo>
                    <a:pt x="1831" y="658"/>
                  </a:moveTo>
                  <a:cubicBezTo>
                    <a:pt x="1831" y="658"/>
                    <a:pt x="1789" y="343"/>
                    <a:pt x="1630" y="209"/>
                  </a:cubicBezTo>
                  <a:cubicBezTo>
                    <a:pt x="1471" y="75"/>
                    <a:pt x="1192" y="0"/>
                    <a:pt x="1192" y="0"/>
                  </a:cubicBezTo>
                  <a:lnTo>
                    <a:pt x="902" y="0"/>
                  </a:lnTo>
                  <a:lnTo>
                    <a:pt x="902" y="1"/>
                  </a:lnTo>
                  <a:lnTo>
                    <a:pt x="638" y="1"/>
                  </a:lnTo>
                  <a:cubicBezTo>
                    <a:pt x="638" y="1"/>
                    <a:pt x="359" y="75"/>
                    <a:pt x="201" y="209"/>
                  </a:cubicBezTo>
                  <a:cubicBezTo>
                    <a:pt x="42" y="343"/>
                    <a:pt x="0" y="658"/>
                    <a:pt x="0" y="658"/>
                  </a:cubicBezTo>
                  <a:lnTo>
                    <a:pt x="929" y="666"/>
                  </a:lnTo>
                  <a:lnTo>
                    <a:pt x="929" y="665"/>
                  </a:lnTo>
                  <a:lnTo>
                    <a:pt x="1831" y="65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33" name="Freeform 119">
              <a:extLst>
                <a:ext uri="{FF2B5EF4-FFF2-40B4-BE49-F238E27FC236}">
                  <a16:creationId xmlns:a16="http://schemas.microsoft.com/office/drawing/2014/main" id="{64767B47-A4C4-44BC-82DE-13190EA1C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8790" y="3560763"/>
              <a:ext cx="1395413" cy="508000"/>
            </a:xfrm>
            <a:custGeom>
              <a:avLst/>
              <a:gdLst>
                <a:gd name="T0" fmla="*/ 1831 w 1831"/>
                <a:gd name="T1" fmla="*/ 658 h 666"/>
                <a:gd name="T2" fmla="*/ 1630 w 1831"/>
                <a:gd name="T3" fmla="*/ 209 h 666"/>
                <a:gd name="T4" fmla="*/ 1192 w 1831"/>
                <a:gd name="T5" fmla="*/ 0 h 666"/>
                <a:gd name="T6" fmla="*/ 902 w 1831"/>
                <a:gd name="T7" fmla="*/ 0 h 666"/>
                <a:gd name="T8" fmla="*/ 902 w 1831"/>
                <a:gd name="T9" fmla="*/ 1 h 666"/>
                <a:gd name="T10" fmla="*/ 638 w 1831"/>
                <a:gd name="T11" fmla="*/ 1 h 666"/>
                <a:gd name="T12" fmla="*/ 201 w 1831"/>
                <a:gd name="T13" fmla="*/ 209 h 666"/>
                <a:gd name="T14" fmla="*/ 0 w 1831"/>
                <a:gd name="T15" fmla="*/ 658 h 666"/>
                <a:gd name="T16" fmla="*/ 929 w 1831"/>
                <a:gd name="T17" fmla="*/ 666 h 666"/>
                <a:gd name="T18" fmla="*/ 929 w 1831"/>
                <a:gd name="T19" fmla="*/ 665 h 666"/>
                <a:gd name="T20" fmla="*/ 1831 w 1831"/>
                <a:gd name="T21" fmla="*/ 65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31" h="666">
                  <a:moveTo>
                    <a:pt x="1831" y="658"/>
                  </a:moveTo>
                  <a:cubicBezTo>
                    <a:pt x="1831" y="658"/>
                    <a:pt x="1789" y="343"/>
                    <a:pt x="1630" y="209"/>
                  </a:cubicBezTo>
                  <a:cubicBezTo>
                    <a:pt x="1471" y="75"/>
                    <a:pt x="1192" y="0"/>
                    <a:pt x="1192" y="0"/>
                  </a:cubicBezTo>
                  <a:lnTo>
                    <a:pt x="902" y="0"/>
                  </a:lnTo>
                  <a:lnTo>
                    <a:pt x="902" y="1"/>
                  </a:lnTo>
                  <a:lnTo>
                    <a:pt x="638" y="1"/>
                  </a:lnTo>
                  <a:cubicBezTo>
                    <a:pt x="638" y="1"/>
                    <a:pt x="359" y="75"/>
                    <a:pt x="201" y="209"/>
                  </a:cubicBezTo>
                  <a:cubicBezTo>
                    <a:pt x="42" y="343"/>
                    <a:pt x="0" y="658"/>
                    <a:pt x="0" y="658"/>
                  </a:cubicBezTo>
                  <a:lnTo>
                    <a:pt x="929" y="666"/>
                  </a:lnTo>
                  <a:lnTo>
                    <a:pt x="929" y="665"/>
                  </a:lnTo>
                  <a:lnTo>
                    <a:pt x="1831" y="65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34" name="Line 120">
              <a:extLst>
                <a:ext uri="{FF2B5EF4-FFF2-40B4-BE49-F238E27FC236}">
                  <a16:creationId xmlns:a16="http://schemas.microsoft.com/office/drawing/2014/main" id="{ECF0F496-7062-4048-AA48-8C29B78F5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13077" y="3987800"/>
              <a:ext cx="1362075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35" name="Line 121">
              <a:extLst>
                <a:ext uri="{FF2B5EF4-FFF2-40B4-BE49-F238E27FC236}">
                  <a16:creationId xmlns:a16="http://schemas.microsoft.com/office/drawing/2014/main" id="{165C6FED-A1B2-4E04-AF84-836ACEC072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32127" y="3905250"/>
              <a:ext cx="1322388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36" name="Line 122">
              <a:extLst>
                <a:ext uri="{FF2B5EF4-FFF2-40B4-BE49-F238E27FC236}">
                  <a16:creationId xmlns:a16="http://schemas.microsoft.com/office/drawing/2014/main" id="{9E7383A1-73CB-4B3D-B703-0E800EAF2F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78165" y="3817938"/>
              <a:ext cx="1236663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37" name="Line 123">
              <a:extLst>
                <a:ext uri="{FF2B5EF4-FFF2-40B4-BE49-F238E27FC236}">
                  <a16:creationId xmlns:a16="http://schemas.microsoft.com/office/drawing/2014/main" id="{598BA30A-F49B-4ED3-86FA-73F3866378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0077" y="3729038"/>
              <a:ext cx="377825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38" name="Line 124">
              <a:extLst>
                <a:ext uri="{FF2B5EF4-FFF2-40B4-BE49-F238E27FC236}">
                  <a16:creationId xmlns:a16="http://schemas.microsoft.com/office/drawing/2014/main" id="{CD0176FC-3767-48EF-B2B6-BBDAD3D9AE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7627" y="3721100"/>
              <a:ext cx="382588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39" name="Freeform 125">
              <a:extLst>
                <a:ext uri="{FF2B5EF4-FFF2-40B4-BE49-F238E27FC236}">
                  <a16:creationId xmlns:a16="http://schemas.microsoft.com/office/drawing/2014/main" id="{60C8A145-9BD6-432B-A50F-A33D81232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6277" y="2535238"/>
              <a:ext cx="931863" cy="1387475"/>
            </a:xfrm>
            <a:custGeom>
              <a:avLst/>
              <a:gdLst>
                <a:gd name="T0" fmla="*/ 1222 w 1222"/>
                <a:gd name="T1" fmla="*/ 1015 h 1820"/>
                <a:gd name="T2" fmla="*/ 1173 w 1222"/>
                <a:gd name="T3" fmla="*/ 637 h 1820"/>
                <a:gd name="T4" fmla="*/ 580 w 1222"/>
                <a:gd name="T5" fmla="*/ 27 h 1820"/>
                <a:gd name="T6" fmla="*/ 49 w 1222"/>
                <a:gd name="T7" fmla="*/ 637 h 1820"/>
                <a:gd name="T8" fmla="*/ 0 w 1222"/>
                <a:gd name="T9" fmla="*/ 1014 h 1820"/>
                <a:gd name="T10" fmla="*/ 126 w 1222"/>
                <a:gd name="T11" fmla="*/ 1208 h 1820"/>
                <a:gd name="T12" fmla="*/ 72 w 1222"/>
                <a:gd name="T13" fmla="*/ 1468 h 1820"/>
                <a:gd name="T14" fmla="*/ 611 w 1222"/>
                <a:gd name="T15" fmla="*/ 1819 h 1820"/>
                <a:gd name="T16" fmla="*/ 611 w 1222"/>
                <a:gd name="T17" fmla="*/ 1820 h 1820"/>
                <a:gd name="T18" fmla="*/ 1150 w 1222"/>
                <a:gd name="T19" fmla="*/ 1469 h 1820"/>
                <a:gd name="T20" fmla="*/ 1097 w 1222"/>
                <a:gd name="T21" fmla="*/ 1208 h 1820"/>
                <a:gd name="T22" fmla="*/ 1222 w 1222"/>
                <a:gd name="T23" fmla="*/ 1015 h 1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22" h="1820">
                  <a:moveTo>
                    <a:pt x="1222" y="1015"/>
                  </a:moveTo>
                  <a:cubicBezTo>
                    <a:pt x="1222" y="885"/>
                    <a:pt x="1173" y="745"/>
                    <a:pt x="1173" y="637"/>
                  </a:cubicBezTo>
                  <a:cubicBezTo>
                    <a:pt x="1173" y="530"/>
                    <a:pt x="1146" y="0"/>
                    <a:pt x="580" y="27"/>
                  </a:cubicBezTo>
                  <a:cubicBezTo>
                    <a:pt x="97" y="50"/>
                    <a:pt x="49" y="529"/>
                    <a:pt x="49" y="637"/>
                  </a:cubicBezTo>
                  <a:cubicBezTo>
                    <a:pt x="49" y="745"/>
                    <a:pt x="0" y="884"/>
                    <a:pt x="0" y="1014"/>
                  </a:cubicBezTo>
                  <a:cubicBezTo>
                    <a:pt x="0" y="1145"/>
                    <a:pt x="103" y="1181"/>
                    <a:pt x="126" y="1208"/>
                  </a:cubicBezTo>
                  <a:cubicBezTo>
                    <a:pt x="148" y="1234"/>
                    <a:pt x="9" y="1347"/>
                    <a:pt x="72" y="1468"/>
                  </a:cubicBezTo>
                  <a:cubicBezTo>
                    <a:pt x="135" y="1589"/>
                    <a:pt x="609" y="1818"/>
                    <a:pt x="611" y="1819"/>
                  </a:cubicBezTo>
                  <a:lnTo>
                    <a:pt x="611" y="1820"/>
                  </a:lnTo>
                  <a:cubicBezTo>
                    <a:pt x="611" y="1820"/>
                    <a:pt x="1088" y="1590"/>
                    <a:pt x="1150" y="1469"/>
                  </a:cubicBezTo>
                  <a:cubicBezTo>
                    <a:pt x="1213" y="1348"/>
                    <a:pt x="1074" y="1235"/>
                    <a:pt x="1097" y="1208"/>
                  </a:cubicBezTo>
                  <a:cubicBezTo>
                    <a:pt x="1119" y="1181"/>
                    <a:pt x="1222" y="1145"/>
                    <a:pt x="1222" y="1015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40" name="Freeform 126">
              <a:extLst>
                <a:ext uri="{FF2B5EF4-FFF2-40B4-BE49-F238E27FC236}">
                  <a16:creationId xmlns:a16="http://schemas.microsoft.com/office/drawing/2014/main" id="{EF057670-645E-4CC6-9E58-4CC70FFA7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6273" y="2494459"/>
              <a:ext cx="931864" cy="1387474"/>
            </a:xfrm>
            <a:custGeom>
              <a:avLst/>
              <a:gdLst>
                <a:gd name="T0" fmla="*/ 1222 w 1222"/>
                <a:gd name="T1" fmla="*/ 1015 h 1820"/>
                <a:gd name="T2" fmla="*/ 1173 w 1222"/>
                <a:gd name="T3" fmla="*/ 637 h 1820"/>
                <a:gd name="T4" fmla="*/ 580 w 1222"/>
                <a:gd name="T5" fmla="*/ 27 h 1820"/>
                <a:gd name="T6" fmla="*/ 49 w 1222"/>
                <a:gd name="T7" fmla="*/ 637 h 1820"/>
                <a:gd name="T8" fmla="*/ 0 w 1222"/>
                <a:gd name="T9" fmla="*/ 1014 h 1820"/>
                <a:gd name="T10" fmla="*/ 126 w 1222"/>
                <a:gd name="T11" fmla="*/ 1208 h 1820"/>
                <a:gd name="T12" fmla="*/ 72 w 1222"/>
                <a:gd name="T13" fmla="*/ 1468 h 1820"/>
                <a:gd name="T14" fmla="*/ 611 w 1222"/>
                <a:gd name="T15" fmla="*/ 1819 h 1820"/>
                <a:gd name="T16" fmla="*/ 611 w 1222"/>
                <a:gd name="T17" fmla="*/ 1820 h 1820"/>
                <a:gd name="T18" fmla="*/ 1150 w 1222"/>
                <a:gd name="T19" fmla="*/ 1469 h 1820"/>
                <a:gd name="T20" fmla="*/ 1097 w 1222"/>
                <a:gd name="T21" fmla="*/ 1208 h 1820"/>
                <a:gd name="T22" fmla="*/ 1222 w 1222"/>
                <a:gd name="T23" fmla="*/ 1015 h 1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22" h="1820">
                  <a:moveTo>
                    <a:pt x="1222" y="1015"/>
                  </a:moveTo>
                  <a:cubicBezTo>
                    <a:pt x="1222" y="885"/>
                    <a:pt x="1173" y="745"/>
                    <a:pt x="1173" y="637"/>
                  </a:cubicBezTo>
                  <a:cubicBezTo>
                    <a:pt x="1173" y="530"/>
                    <a:pt x="1146" y="0"/>
                    <a:pt x="580" y="27"/>
                  </a:cubicBezTo>
                  <a:cubicBezTo>
                    <a:pt x="97" y="50"/>
                    <a:pt x="49" y="529"/>
                    <a:pt x="49" y="637"/>
                  </a:cubicBezTo>
                  <a:cubicBezTo>
                    <a:pt x="49" y="745"/>
                    <a:pt x="0" y="884"/>
                    <a:pt x="0" y="1014"/>
                  </a:cubicBezTo>
                  <a:cubicBezTo>
                    <a:pt x="0" y="1145"/>
                    <a:pt x="103" y="1181"/>
                    <a:pt x="126" y="1208"/>
                  </a:cubicBezTo>
                  <a:cubicBezTo>
                    <a:pt x="148" y="1234"/>
                    <a:pt x="9" y="1347"/>
                    <a:pt x="72" y="1468"/>
                  </a:cubicBezTo>
                  <a:cubicBezTo>
                    <a:pt x="135" y="1589"/>
                    <a:pt x="609" y="1818"/>
                    <a:pt x="611" y="1819"/>
                  </a:cubicBezTo>
                  <a:lnTo>
                    <a:pt x="611" y="1820"/>
                  </a:lnTo>
                  <a:cubicBezTo>
                    <a:pt x="611" y="1820"/>
                    <a:pt x="1088" y="1590"/>
                    <a:pt x="1150" y="1469"/>
                  </a:cubicBezTo>
                  <a:cubicBezTo>
                    <a:pt x="1213" y="1348"/>
                    <a:pt x="1074" y="1235"/>
                    <a:pt x="1097" y="1208"/>
                  </a:cubicBezTo>
                  <a:cubicBezTo>
                    <a:pt x="1119" y="1181"/>
                    <a:pt x="1222" y="1145"/>
                    <a:pt x="1222" y="1015"/>
                  </a:cubicBezTo>
                  <a:close/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41" name="Freeform 127">
              <a:extLst>
                <a:ext uri="{FF2B5EF4-FFF2-40B4-BE49-F238E27FC236}">
                  <a16:creationId xmlns:a16="http://schemas.microsoft.com/office/drawing/2014/main" id="{7B516776-74B3-433E-8079-9A534CB46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78202" y="2797175"/>
              <a:ext cx="620713" cy="725488"/>
            </a:xfrm>
            <a:custGeom>
              <a:avLst/>
              <a:gdLst>
                <a:gd name="T0" fmla="*/ 0 w 816"/>
                <a:gd name="T1" fmla="*/ 252 h 951"/>
                <a:gd name="T2" fmla="*/ 23 w 816"/>
                <a:gd name="T3" fmla="*/ 545 h 951"/>
                <a:gd name="T4" fmla="*/ 406 w 816"/>
                <a:gd name="T5" fmla="*/ 951 h 951"/>
                <a:gd name="T6" fmla="*/ 793 w 816"/>
                <a:gd name="T7" fmla="*/ 524 h 951"/>
                <a:gd name="T8" fmla="*/ 816 w 816"/>
                <a:gd name="T9" fmla="*/ 198 h 951"/>
                <a:gd name="T10" fmla="*/ 410 w 816"/>
                <a:gd name="T11" fmla="*/ 0 h 951"/>
                <a:gd name="T12" fmla="*/ 0 w 816"/>
                <a:gd name="T13" fmla="*/ 252 h 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951">
                  <a:moveTo>
                    <a:pt x="0" y="252"/>
                  </a:moveTo>
                  <a:lnTo>
                    <a:pt x="23" y="545"/>
                  </a:lnTo>
                  <a:cubicBezTo>
                    <a:pt x="23" y="779"/>
                    <a:pt x="270" y="951"/>
                    <a:pt x="406" y="951"/>
                  </a:cubicBezTo>
                  <a:cubicBezTo>
                    <a:pt x="561" y="951"/>
                    <a:pt x="764" y="831"/>
                    <a:pt x="793" y="524"/>
                  </a:cubicBezTo>
                  <a:lnTo>
                    <a:pt x="816" y="198"/>
                  </a:lnTo>
                  <a:cubicBezTo>
                    <a:pt x="816" y="198"/>
                    <a:pt x="685" y="0"/>
                    <a:pt x="410" y="0"/>
                  </a:cubicBezTo>
                  <a:cubicBezTo>
                    <a:pt x="89" y="0"/>
                    <a:pt x="0" y="252"/>
                    <a:pt x="0" y="25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42" name="Freeform 128">
              <a:extLst>
                <a:ext uri="{FF2B5EF4-FFF2-40B4-BE49-F238E27FC236}">
                  <a16:creationId xmlns:a16="http://schemas.microsoft.com/office/drawing/2014/main" id="{12DEB993-245D-4994-A834-070D53C64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78202" y="2797175"/>
              <a:ext cx="620713" cy="725488"/>
            </a:xfrm>
            <a:custGeom>
              <a:avLst/>
              <a:gdLst>
                <a:gd name="T0" fmla="*/ 0 w 816"/>
                <a:gd name="T1" fmla="*/ 252 h 951"/>
                <a:gd name="T2" fmla="*/ 23 w 816"/>
                <a:gd name="T3" fmla="*/ 545 h 951"/>
                <a:gd name="T4" fmla="*/ 406 w 816"/>
                <a:gd name="T5" fmla="*/ 951 h 951"/>
                <a:gd name="T6" fmla="*/ 793 w 816"/>
                <a:gd name="T7" fmla="*/ 524 h 951"/>
                <a:gd name="T8" fmla="*/ 816 w 816"/>
                <a:gd name="T9" fmla="*/ 198 h 951"/>
                <a:gd name="T10" fmla="*/ 410 w 816"/>
                <a:gd name="T11" fmla="*/ 0 h 951"/>
                <a:gd name="T12" fmla="*/ 0 w 816"/>
                <a:gd name="T13" fmla="*/ 252 h 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951">
                  <a:moveTo>
                    <a:pt x="0" y="252"/>
                  </a:moveTo>
                  <a:lnTo>
                    <a:pt x="23" y="545"/>
                  </a:lnTo>
                  <a:cubicBezTo>
                    <a:pt x="23" y="779"/>
                    <a:pt x="270" y="951"/>
                    <a:pt x="406" y="951"/>
                  </a:cubicBezTo>
                  <a:cubicBezTo>
                    <a:pt x="561" y="951"/>
                    <a:pt x="764" y="831"/>
                    <a:pt x="793" y="524"/>
                  </a:cubicBezTo>
                  <a:lnTo>
                    <a:pt x="816" y="198"/>
                  </a:lnTo>
                  <a:cubicBezTo>
                    <a:pt x="816" y="198"/>
                    <a:pt x="685" y="0"/>
                    <a:pt x="410" y="0"/>
                  </a:cubicBezTo>
                  <a:cubicBezTo>
                    <a:pt x="89" y="0"/>
                    <a:pt x="0" y="252"/>
                    <a:pt x="0" y="252"/>
                  </a:cubicBezTo>
                  <a:close/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43" name="Freeform 129">
              <a:extLst>
                <a:ext uri="{FF2B5EF4-FFF2-40B4-BE49-F238E27FC236}">
                  <a16:creationId xmlns:a16="http://schemas.microsoft.com/office/drawing/2014/main" id="{877E73A0-8030-4BE6-ACDF-3F1138DA8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79802" y="2944813"/>
              <a:ext cx="112713" cy="23813"/>
            </a:xfrm>
            <a:custGeom>
              <a:avLst/>
              <a:gdLst>
                <a:gd name="T0" fmla="*/ 0 w 147"/>
                <a:gd name="T1" fmla="*/ 30 h 32"/>
                <a:gd name="T2" fmla="*/ 76 w 147"/>
                <a:gd name="T3" fmla="*/ 1 h 32"/>
                <a:gd name="T4" fmla="*/ 147 w 147"/>
                <a:gd name="T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32">
                  <a:moveTo>
                    <a:pt x="0" y="30"/>
                  </a:moveTo>
                  <a:cubicBezTo>
                    <a:pt x="0" y="30"/>
                    <a:pt x="22" y="0"/>
                    <a:pt x="76" y="1"/>
                  </a:cubicBezTo>
                  <a:cubicBezTo>
                    <a:pt x="123" y="3"/>
                    <a:pt x="147" y="32"/>
                    <a:pt x="147" y="32"/>
                  </a:cubicBezTo>
                </a:path>
              </a:pathLst>
            </a:custGeom>
            <a:noFill/>
            <a:ln w="25400" cap="rnd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44" name="Oval 130">
              <a:extLst>
                <a:ext uri="{FF2B5EF4-FFF2-40B4-BE49-F238E27FC236}">
                  <a16:creationId xmlns:a16="http://schemas.microsoft.com/office/drawing/2014/main" id="{03E3D3A4-8FF5-46AE-A920-39C1C94D0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30602" y="3057525"/>
              <a:ext cx="39688" cy="76200"/>
            </a:xfrm>
            <a:prstGeom prst="ellipse">
              <a:avLst/>
            </a:prstGeom>
            <a:solidFill>
              <a:srgbClr val="211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45" name="Freeform 131">
              <a:extLst>
                <a:ext uri="{FF2B5EF4-FFF2-40B4-BE49-F238E27FC236}">
                  <a16:creationId xmlns:a16="http://schemas.microsoft.com/office/drawing/2014/main" id="{5948F7F8-CC95-4BEF-8DEB-F4338F06B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6490" y="3114675"/>
              <a:ext cx="87313" cy="160338"/>
            </a:xfrm>
            <a:custGeom>
              <a:avLst/>
              <a:gdLst>
                <a:gd name="T0" fmla="*/ 28 w 116"/>
                <a:gd name="T1" fmla="*/ 0 h 210"/>
                <a:gd name="T2" fmla="*/ 5 w 116"/>
                <a:gd name="T3" fmla="*/ 174 h 210"/>
                <a:gd name="T4" fmla="*/ 116 w 116"/>
                <a:gd name="T5" fmla="*/ 18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" h="210">
                  <a:moveTo>
                    <a:pt x="28" y="0"/>
                  </a:moveTo>
                  <a:cubicBezTo>
                    <a:pt x="28" y="0"/>
                    <a:pt x="0" y="161"/>
                    <a:pt x="5" y="174"/>
                  </a:cubicBezTo>
                  <a:cubicBezTo>
                    <a:pt x="10" y="187"/>
                    <a:pt x="64" y="210"/>
                    <a:pt x="116" y="18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46" name="Freeform 132">
              <a:extLst>
                <a:ext uri="{FF2B5EF4-FFF2-40B4-BE49-F238E27FC236}">
                  <a16:creationId xmlns:a16="http://schemas.microsoft.com/office/drawing/2014/main" id="{0AEB1D94-F336-4126-9467-1218B581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6490" y="3114675"/>
              <a:ext cx="87313" cy="160338"/>
            </a:xfrm>
            <a:custGeom>
              <a:avLst/>
              <a:gdLst>
                <a:gd name="T0" fmla="*/ 28 w 116"/>
                <a:gd name="T1" fmla="*/ 0 h 210"/>
                <a:gd name="T2" fmla="*/ 5 w 116"/>
                <a:gd name="T3" fmla="*/ 174 h 210"/>
                <a:gd name="T4" fmla="*/ 116 w 116"/>
                <a:gd name="T5" fmla="*/ 18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" h="210">
                  <a:moveTo>
                    <a:pt x="28" y="0"/>
                  </a:moveTo>
                  <a:cubicBezTo>
                    <a:pt x="28" y="0"/>
                    <a:pt x="0" y="161"/>
                    <a:pt x="5" y="174"/>
                  </a:cubicBezTo>
                  <a:cubicBezTo>
                    <a:pt x="10" y="187"/>
                    <a:pt x="64" y="210"/>
                    <a:pt x="116" y="188"/>
                  </a:cubicBezTo>
                </a:path>
              </a:pathLst>
            </a:custGeom>
            <a:noFill/>
            <a:ln w="12700" cap="rnd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47" name="Freeform 133">
              <a:extLst>
                <a:ext uri="{FF2B5EF4-FFF2-40B4-BE49-F238E27FC236}">
                  <a16:creationId xmlns:a16="http://schemas.microsoft.com/office/drawing/2014/main" id="{0795E4E7-048F-43B5-AB2E-C73E51172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8727" y="2951163"/>
              <a:ext cx="111125" cy="23813"/>
            </a:xfrm>
            <a:custGeom>
              <a:avLst/>
              <a:gdLst>
                <a:gd name="T0" fmla="*/ 146 w 146"/>
                <a:gd name="T1" fmla="*/ 30 h 32"/>
                <a:gd name="T2" fmla="*/ 70 w 146"/>
                <a:gd name="T3" fmla="*/ 2 h 32"/>
                <a:gd name="T4" fmla="*/ 0 w 146"/>
                <a:gd name="T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6" h="32">
                  <a:moveTo>
                    <a:pt x="146" y="30"/>
                  </a:moveTo>
                  <a:cubicBezTo>
                    <a:pt x="146" y="30"/>
                    <a:pt x="125" y="0"/>
                    <a:pt x="70" y="2"/>
                  </a:cubicBezTo>
                  <a:cubicBezTo>
                    <a:pt x="23" y="3"/>
                    <a:pt x="0" y="32"/>
                    <a:pt x="0" y="32"/>
                  </a:cubicBezTo>
                </a:path>
              </a:pathLst>
            </a:custGeom>
            <a:noFill/>
            <a:ln w="25400" cap="rnd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48" name="Freeform 134">
              <a:extLst>
                <a:ext uri="{FF2B5EF4-FFF2-40B4-BE49-F238E27FC236}">
                  <a16:creationId xmlns:a16="http://schemas.microsoft.com/office/drawing/2014/main" id="{7D4CCF5A-7AA7-437C-A40B-CF35C5F12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9502" y="3341688"/>
              <a:ext cx="131763" cy="34925"/>
            </a:xfrm>
            <a:custGeom>
              <a:avLst/>
              <a:gdLst>
                <a:gd name="T0" fmla="*/ 0 w 173"/>
                <a:gd name="T1" fmla="*/ 4 h 46"/>
                <a:gd name="T2" fmla="*/ 173 w 173"/>
                <a:gd name="T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3" h="46">
                  <a:moveTo>
                    <a:pt x="0" y="4"/>
                  </a:moveTo>
                  <a:cubicBezTo>
                    <a:pt x="0" y="4"/>
                    <a:pt x="77" y="46"/>
                    <a:pt x="173" y="0"/>
                  </a:cubicBezTo>
                </a:path>
              </a:pathLst>
            </a:custGeom>
            <a:noFill/>
            <a:ln w="12700" cap="rnd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49" name="Oval 135">
              <a:extLst>
                <a:ext uri="{FF2B5EF4-FFF2-40B4-BE49-F238E27FC236}">
                  <a16:creationId xmlns:a16="http://schemas.microsoft.com/office/drawing/2014/main" id="{1B66956D-1383-41E2-8478-2ABBED54E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5715" y="3060700"/>
              <a:ext cx="39688" cy="76200"/>
            </a:xfrm>
            <a:prstGeom prst="ellipse">
              <a:avLst/>
            </a:prstGeom>
            <a:solidFill>
              <a:srgbClr val="211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50" name="Freeform 136">
              <a:extLst>
                <a:ext uri="{FF2B5EF4-FFF2-40B4-BE49-F238E27FC236}">
                  <a16:creationId xmlns:a16="http://schemas.microsoft.com/office/drawing/2014/main" id="{4969DF56-023D-4B58-A8DD-DCCB1031C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8352" y="2690813"/>
              <a:ext cx="768350" cy="350838"/>
            </a:xfrm>
            <a:custGeom>
              <a:avLst/>
              <a:gdLst>
                <a:gd name="T0" fmla="*/ 509 w 1010"/>
                <a:gd name="T1" fmla="*/ 0 h 461"/>
                <a:gd name="T2" fmla="*/ 98 w 1010"/>
                <a:gd name="T3" fmla="*/ 460 h 461"/>
                <a:gd name="T4" fmla="*/ 510 w 1010"/>
                <a:gd name="T5" fmla="*/ 239 h 461"/>
                <a:gd name="T6" fmla="*/ 900 w 1010"/>
                <a:gd name="T7" fmla="*/ 461 h 461"/>
                <a:gd name="T8" fmla="*/ 509 w 1010"/>
                <a:gd name="T9" fmla="*/ 0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0" h="461">
                  <a:moveTo>
                    <a:pt x="509" y="0"/>
                  </a:moveTo>
                  <a:cubicBezTo>
                    <a:pt x="412" y="0"/>
                    <a:pt x="0" y="132"/>
                    <a:pt x="98" y="460"/>
                  </a:cubicBezTo>
                  <a:cubicBezTo>
                    <a:pt x="98" y="460"/>
                    <a:pt x="176" y="238"/>
                    <a:pt x="510" y="239"/>
                  </a:cubicBezTo>
                  <a:cubicBezTo>
                    <a:pt x="834" y="255"/>
                    <a:pt x="900" y="461"/>
                    <a:pt x="900" y="461"/>
                  </a:cubicBezTo>
                  <a:cubicBezTo>
                    <a:pt x="1010" y="137"/>
                    <a:pt x="599" y="0"/>
                    <a:pt x="509" y="0"/>
                  </a:cubicBezTo>
                </a:path>
              </a:pathLst>
            </a:custGeom>
            <a:solidFill>
              <a:srgbClr val="211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51" name="Freeform 137">
              <a:extLst>
                <a:ext uri="{FF2B5EF4-FFF2-40B4-BE49-F238E27FC236}">
                  <a16:creationId xmlns:a16="http://schemas.microsoft.com/office/drawing/2014/main" id="{A250412F-84A5-41EC-B9CD-AABDB97F8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8352" y="2690813"/>
              <a:ext cx="768350" cy="350838"/>
            </a:xfrm>
            <a:custGeom>
              <a:avLst/>
              <a:gdLst>
                <a:gd name="T0" fmla="*/ 509 w 1010"/>
                <a:gd name="T1" fmla="*/ 0 h 461"/>
                <a:gd name="T2" fmla="*/ 98 w 1010"/>
                <a:gd name="T3" fmla="*/ 460 h 461"/>
                <a:gd name="T4" fmla="*/ 510 w 1010"/>
                <a:gd name="T5" fmla="*/ 239 h 461"/>
                <a:gd name="T6" fmla="*/ 900 w 1010"/>
                <a:gd name="T7" fmla="*/ 461 h 461"/>
                <a:gd name="T8" fmla="*/ 509 w 1010"/>
                <a:gd name="T9" fmla="*/ 0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0" h="461">
                  <a:moveTo>
                    <a:pt x="509" y="0"/>
                  </a:moveTo>
                  <a:cubicBezTo>
                    <a:pt x="412" y="0"/>
                    <a:pt x="0" y="132"/>
                    <a:pt x="98" y="460"/>
                  </a:cubicBezTo>
                  <a:cubicBezTo>
                    <a:pt x="98" y="460"/>
                    <a:pt x="176" y="238"/>
                    <a:pt x="510" y="239"/>
                  </a:cubicBezTo>
                  <a:cubicBezTo>
                    <a:pt x="834" y="255"/>
                    <a:pt x="900" y="461"/>
                    <a:pt x="900" y="461"/>
                  </a:cubicBezTo>
                  <a:cubicBezTo>
                    <a:pt x="1010" y="137"/>
                    <a:pt x="599" y="0"/>
                    <a:pt x="509" y="0"/>
                  </a:cubicBezTo>
                  <a:close/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52" name="Freeform 138">
              <a:extLst>
                <a:ext uri="{FF2B5EF4-FFF2-40B4-BE49-F238E27FC236}">
                  <a16:creationId xmlns:a16="http://schemas.microsoft.com/office/drawing/2014/main" id="{8566A77C-2F54-49FE-914A-C4167ECF4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1377" y="3459163"/>
              <a:ext cx="128588" cy="144463"/>
            </a:xfrm>
            <a:custGeom>
              <a:avLst/>
              <a:gdLst>
                <a:gd name="T0" fmla="*/ 0 w 169"/>
                <a:gd name="T1" fmla="*/ 0 h 189"/>
                <a:gd name="T2" fmla="*/ 164 w 169"/>
                <a:gd name="T3" fmla="*/ 137 h 189"/>
                <a:gd name="T4" fmla="*/ 11 w 169"/>
                <a:gd name="T5" fmla="*/ 126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9" h="189">
                  <a:moveTo>
                    <a:pt x="0" y="0"/>
                  </a:moveTo>
                  <a:cubicBezTo>
                    <a:pt x="0" y="0"/>
                    <a:pt x="160" y="85"/>
                    <a:pt x="164" y="137"/>
                  </a:cubicBezTo>
                  <a:cubicBezTo>
                    <a:pt x="169" y="189"/>
                    <a:pt x="11" y="126"/>
                    <a:pt x="11" y="126"/>
                  </a:cubicBezTo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53" name="Freeform 139">
              <a:extLst>
                <a:ext uri="{FF2B5EF4-FFF2-40B4-BE49-F238E27FC236}">
                  <a16:creationId xmlns:a16="http://schemas.microsoft.com/office/drawing/2014/main" id="{85C42365-4892-46A0-986D-BCBDCAF93D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0952" y="3482975"/>
              <a:ext cx="225425" cy="131763"/>
            </a:xfrm>
            <a:custGeom>
              <a:avLst/>
              <a:gdLst>
                <a:gd name="T0" fmla="*/ 295 w 295"/>
                <a:gd name="T1" fmla="*/ 0 h 173"/>
                <a:gd name="T2" fmla="*/ 0 w 295"/>
                <a:gd name="T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95" h="173">
                  <a:moveTo>
                    <a:pt x="295" y="0"/>
                  </a:moveTo>
                  <a:cubicBezTo>
                    <a:pt x="295" y="0"/>
                    <a:pt x="151" y="135"/>
                    <a:pt x="0" y="173"/>
                  </a:cubicBezTo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54" name="Oval 140">
              <a:extLst>
                <a:ext uri="{FF2B5EF4-FFF2-40B4-BE49-F238E27FC236}">
                  <a16:creationId xmlns:a16="http://schemas.microsoft.com/office/drawing/2014/main" id="{70E9F4D8-E84C-43BD-81EF-85A3C72EC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9952" y="2990850"/>
              <a:ext cx="225425" cy="230188"/>
            </a:xfrm>
            <a:prstGeom prst="ellipse">
              <a:avLst/>
            </a:pr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55" name="Freeform 141">
              <a:extLst>
                <a:ext uri="{FF2B5EF4-FFF2-40B4-BE49-F238E27FC236}">
                  <a16:creationId xmlns:a16="http://schemas.microsoft.com/office/drawing/2014/main" id="{D1ADE941-91BD-4688-ADC2-E3F7A4E16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1377" y="3063875"/>
              <a:ext cx="30163" cy="19050"/>
            </a:xfrm>
            <a:custGeom>
              <a:avLst/>
              <a:gdLst>
                <a:gd name="T0" fmla="*/ 0 w 40"/>
                <a:gd name="T1" fmla="*/ 0 h 25"/>
                <a:gd name="T2" fmla="*/ 40 w 40"/>
                <a:gd name="T3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" h="25">
                  <a:moveTo>
                    <a:pt x="0" y="0"/>
                  </a:moveTo>
                  <a:cubicBezTo>
                    <a:pt x="0" y="0"/>
                    <a:pt x="20" y="8"/>
                    <a:pt x="40" y="25"/>
                  </a:cubicBezTo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56" name="Oval 142">
              <a:extLst>
                <a:ext uri="{FF2B5EF4-FFF2-40B4-BE49-F238E27FC236}">
                  <a16:creationId xmlns:a16="http://schemas.microsoft.com/office/drawing/2014/main" id="{58F33EBB-F2C0-451C-8445-2D017B475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22690" y="2994025"/>
              <a:ext cx="225425" cy="230188"/>
            </a:xfrm>
            <a:prstGeom prst="ellipse">
              <a:avLst/>
            </a:pr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57" name="Freeform 143">
              <a:extLst>
                <a:ext uri="{FF2B5EF4-FFF2-40B4-BE49-F238E27FC236}">
                  <a16:creationId xmlns:a16="http://schemas.microsoft.com/office/drawing/2014/main" id="{EB8A32A0-CAFC-4586-9350-FF1E8C644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6527" y="3060700"/>
              <a:ext cx="44450" cy="25400"/>
            </a:xfrm>
            <a:custGeom>
              <a:avLst/>
              <a:gdLst>
                <a:gd name="T0" fmla="*/ 58 w 58"/>
                <a:gd name="T1" fmla="*/ 0 h 33"/>
                <a:gd name="T2" fmla="*/ 0 w 58"/>
                <a:gd name="T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8" h="33">
                  <a:moveTo>
                    <a:pt x="58" y="0"/>
                  </a:moveTo>
                  <a:cubicBezTo>
                    <a:pt x="58" y="0"/>
                    <a:pt x="10" y="16"/>
                    <a:pt x="0" y="33"/>
                  </a:cubicBezTo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58" name="Freeform 144">
              <a:extLst>
                <a:ext uri="{FF2B5EF4-FFF2-40B4-BE49-F238E27FC236}">
                  <a16:creationId xmlns:a16="http://schemas.microsoft.com/office/drawing/2014/main" id="{646217CD-AC0A-4F85-B458-C05B0BD32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6965" y="3081338"/>
              <a:ext cx="87313" cy="26988"/>
            </a:xfrm>
            <a:custGeom>
              <a:avLst/>
              <a:gdLst>
                <a:gd name="T0" fmla="*/ 0 w 113"/>
                <a:gd name="T1" fmla="*/ 35 h 36"/>
                <a:gd name="T2" fmla="*/ 113 w 113"/>
                <a:gd name="T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3" h="36">
                  <a:moveTo>
                    <a:pt x="0" y="35"/>
                  </a:moveTo>
                  <a:cubicBezTo>
                    <a:pt x="0" y="35"/>
                    <a:pt x="34" y="0"/>
                    <a:pt x="113" y="36"/>
                  </a:cubicBezTo>
                </a:path>
              </a:pathLst>
            </a:custGeom>
            <a:noFill/>
            <a:ln w="12700" cap="flat">
              <a:solidFill>
                <a:srgbClr val="211D1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37559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2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2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7" grpId="0" animBg="1"/>
      <p:bldP spid="71" grpId="0"/>
      <p:bldP spid="108" grpId="0"/>
      <p:bldP spid="114" grpId="0"/>
      <p:bldP spid="115" grpId="0" animBg="1"/>
      <p:bldP spid="117" grpId="0" animBg="1"/>
      <p:bldP spid="118" grpId="0"/>
      <p:bldP spid="119" grpId="0"/>
      <p:bldP spid="120" grpId="0"/>
      <p:bldP spid="30" grpId="0" animBg="1"/>
      <p:bldP spid="31" grpId="0" animBg="1"/>
      <p:bldP spid="32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66">
            <a:extLst>
              <a:ext uri="{FF2B5EF4-FFF2-40B4-BE49-F238E27FC236}">
                <a16:creationId xmlns:a16="http://schemas.microsoft.com/office/drawing/2014/main" id="{7365E278-2B59-4A40-BE00-900741E0AE75}"/>
              </a:ext>
            </a:extLst>
          </p:cNvPr>
          <p:cNvSpPr txBox="1"/>
          <p:nvPr/>
        </p:nvSpPr>
        <p:spPr>
          <a:xfrm>
            <a:off x="2484633" y="39914"/>
            <a:ext cx="7118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fr-FR" sz="4800" b="1" noProof="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Problématique</a:t>
            </a:r>
            <a:endParaRPr lang="en-US" sz="4800" b="1" dirty="0">
              <a:solidFill>
                <a:schemeClr val="bg1">
                  <a:lumMod val="9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BFE15A5-799E-421F-BCFE-9C7EAF1C1854}"/>
              </a:ext>
            </a:extLst>
          </p:cNvPr>
          <p:cNvSpPr/>
          <p:nvPr/>
        </p:nvSpPr>
        <p:spPr>
          <a:xfrm>
            <a:off x="2406791" y="1382342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4ABBFC-76A7-4FC2-A983-AB55DB1BF542}"/>
              </a:ext>
            </a:extLst>
          </p:cNvPr>
          <p:cNvSpPr/>
          <p:nvPr/>
        </p:nvSpPr>
        <p:spPr>
          <a:xfrm>
            <a:off x="1032025" y="673184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05ED739-895E-49AA-BBA0-0E1AEE15D56F}"/>
              </a:ext>
            </a:extLst>
          </p:cNvPr>
          <p:cNvSpPr/>
          <p:nvPr/>
        </p:nvSpPr>
        <p:spPr>
          <a:xfrm rot="10800000">
            <a:off x="-87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5447901-BA28-476E-94BF-5425985FA436}"/>
              </a:ext>
            </a:extLst>
          </p:cNvPr>
          <p:cNvSpPr/>
          <p:nvPr/>
        </p:nvSpPr>
        <p:spPr>
          <a:xfrm rot="10800000">
            <a:off x="-87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9732762-70FC-44FD-8026-6FC1020853A9}"/>
              </a:ext>
            </a:extLst>
          </p:cNvPr>
          <p:cNvSpPr/>
          <p:nvPr/>
        </p:nvSpPr>
        <p:spPr>
          <a:xfrm>
            <a:off x="11127872" y="3594062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A21643-1E5D-4645-8448-B1E8F9598926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762BF8-9D33-4F22-8C8B-794D95486038}"/>
              </a:ext>
            </a:extLst>
          </p:cNvPr>
          <p:cNvSpPr/>
          <p:nvPr/>
        </p:nvSpPr>
        <p:spPr>
          <a:xfrm>
            <a:off x="11206956" y="5933756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38BC99-AC7D-49D4-B253-9BECC4D02BD7}"/>
              </a:ext>
            </a:extLst>
          </p:cNvPr>
          <p:cNvSpPr/>
          <p:nvPr/>
        </p:nvSpPr>
        <p:spPr>
          <a:xfrm>
            <a:off x="9674978" y="1670162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685EDDA-22C7-44D4-9D0C-9FC0D2D7D692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A9721E0-EABB-414E-915A-D5E788EA85AB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450B8BF-3AF3-4F9E-BF8D-2F89F9BBE510}"/>
              </a:ext>
            </a:extLst>
          </p:cNvPr>
          <p:cNvSpPr/>
          <p:nvPr/>
        </p:nvSpPr>
        <p:spPr>
          <a:xfrm rot="5400000">
            <a:off x="6233560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054EA8-4441-421A-A944-2F002C2C4027}"/>
              </a:ext>
            </a:extLst>
          </p:cNvPr>
          <p:cNvGrpSpPr/>
          <p:nvPr/>
        </p:nvGrpSpPr>
        <p:grpSpPr>
          <a:xfrm>
            <a:off x="566058" y="935744"/>
            <a:ext cx="10903458" cy="5790976"/>
            <a:chOff x="905959" y="2342102"/>
            <a:chExt cx="5304475" cy="4450238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B95DB1C0-01E3-4F79-AB13-8B485F1E677A}"/>
                </a:ext>
              </a:extLst>
            </p:cNvPr>
            <p:cNvSpPr/>
            <p:nvPr/>
          </p:nvSpPr>
          <p:spPr>
            <a:xfrm rot="5400000">
              <a:off x="3380376" y="5626680"/>
              <a:ext cx="324906" cy="2006413"/>
            </a:xfrm>
            <a:prstGeom prst="roundRect">
              <a:avLst>
                <a:gd name="adj" fmla="val 50000"/>
              </a:avLst>
            </a:prstGeom>
            <a:noFill/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32B114BA-0AD1-4417-9B0A-F8E06F0FAB6C}"/>
                </a:ext>
              </a:extLst>
            </p:cNvPr>
            <p:cNvSpPr/>
            <p:nvPr/>
          </p:nvSpPr>
          <p:spPr>
            <a:xfrm rot="5400000">
              <a:off x="3246633" y="5663685"/>
              <a:ext cx="637073" cy="970465"/>
            </a:xfrm>
            <a:prstGeom prst="roundRect">
              <a:avLst>
                <a:gd name="adj" fmla="val 1945"/>
              </a:avLst>
            </a:prstGeom>
            <a:noFill/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076B0813-D760-4D89-B1DF-3DD3E23BA08B}"/>
                </a:ext>
              </a:extLst>
            </p:cNvPr>
            <p:cNvSpPr/>
            <p:nvPr/>
          </p:nvSpPr>
          <p:spPr>
            <a:xfrm rot="5400000">
              <a:off x="1814056" y="1434005"/>
              <a:ext cx="3488281" cy="5304475"/>
            </a:xfrm>
            <a:prstGeom prst="roundRect">
              <a:avLst/>
            </a:prstGeom>
            <a:noFill/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C49B8599-319C-46FB-BE88-CAE79772C9B0}"/>
              </a:ext>
            </a:extLst>
          </p:cNvPr>
          <p:cNvSpPr txBox="1"/>
          <p:nvPr/>
        </p:nvSpPr>
        <p:spPr>
          <a:xfrm>
            <a:off x="2651098" y="3028961"/>
            <a:ext cx="67620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noProof="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En vue de tout c’est limites, nous ressortons </a:t>
            </a:r>
            <a:r>
              <a:rPr lang="fr-FR" sz="28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la problématique qui est celle savoir comment faciliter le processus d’apprentissage et de configuration des réseaux informatique par des ingénieurs réseaux ? </a:t>
            </a:r>
            <a:endParaRPr lang="fr-FR" sz="2800" noProof="0" dirty="0">
              <a:solidFill>
                <a:schemeClr val="bg1">
                  <a:lumMod val="9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D7BAC5-26A8-4740-8D2B-4028D1E28998}"/>
              </a:ext>
            </a:extLst>
          </p:cNvPr>
          <p:cNvSpPr/>
          <p:nvPr/>
        </p:nvSpPr>
        <p:spPr>
          <a:xfrm>
            <a:off x="5243564" y="1229544"/>
            <a:ext cx="1600200" cy="160020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E10DD93-D650-4972-8EA6-110224954236}"/>
              </a:ext>
            </a:extLst>
          </p:cNvPr>
          <p:cNvSpPr/>
          <p:nvPr/>
        </p:nvSpPr>
        <p:spPr>
          <a:xfrm>
            <a:off x="5484498" y="1382342"/>
            <a:ext cx="1186490" cy="118649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2A91342-6FAE-4675-95C7-180B079247D8}"/>
              </a:ext>
            </a:extLst>
          </p:cNvPr>
          <p:cNvSpPr/>
          <p:nvPr/>
        </p:nvSpPr>
        <p:spPr>
          <a:xfrm>
            <a:off x="5641686" y="1556043"/>
            <a:ext cx="803956" cy="803956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Circle: Hollow 48">
            <a:extLst>
              <a:ext uri="{FF2B5EF4-FFF2-40B4-BE49-F238E27FC236}">
                <a16:creationId xmlns:a16="http://schemas.microsoft.com/office/drawing/2014/main" id="{D1A621FF-F337-4999-9904-50DE30B1C838}"/>
              </a:ext>
            </a:extLst>
          </p:cNvPr>
          <p:cNvSpPr/>
          <p:nvPr/>
        </p:nvSpPr>
        <p:spPr>
          <a:xfrm>
            <a:off x="5875511" y="1733140"/>
            <a:ext cx="423690" cy="423690"/>
          </a:xfrm>
          <a:prstGeom prst="donut">
            <a:avLst>
              <a:gd name="adj" fmla="val 470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Action Button: Help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7E855D2-990F-652E-740A-183204BBD8C4}"/>
              </a:ext>
            </a:extLst>
          </p:cNvPr>
          <p:cNvSpPr/>
          <p:nvPr/>
        </p:nvSpPr>
        <p:spPr>
          <a:xfrm>
            <a:off x="5949527" y="1863642"/>
            <a:ext cx="256432" cy="174679"/>
          </a:xfrm>
          <a:prstGeom prst="actionButtonHelp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26510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4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19" grpId="0" animBg="1"/>
      <p:bldP spid="46" grpId="0" animBg="1"/>
      <p:bldP spid="4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16FB2ECF-1F32-4D64-9371-17C12225FCDA}"/>
              </a:ext>
            </a:extLst>
          </p:cNvPr>
          <p:cNvSpPr/>
          <p:nvPr/>
        </p:nvSpPr>
        <p:spPr>
          <a:xfrm>
            <a:off x="1453980" y="3037104"/>
            <a:ext cx="1798720" cy="179872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DECB40A-4838-47F9-98B6-1E5FF74A5251}"/>
              </a:ext>
            </a:extLst>
          </p:cNvPr>
          <p:cNvSpPr/>
          <p:nvPr/>
        </p:nvSpPr>
        <p:spPr>
          <a:xfrm>
            <a:off x="1856439" y="3242253"/>
            <a:ext cx="1315986" cy="131598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350D54A-B9E1-4558-813D-2444860A7A04}"/>
              </a:ext>
            </a:extLst>
          </p:cNvPr>
          <p:cNvGrpSpPr/>
          <p:nvPr/>
        </p:nvGrpSpPr>
        <p:grpSpPr>
          <a:xfrm>
            <a:off x="2049126" y="3434940"/>
            <a:ext cx="930612" cy="930612"/>
            <a:chOff x="6158672" y="3675083"/>
            <a:chExt cx="787340" cy="787340"/>
          </a:xfrm>
          <a:solidFill>
            <a:schemeClr val="bg1"/>
          </a:solidFill>
        </p:grpSpPr>
        <p:sp>
          <p:nvSpPr>
            <p:cNvPr id="61" name="Circle: Hollow 60">
              <a:extLst>
                <a:ext uri="{FF2B5EF4-FFF2-40B4-BE49-F238E27FC236}">
                  <a16:creationId xmlns:a16="http://schemas.microsoft.com/office/drawing/2014/main" id="{A6981F85-25CD-4CAB-B03C-6C3D99487A4E}"/>
                </a:ext>
              </a:extLst>
            </p:cNvPr>
            <p:cNvSpPr/>
            <p:nvPr/>
          </p:nvSpPr>
          <p:spPr>
            <a:xfrm>
              <a:off x="6158672" y="3675083"/>
              <a:ext cx="787340" cy="787340"/>
            </a:xfrm>
            <a:prstGeom prst="donut">
              <a:avLst>
                <a:gd name="adj" fmla="val 470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4441DD5-232F-42B1-9764-34D42FA531C3}"/>
                </a:ext>
              </a:extLst>
            </p:cNvPr>
            <p:cNvGrpSpPr/>
            <p:nvPr/>
          </p:nvGrpSpPr>
          <p:grpSpPr>
            <a:xfrm rot="2700000">
              <a:off x="6448659" y="3791777"/>
              <a:ext cx="184399" cy="468434"/>
              <a:chOff x="6533720" y="3754616"/>
              <a:chExt cx="184399" cy="468434"/>
            </a:xfrm>
            <a:grpFill/>
          </p:grpSpPr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42232A70-814E-43C5-A216-0A6163221105}"/>
                  </a:ext>
                </a:extLst>
              </p:cNvPr>
              <p:cNvSpPr/>
              <p:nvPr/>
            </p:nvSpPr>
            <p:spPr>
              <a:xfrm rot="5400000">
                <a:off x="6602300" y="4108750"/>
                <a:ext cx="45720" cy="1828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D9EF8819-85DD-442F-A4D1-8F6E046659B9}"/>
                  </a:ext>
                </a:extLst>
              </p:cNvPr>
              <p:cNvSpPr/>
              <p:nvPr/>
            </p:nvSpPr>
            <p:spPr>
              <a:xfrm rot="10800000">
                <a:off x="6672399" y="3754616"/>
                <a:ext cx="45720" cy="4572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Montserrat" panose="00000500000000000000" pitchFamily="2" charset="0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E0D2379-CA6B-4139-8C3C-D22205C208CD}"/>
              </a:ext>
            </a:extLst>
          </p:cNvPr>
          <p:cNvGrpSpPr/>
          <p:nvPr/>
        </p:nvGrpSpPr>
        <p:grpSpPr>
          <a:xfrm>
            <a:off x="916694" y="4860801"/>
            <a:ext cx="3626373" cy="1041868"/>
            <a:chOff x="1807454" y="4036660"/>
            <a:chExt cx="3626373" cy="1041868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BE3D059-B595-414F-981D-6E43EAF82DC6}"/>
                </a:ext>
              </a:extLst>
            </p:cNvPr>
            <p:cNvSpPr txBox="1"/>
            <p:nvPr/>
          </p:nvSpPr>
          <p:spPr>
            <a:xfrm>
              <a:off x="1912385" y="4036660"/>
              <a:ext cx="35214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solidFill>
                    <a:schemeClr val="bg1"/>
                  </a:solidFill>
                </a:rPr>
                <a:t>Modéliser des topologies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FC85F51-F3DF-4838-88E3-281625606B29}"/>
                </a:ext>
              </a:extLst>
            </p:cNvPr>
            <p:cNvSpPr txBox="1"/>
            <p:nvPr/>
          </p:nvSpPr>
          <p:spPr>
            <a:xfrm>
              <a:off x="1807454" y="4493753"/>
              <a:ext cx="34779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600" dirty="0">
                  <a:solidFill>
                    <a:schemeClr val="bg1">
                      <a:lumMod val="95000"/>
                    </a:schemeClr>
                  </a:solidFill>
                  <a:ea typeface="Tahoma" panose="020B0604030504040204" pitchFamily="34" charset="0"/>
                  <a:cs typeface="Arial" panose="020B0604020202020204" pitchFamily="34" charset="0"/>
                </a:rPr>
                <a:t>Construire des architectures réseau par glisser-déposer d'équipements virtuels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34351658-6F50-406F-A83F-EDC73159CB39}"/>
              </a:ext>
            </a:extLst>
          </p:cNvPr>
          <p:cNvSpPr/>
          <p:nvPr/>
        </p:nvSpPr>
        <p:spPr>
          <a:xfrm>
            <a:off x="543231" y="4444421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6DFD57-7321-4688-B8C6-ADCD151AB359}"/>
              </a:ext>
            </a:extLst>
          </p:cNvPr>
          <p:cNvSpPr/>
          <p:nvPr/>
        </p:nvSpPr>
        <p:spPr>
          <a:xfrm>
            <a:off x="127482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2507479-56E9-4776-8672-C314D31F8208}"/>
              </a:ext>
            </a:extLst>
          </p:cNvPr>
          <p:cNvSpPr/>
          <p:nvPr/>
        </p:nvSpPr>
        <p:spPr>
          <a:xfrm rot="10800000">
            <a:off x="-871" y="584960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079550-F3DF-4A7B-9910-F7ACFD824C34}"/>
              </a:ext>
            </a:extLst>
          </p:cNvPr>
          <p:cNvSpPr/>
          <p:nvPr/>
        </p:nvSpPr>
        <p:spPr>
          <a:xfrm rot="10800000">
            <a:off x="-87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398D6F-A2B8-447D-88AA-AC91EF224505}"/>
              </a:ext>
            </a:extLst>
          </p:cNvPr>
          <p:cNvSpPr/>
          <p:nvPr/>
        </p:nvSpPr>
        <p:spPr>
          <a:xfrm>
            <a:off x="11550245" y="4180996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7AD266-29F5-4CCC-9EC3-8CBC20B85B53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0308A4-143C-4D03-B6FA-400313EF8BF2}"/>
              </a:ext>
            </a:extLst>
          </p:cNvPr>
          <p:cNvSpPr/>
          <p:nvPr/>
        </p:nvSpPr>
        <p:spPr>
          <a:xfrm>
            <a:off x="10975913" y="6093450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7331E6-A07E-4AF3-89BC-0CE3618AE6B6}"/>
              </a:ext>
            </a:extLst>
          </p:cNvPr>
          <p:cNvSpPr/>
          <p:nvPr/>
        </p:nvSpPr>
        <p:spPr>
          <a:xfrm>
            <a:off x="9674978" y="1670162"/>
            <a:ext cx="262560" cy="26256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046250-252C-4105-9D38-D53753CA4474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DE73730D-734D-4418-8323-EB687462F0A6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BB64D2F-3582-4F25-A8EE-154BD0A0DC47}"/>
              </a:ext>
            </a:extLst>
          </p:cNvPr>
          <p:cNvSpPr/>
          <p:nvPr/>
        </p:nvSpPr>
        <p:spPr>
          <a:xfrm>
            <a:off x="5053597" y="3000886"/>
            <a:ext cx="1798720" cy="179872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7B9EC47B-8F61-47BD-A473-89F4D6D024AB}"/>
              </a:ext>
            </a:extLst>
          </p:cNvPr>
          <p:cNvSpPr/>
          <p:nvPr/>
        </p:nvSpPr>
        <p:spPr>
          <a:xfrm>
            <a:off x="5294964" y="3242253"/>
            <a:ext cx="1315986" cy="131598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7E49F1A-E674-4BF5-B770-528C93B11C8E}"/>
              </a:ext>
            </a:extLst>
          </p:cNvPr>
          <p:cNvGrpSpPr/>
          <p:nvPr/>
        </p:nvGrpSpPr>
        <p:grpSpPr>
          <a:xfrm>
            <a:off x="5487651" y="3434940"/>
            <a:ext cx="930612" cy="930612"/>
            <a:chOff x="6158672" y="3675083"/>
            <a:chExt cx="787340" cy="787340"/>
          </a:xfrm>
          <a:solidFill>
            <a:schemeClr val="bg1"/>
          </a:solidFill>
        </p:grpSpPr>
        <p:sp>
          <p:nvSpPr>
            <p:cNvPr id="104" name="Circle: Hollow 103">
              <a:extLst>
                <a:ext uri="{FF2B5EF4-FFF2-40B4-BE49-F238E27FC236}">
                  <a16:creationId xmlns:a16="http://schemas.microsoft.com/office/drawing/2014/main" id="{9FE52E39-52A5-4682-ABC6-6E63EFF53736}"/>
                </a:ext>
              </a:extLst>
            </p:cNvPr>
            <p:cNvSpPr/>
            <p:nvPr/>
          </p:nvSpPr>
          <p:spPr>
            <a:xfrm>
              <a:off x="6158672" y="3675083"/>
              <a:ext cx="787340" cy="787340"/>
            </a:xfrm>
            <a:prstGeom prst="donut">
              <a:avLst>
                <a:gd name="adj" fmla="val 470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04C18BEC-68B6-4F1F-AE3E-7B2994DE420F}"/>
                </a:ext>
              </a:extLst>
            </p:cNvPr>
            <p:cNvGrpSpPr/>
            <p:nvPr/>
          </p:nvGrpSpPr>
          <p:grpSpPr>
            <a:xfrm rot="2700000">
              <a:off x="6448659" y="3791777"/>
              <a:ext cx="184399" cy="468434"/>
              <a:chOff x="6533720" y="3754616"/>
              <a:chExt cx="184399" cy="468434"/>
            </a:xfrm>
            <a:grpFill/>
          </p:grpSpPr>
          <p:sp>
            <p:nvSpPr>
              <p:cNvPr id="106" name="Rectangle: Rounded Corners 105">
                <a:extLst>
                  <a:ext uri="{FF2B5EF4-FFF2-40B4-BE49-F238E27FC236}">
                    <a16:creationId xmlns:a16="http://schemas.microsoft.com/office/drawing/2014/main" id="{F57A39F9-EA6C-4AA9-AC36-AE49228D9C37}"/>
                  </a:ext>
                </a:extLst>
              </p:cNvPr>
              <p:cNvSpPr/>
              <p:nvPr/>
            </p:nvSpPr>
            <p:spPr>
              <a:xfrm rot="5400000">
                <a:off x="6602300" y="4108750"/>
                <a:ext cx="45720" cy="1828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7" name="Rectangle: Rounded Corners 106">
                <a:extLst>
                  <a:ext uri="{FF2B5EF4-FFF2-40B4-BE49-F238E27FC236}">
                    <a16:creationId xmlns:a16="http://schemas.microsoft.com/office/drawing/2014/main" id="{F1F93299-527A-44E4-9658-E1E4D25D7ACB}"/>
                  </a:ext>
                </a:extLst>
              </p:cNvPr>
              <p:cNvSpPr/>
              <p:nvPr/>
            </p:nvSpPr>
            <p:spPr>
              <a:xfrm rot="10800000">
                <a:off x="6672399" y="3754616"/>
                <a:ext cx="45720" cy="4572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Montserrat" panose="00000500000000000000" pitchFamily="2" charset="0"/>
                </a:endParaRPr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01FE7E4-CCFD-4BAA-970E-1E8D93004D69}"/>
              </a:ext>
            </a:extLst>
          </p:cNvPr>
          <p:cNvGrpSpPr/>
          <p:nvPr/>
        </p:nvGrpSpPr>
        <p:grpSpPr>
          <a:xfrm>
            <a:off x="4394633" y="4894091"/>
            <a:ext cx="3767533" cy="1008578"/>
            <a:chOff x="1846868" y="4069950"/>
            <a:chExt cx="3767533" cy="1008578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EF047AF-C4E0-4422-8BDF-72F53C51E40A}"/>
                </a:ext>
              </a:extLst>
            </p:cNvPr>
            <p:cNvSpPr txBox="1"/>
            <p:nvPr/>
          </p:nvSpPr>
          <p:spPr>
            <a:xfrm>
              <a:off x="1951800" y="4069950"/>
              <a:ext cx="36626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solidFill>
                    <a:schemeClr val="bg1">
                      <a:lumMod val="95000"/>
                    </a:schemeClr>
                  </a:solidFill>
                  <a:ea typeface="Tahoma" panose="020B0604030504040204" pitchFamily="34" charset="0"/>
                  <a:cs typeface="Arial" panose="020B0604020202020204" pitchFamily="34" charset="0"/>
                </a:rPr>
                <a:t>Générer des configurations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396E3B9-9F1F-4056-BD65-91EF6D9E9A23}"/>
                </a:ext>
              </a:extLst>
            </p:cNvPr>
            <p:cNvSpPr txBox="1"/>
            <p:nvPr/>
          </p:nvSpPr>
          <p:spPr>
            <a:xfrm>
              <a:off x="1846868" y="4493753"/>
              <a:ext cx="36626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dirty="0">
                  <a:solidFill>
                    <a:schemeClr val="bg1">
                      <a:lumMod val="95000"/>
                    </a:schemeClr>
                  </a:solidFill>
                  <a:ea typeface="Tahoma" panose="020B0604030504040204" pitchFamily="34" charset="0"/>
                  <a:cs typeface="Arial" panose="020B0604020202020204" pitchFamily="34" charset="0"/>
                </a:rPr>
                <a:t>Produire automatiquement les scripts de configuration selon la topologie</a:t>
              </a:r>
            </a:p>
          </p:txBody>
        </p:sp>
      </p:grpSp>
      <p:sp>
        <p:nvSpPr>
          <p:cNvPr id="116" name="Oval 115">
            <a:extLst>
              <a:ext uri="{FF2B5EF4-FFF2-40B4-BE49-F238E27FC236}">
                <a16:creationId xmlns:a16="http://schemas.microsoft.com/office/drawing/2014/main" id="{144CE224-84BF-45ED-BC1F-061B089CBE8D}"/>
              </a:ext>
            </a:extLst>
          </p:cNvPr>
          <p:cNvSpPr/>
          <p:nvPr/>
        </p:nvSpPr>
        <p:spPr>
          <a:xfrm>
            <a:off x="8653214" y="3000886"/>
            <a:ext cx="1798720" cy="179872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C077E8DF-FDCE-415F-A750-5B9271C730D5}"/>
              </a:ext>
            </a:extLst>
          </p:cNvPr>
          <p:cNvSpPr/>
          <p:nvPr/>
        </p:nvSpPr>
        <p:spPr>
          <a:xfrm>
            <a:off x="8750861" y="3242253"/>
            <a:ext cx="1315986" cy="131598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D672A4B-DFC2-4CD6-8862-20C17EA96C2D}"/>
              </a:ext>
            </a:extLst>
          </p:cNvPr>
          <p:cNvGrpSpPr/>
          <p:nvPr/>
        </p:nvGrpSpPr>
        <p:grpSpPr>
          <a:xfrm>
            <a:off x="8943548" y="3434940"/>
            <a:ext cx="930612" cy="930612"/>
            <a:chOff x="6158672" y="3675083"/>
            <a:chExt cx="787340" cy="787340"/>
          </a:xfrm>
          <a:solidFill>
            <a:schemeClr val="bg1"/>
          </a:solidFill>
        </p:grpSpPr>
        <p:sp>
          <p:nvSpPr>
            <p:cNvPr id="119" name="Circle: Hollow 118">
              <a:extLst>
                <a:ext uri="{FF2B5EF4-FFF2-40B4-BE49-F238E27FC236}">
                  <a16:creationId xmlns:a16="http://schemas.microsoft.com/office/drawing/2014/main" id="{8CD2E13F-8440-4A5E-B92F-2E8FA7E7F33B}"/>
                </a:ext>
              </a:extLst>
            </p:cNvPr>
            <p:cNvSpPr/>
            <p:nvPr/>
          </p:nvSpPr>
          <p:spPr>
            <a:xfrm>
              <a:off x="6158672" y="3675083"/>
              <a:ext cx="787340" cy="787340"/>
            </a:xfrm>
            <a:prstGeom prst="donut">
              <a:avLst>
                <a:gd name="adj" fmla="val 470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184FB554-8C5B-4531-832C-F28753E3EA2C}"/>
                </a:ext>
              </a:extLst>
            </p:cNvPr>
            <p:cNvGrpSpPr/>
            <p:nvPr/>
          </p:nvGrpSpPr>
          <p:grpSpPr>
            <a:xfrm rot="2700000">
              <a:off x="6448659" y="3791777"/>
              <a:ext cx="184399" cy="468434"/>
              <a:chOff x="6533720" y="3754616"/>
              <a:chExt cx="184399" cy="468434"/>
            </a:xfrm>
            <a:grpFill/>
          </p:grpSpPr>
          <p:sp>
            <p:nvSpPr>
              <p:cNvPr id="121" name="Rectangle: Rounded Corners 120">
                <a:extLst>
                  <a:ext uri="{FF2B5EF4-FFF2-40B4-BE49-F238E27FC236}">
                    <a16:creationId xmlns:a16="http://schemas.microsoft.com/office/drawing/2014/main" id="{857D6829-9FEF-497D-AF1C-8B4DFB1D33A6}"/>
                  </a:ext>
                </a:extLst>
              </p:cNvPr>
              <p:cNvSpPr/>
              <p:nvPr/>
            </p:nvSpPr>
            <p:spPr>
              <a:xfrm rot="5400000">
                <a:off x="6602300" y="4108750"/>
                <a:ext cx="45720" cy="1828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2" name="Rectangle: Rounded Corners 121">
                <a:extLst>
                  <a:ext uri="{FF2B5EF4-FFF2-40B4-BE49-F238E27FC236}">
                    <a16:creationId xmlns:a16="http://schemas.microsoft.com/office/drawing/2014/main" id="{733A3DD2-F1CC-4119-A33D-96BEA75886A1}"/>
                  </a:ext>
                </a:extLst>
              </p:cNvPr>
              <p:cNvSpPr/>
              <p:nvPr/>
            </p:nvSpPr>
            <p:spPr>
              <a:xfrm rot="10800000">
                <a:off x="6672399" y="3754616"/>
                <a:ext cx="45720" cy="4572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Montserrat" panose="00000500000000000000" pitchFamily="2" charset="0"/>
                </a:endParaRPr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D1DEE05-09AA-4D85-968B-A7AA0AC4DD59}"/>
              </a:ext>
            </a:extLst>
          </p:cNvPr>
          <p:cNvGrpSpPr/>
          <p:nvPr/>
        </p:nvGrpSpPr>
        <p:grpSpPr>
          <a:xfrm>
            <a:off x="8041341" y="4927822"/>
            <a:ext cx="3923148" cy="963564"/>
            <a:chOff x="2037679" y="4103681"/>
            <a:chExt cx="3923148" cy="963564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0943774E-01F3-4DC8-A02A-DD367416DACF}"/>
                </a:ext>
              </a:extLst>
            </p:cNvPr>
            <p:cNvSpPr txBox="1"/>
            <p:nvPr/>
          </p:nvSpPr>
          <p:spPr>
            <a:xfrm>
              <a:off x="2037679" y="4103681"/>
              <a:ext cx="39231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solidFill>
                    <a:schemeClr val="bg1"/>
                  </a:solidFill>
                </a:rPr>
                <a:t>Déployer les réseaux sur sites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D577FC45-558C-4711-AFB7-87352286701D}"/>
                </a:ext>
              </a:extLst>
            </p:cNvPr>
            <p:cNvSpPr txBox="1"/>
            <p:nvPr/>
          </p:nvSpPr>
          <p:spPr>
            <a:xfrm>
              <a:off x="2137031" y="4482470"/>
              <a:ext cx="35214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dirty="0">
                  <a:solidFill>
                    <a:schemeClr val="bg1">
                      <a:lumMod val="95000"/>
                    </a:schemeClr>
                  </a:solidFill>
                  <a:ea typeface="Tahoma" panose="020B0604030504040204" pitchFamily="34" charset="0"/>
                  <a:cs typeface="Arial" panose="020B0604020202020204" pitchFamily="34" charset="0"/>
                </a:rPr>
                <a:t>Déployer les réseaux configurés sur des sites réels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A4CA21A-247F-4B8B-9093-1F600AB1184B}"/>
              </a:ext>
            </a:extLst>
          </p:cNvPr>
          <p:cNvSpPr/>
          <p:nvPr/>
        </p:nvSpPr>
        <p:spPr>
          <a:xfrm>
            <a:off x="1274829" y="5849600"/>
            <a:ext cx="9674195" cy="1008400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19BADD-0995-48C4-997F-7801F1BA630E}"/>
              </a:ext>
            </a:extLst>
          </p:cNvPr>
          <p:cNvSpPr txBox="1"/>
          <p:nvPr/>
        </p:nvSpPr>
        <p:spPr>
          <a:xfrm>
            <a:off x="3677652" y="87814"/>
            <a:ext cx="4836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noProof="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Objectifs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5C37D7-7874-487A-9371-0A32FB9D7EBD}"/>
              </a:ext>
            </a:extLst>
          </p:cNvPr>
          <p:cNvSpPr txBox="1"/>
          <p:nvPr/>
        </p:nvSpPr>
        <p:spPr>
          <a:xfrm>
            <a:off x="3056178" y="965136"/>
            <a:ext cx="63526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w Cen MT" panose="020B0602020104020603" pitchFamily="34" charset="0"/>
              </a:rPr>
              <a:t>L’objectif générale de l’accompagnement et l’automatisation dans le processus de conception et de configuration des réseaux informatiques est de réduire drastiquement les pannes enregistrées sur le terrain dû à des erreurs humaines ou aux manques de compétences nécessaire pour une bonne prise en charge des équipements. </a:t>
            </a:r>
            <a:endParaRPr lang="en-US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350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7" grpId="0" animBg="1"/>
      <p:bldP spid="83" grpId="0" animBg="1"/>
      <p:bldP spid="84" grpId="0" animBg="1"/>
      <p:bldP spid="116" grpId="0" animBg="1"/>
      <p:bldP spid="1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BD09256-2360-4931-A15C-894E2F25F29D}"/>
              </a:ext>
            </a:extLst>
          </p:cNvPr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C6562D-805D-4DCF-9F0A-CE0275A17EDE}"/>
              </a:ext>
            </a:extLst>
          </p:cNvPr>
          <p:cNvSpPr/>
          <p:nvPr/>
        </p:nvSpPr>
        <p:spPr>
          <a:xfrm>
            <a:off x="1511300" y="858192"/>
            <a:ext cx="3323224" cy="466734"/>
          </a:xfrm>
          <a:prstGeom prst="roundRect">
            <a:avLst>
              <a:gd name="adj" fmla="val 50000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AE02A2-E436-4D00-8F9D-4231677F6A5F}"/>
              </a:ext>
            </a:extLst>
          </p:cNvPr>
          <p:cNvSpPr txBox="1"/>
          <p:nvPr/>
        </p:nvSpPr>
        <p:spPr>
          <a:xfrm>
            <a:off x="1554936" y="859215"/>
            <a:ext cx="3323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noProof="0" dirty="0">
                <a:solidFill>
                  <a:schemeClr val="bg1"/>
                </a:solidFill>
              </a:rPr>
              <a:t>Objet 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AE9F14-010C-43E3-9F96-2358A71F899A}"/>
              </a:ext>
            </a:extLst>
          </p:cNvPr>
          <p:cNvSpPr/>
          <p:nvPr/>
        </p:nvSpPr>
        <p:spPr>
          <a:xfrm>
            <a:off x="656120" y="305385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F8A01AB-3E47-44B0-A7E9-B14464891F80}"/>
              </a:ext>
            </a:extLst>
          </p:cNvPr>
          <p:cNvSpPr/>
          <p:nvPr/>
        </p:nvSpPr>
        <p:spPr>
          <a:xfrm rot="10800000">
            <a:off x="-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8C860C2-CCE7-4AB6-9756-A9594B9869E4}"/>
              </a:ext>
            </a:extLst>
          </p:cNvPr>
          <p:cNvSpPr/>
          <p:nvPr/>
        </p:nvSpPr>
        <p:spPr>
          <a:xfrm rot="10800000">
            <a:off x="-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06332C-7924-45F6-8F1B-0029924742E8}"/>
              </a:ext>
            </a:extLst>
          </p:cNvPr>
          <p:cNvSpPr/>
          <p:nvPr/>
        </p:nvSpPr>
        <p:spPr>
          <a:xfrm>
            <a:off x="4719992" y="6350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3344FEB-2281-442D-A72E-BA4F1945E27F}"/>
              </a:ext>
            </a:extLst>
          </p:cNvPr>
          <p:cNvSpPr/>
          <p:nvPr/>
        </p:nvSpPr>
        <p:spPr>
          <a:xfrm>
            <a:off x="4341482" y="5565617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C3C6562-A7BF-45C4-8F1B-47634E9E4BD2}"/>
              </a:ext>
            </a:extLst>
          </p:cNvPr>
          <p:cNvSpPr/>
          <p:nvPr/>
        </p:nvSpPr>
        <p:spPr>
          <a:xfrm>
            <a:off x="5960309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0A61356-271A-4F3F-BF03-642010FE8FD2}"/>
              </a:ext>
            </a:extLst>
          </p:cNvPr>
          <p:cNvSpPr/>
          <p:nvPr/>
        </p:nvSpPr>
        <p:spPr>
          <a:xfrm>
            <a:off x="5960309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5EAC5BC0-1F7B-42B2-BDB9-8DD169BDCE3A}"/>
              </a:ext>
            </a:extLst>
          </p:cNvPr>
          <p:cNvSpPr/>
          <p:nvPr/>
        </p:nvSpPr>
        <p:spPr>
          <a:xfrm>
            <a:off x="7611984" y="858192"/>
            <a:ext cx="3092742" cy="466734"/>
          </a:xfrm>
          <a:prstGeom prst="roundRect">
            <a:avLst>
              <a:gd name="adj" fmla="val 50000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3E640F7-B3EE-4178-9429-DCA4B0FEF316}"/>
              </a:ext>
            </a:extLst>
          </p:cNvPr>
          <p:cNvSpPr txBox="1"/>
          <p:nvPr/>
        </p:nvSpPr>
        <p:spPr>
          <a:xfrm>
            <a:off x="7660301" y="859215"/>
            <a:ext cx="297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noProof="0" dirty="0">
                <a:solidFill>
                  <a:schemeClr val="bg1"/>
                </a:solidFill>
                <a:latin typeface="+mj-lt"/>
              </a:rPr>
              <a:t>Objet</a:t>
            </a:r>
            <a:r>
              <a:rPr lang="en-US" sz="2400" b="1" dirty="0">
                <a:solidFill>
                  <a:schemeClr val="bg1"/>
                </a:solidFill>
                <a:latin typeface="+mj-lt"/>
              </a:rPr>
              <a:t> 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B3E930-5B54-4098-8DDE-4CA1633F61CE}"/>
              </a:ext>
            </a:extLst>
          </p:cNvPr>
          <p:cNvSpPr/>
          <p:nvPr/>
        </p:nvSpPr>
        <p:spPr>
          <a:xfrm>
            <a:off x="8477045" y="5835290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B2068FB-D538-423F-8081-D3F5E2537891}"/>
              </a:ext>
            </a:extLst>
          </p:cNvPr>
          <p:cNvSpPr/>
          <p:nvPr/>
        </p:nvSpPr>
        <p:spPr>
          <a:xfrm rot="5400000">
            <a:off x="6686913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EAA200B-56CF-43D6-B662-0A8082F098C0}"/>
              </a:ext>
            </a:extLst>
          </p:cNvPr>
          <p:cNvSpPr/>
          <p:nvPr/>
        </p:nvSpPr>
        <p:spPr>
          <a:xfrm rot="10800000">
            <a:off x="6095998" y="251266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349701-D5FE-42FF-9E96-5385942D4CA8}"/>
              </a:ext>
            </a:extLst>
          </p:cNvPr>
          <p:cNvSpPr/>
          <p:nvPr/>
        </p:nvSpPr>
        <p:spPr>
          <a:xfrm>
            <a:off x="10815991" y="6350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BDD39B-5DEC-4E93-BAC2-E2F0B7C40476}"/>
              </a:ext>
            </a:extLst>
          </p:cNvPr>
          <p:cNvSpPr/>
          <p:nvPr/>
        </p:nvSpPr>
        <p:spPr>
          <a:xfrm>
            <a:off x="10553431" y="6219262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87F1216-3F27-4917-A837-AD367EC70350}"/>
              </a:ext>
            </a:extLst>
          </p:cNvPr>
          <p:cNvSpPr/>
          <p:nvPr/>
        </p:nvSpPr>
        <p:spPr>
          <a:xfrm>
            <a:off x="12056308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EB28C1-AB4C-4EC0-8920-BB6DE8083190}"/>
              </a:ext>
            </a:extLst>
          </p:cNvPr>
          <p:cNvSpPr/>
          <p:nvPr/>
        </p:nvSpPr>
        <p:spPr>
          <a:xfrm>
            <a:off x="12056308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03328A9-6195-4AB3-87B6-8EB5F110E2A3}"/>
              </a:ext>
            </a:extLst>
          </p:cNvPr>
          <p:cNvSpPr/>
          <p:nvPr/>
        </p:nvSpPr>
        <p:spPr>
          <a:xfrm>
            <a:off x="535003" y="3465231"/>
            <a:ext cx="5016500" cy="152400"/>
          </a:xfrm>
          <a:prstGeom prst="rect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58E3FB-29E1-45E8-93A4-E6CCE604E1CC}"/>
              </a:ext>
            </a:extLst>
          </p:cNvPr>
          <p:cNvGrpSpPr/>
          <p:nvPr/>
        </p:nvGrpSpPr>
        <p:grpSpPr>
          <a:xfrm>
            <a:off x="541408" y="2758746"/>
            <a:ext cx="5507506" cy="852261"/>
            <a:chOff x="5757927" y="2411639"/>
            <a:chExt cx="5507506" cy="85226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72437AB-186B-4EDF-89AE-AA9DDD5B2985}"/>
                </a:ext>
              </a:extLst>
            </p:cNvPr>
            <p:cNvSpPr/>
            <p:nvPr/>
          </p:nvSpPr>
          <p:spPr>
            <a:xfrm>
              <a:off x="5757927" y="3115546"/>
              <a:ext cx="5010095" cy="148354"/>
            </a:xfrm>
            <a:prstGeom prst="rect">
              <a:avLst/>
            </a:prstGeom>
            <a:solidFill>
              <a:srgbClr val="FEBB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51BECFF-5773-4284-B690-406E9CC9195E}"/>
                </a:ext>
              </a:extLst>
            </p:cNvPr>
            <p:cNvGrpSpPr/>
            <p:nvPr/>
          </p:nvGrpSpPr>
          <p:grpSpPr>
            <a:xfrm>
              <a:off x="10152251" y="2411639"/>
              <a:ext cx="1113182" cy="694308"/>
              <a:chOff x="10152251" y="2411639"/>
              <a:chExt cx="1113182" cy="694308"/>
            </a:xfrm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CC8F59C-B644-47B0-9167-C1709C996A31}"/>
                  </a:ext>
                </a:extLst>
              </p:cNvPr>
              <p:cNvSpPr/>
              <p:nvPr/>
            </p:nvSpPr>
            <p:spPr>
              <a:xfrm flipV="1">
                <a:off x="10353986" y="2415647"/>
                <a:ext cx="789747" cy="690300"/>
              </a:xfrm>
              <a:custGeom>
                <a:avLst/>
                <a:gdLst>
                  <a:gd name="connsiteX0" fmla="*/ 79515 w 789747"/>
                  <a:gd name="connsiteY0" fmla="*/ 690300 h 690300"/>
                  <a:gd name="connsiteX1" fmla="*/ 710232 w 789747"/>
                  <a:gd name="connsiteY1" fmla="*/ 690300 h 690300"/>
                  <a:gd name="connsiteX2" fmla="*/ 789747 w 789747"/>
                  <a:gd name="connsiteY2" fmla="*/ 610785 h 690300"/>
                  <a:gd name="connsiteX3" fmla="*/ 789747 w 789747"/>
                  <a:gd name="connsiteY3" fmla="*/ 292737 h 690300"/>
                  <a:gd name="connsiteX4" fmla="*/ 710232 w 789747"/>
                  <a:gd name="connsiteY4" fmla="*/ 213222 h 690300"/>
                  <a:gd name="connsiteX5" fmla="*/ 504555 w 789747"/>
                  <a:gd name="connsiteY5" fmla="*/ 213222 h 690300"/>
                  <a:gd name="connsiteX6" fmla="*/ 394873 w 789747"/>
                  <a:gd name="connsiteY6" fmla="*/ 0 h 690300"/>
                  <a:gd name="connsiteX7" fmla="*/ 285190 w 789747"/>
                  <a:gd name="connsiteY7" fmla="*/ 213222 h 690300"/>
                  <a:gd name="connsiteX8" fmla="*/ 79515 w 789747"/>
                  <a:gd name="connsiteY8" fmla="*/ 213222 h 690300"/>
                  <a:gd name="connsiteX9" fmla="*/ 0 w 789747"/>
                  <a:gd name="connsiteY9" fmla="*/ 292737 h 690300"/>
                  <a:gd name="connsiteX10" fmla="*/ 0 w 789747"/>
                  <a:gd name="connsiteY10" fmla="*/ 610785 h 690300"/>
                  <a:gd name="connsiteX11" fmla="*/ 79515 w 789747"/>
                  <a:gd name="connsiteY11" fmla="*/ 690300 h 690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89747" h="690300">
                    <a:moveTo>
                      <a:pt x="79515" y="690300"/>
                    </a:moveTo>
                    <a:lnTo>
                      <a:pt x="710232" y="690300"/>
                    </a:lnTo>
                    <a:cubicBezTo>
                      <a:pt x="754147" y="690300"/>
                      <a:pt x="789747" y="654700"/>
                      <a:pt x="789747" y="610785"/>
                    </a:cubicBezTo>
                    <a:lnTo>
                      <a:pt x="789747" y="292737"/>
                    </a:lnTo>
                    <a:cubicBezTo>
                      <a:pt x="789747" y="248822"/>
                      <a:pt x="754147" y="213222"/>
                      <a:pt x="710232" y="213222"/>
                    </a:cubicBezTo>
                    <a:lnTo>
                      <a:pt x="504555" y="213222"/>
                    </a:lnTo>
                    <a:lnTo>
                      <a:pt x="394873" y="0"/>
                    </a:lnTo>
                    <a:lnTo>
                      <a:pt x="285190" y="213222"/>
                    </a:lnTo>
                    <a:lnTo>
                      <a:pt x="79515" y="213222"/>
                    </a:lnTo>
                    <a:cubicBezTo>
                      <a:pt x="35600" y="213222"/>
                      <a:pt x="0" y="248822"/>
                      <a:pt x="0" y="292737"/>
                    </a:cubicBezTo>
                    <a:lnTo>
                      <a:pt x="0" y="610785"/>
                    </a:lnTo>
                    <a:cubicBezTo>
                      <a:pt x="0" y="654700"/>
                      <a:pt x="35600" y="690300"/>
                      <a:pt x="79515" y="690300"/>
                    </a:cubicBezTo>
                    <a:close/>
                  </a:path>
                </a:pathLst>
              </a:custGeom>
              <a:solidFill>
                <a:srgbClr val="FEBB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22D76A1-B368-4227-87BC-C1E6F3188936}"/>
                  </a:ext>
                </a:extLst>
              </p:cNvPr>
              <p:cNvSpPr txBox="1"/>
              <p:nvPr/>
            </p:nvSpPr>
            <p:spPr>
              <a:xfrm>
                <a:off x="10152251" y="2411639"/>
                <a:ext cx="11131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  <a:latin typeface="+mj-lt"/>
                    <a:ea typeface="Tahoma" panose="020B060403050404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EE85B71-6C92-4628-9D17-6B4B9FE98E40}"/>
              </a:ext>
            </a:extLst>
          </p:cNvPr>
          <p:cNvSpPr txBox="1"/>
          <p:nvPr/>
        </p:nvSpPr>
        <p:spPr>
          <a:xfrm>
            <a:off x="433052" y="3042302"/>
            <a:ext cx="2933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noProof="0" dirty="0">
                <a:solidFill>
                  <a:srgbClr val="FEBB6E"/>
                </a:solidFill>
                <a:latin typeface="+mj-lt"/>
                <a:ea typeface="Tahoma" panose="020B0604030504040204" pitchFamily="34" charset="0"/>
                <a:cs typeface="Arial" panose="020B0604020202020204" pitchFamily="34" charset="0"/>
              </a:rPr>
              <a:t>Taux de réalisation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8E1ECE0-1C05-4695-BD0C-DB056B302A14}"/>
              </a:ext>
            </a:extLst>
          </p:cNvPr>
          <p:cNvGrpSpPr/>
          <p:nvPr/>
        </p:nvGrpSpPr>
        <p:grpSpPr>
          <a:xfrm>
            <a:off x="462573" y="3677305"/>
            <a:ext cx="5029750" cy="1135263"/>
            <a:chOff x="827457" y="2276075"/>
            <a:chExt cx="5029750" cy="113526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DAB2E34-4DD3-4B7C-A62A-087CB981C994}"/>
                </a:ext>
              </a:extLst>
            </p:cNvPr>
            <p:cNvSpPr txBox="1"/>
            <p:nvPr/>
          </p:nvSpPr>
          <p:spPr>
            <a:xfrm>
              <a:off x="840708" y="2765007"/>
              <a:ext cx="5016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bg1">
                      <a:lumMod val="95000"/>
                    </a:schemeClr>
                  </a:solidFill>
                  <a:latin typeface="+mj-lt"/>
                  <a:ea typeface="Tahoma" panose="020B0604030504040204" pitchFamily="34" charset="0"/>
                  <a:cs typeface="Arial" panose="020B0604020202020204" pitchFamily="34" charset="0"/>
                </a:rPr>
                <a:t>Construire des architectures réseau par glisser-déposer d'équipements virtuels</a:t>
              </a:r>
              <a:endParaRPr lang="en-US" dirty="0">
                <a:solidFill>
                  <a:schemeClr val="bg1">
                    <a:lumMod val="95000"/>
                  </a:schemeClr>
                </a:solidFill>
                <a:latin typeface="+mj-lt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339F3E0-CE06-4C02-ADD7-55FD58EDD3ED}"/>
                </a:ext>
              </a:extLst>
            </p:cNvPr>
            <p:cNvSpPr txBox="1"/>
            <p:nvPr/>
          </p:nvSpPr>
          <p:spPr>
            <a:xfrm>
              <a:off x="827457" y="2276075"/>
              <a:ext cx="3989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solidFill>
                    <a:schemeClr val="bg1"/>
                  </a:solidFill>
                </a:rPr>
                <a:t>Modéliser des topologies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C776215-D5EC-44AC-93A4-86C7A7AC5B10}"/>
              </a:ext>
            </a:extLst>
          </p:cNvPr>
          <p:cNvSpPr/>
          <p:nvPr/>
        </p:nvSpPr>
        <p:spPr>
          <a:xfrm>
            <a:off x="0" y="2472774"/>
            <a:ext cx="535002" cy="1340402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D005C2F-3BB1-4700-AF96-B507FFAB2844}"/>
              </a:ext>
            </a:extLst>
          </p:cNvPr>
          <p:cNvSpPr/>
          <p:nvPr/>
        </p:nvSpPr>
        <p:spPr>
          <a:xfrm>
            <a:off x="6639733" y="3465231"/>
            <a:ext cx="5016500" cy="152400"/>
          </a:xfrm>
          <a:prstGeom prst="rect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D463FCF-4178-424F-9678-3D8E21E586A0}"/>
              </a:ext>
            </a:extLst>
          </p:cNvPr>
          <p:cNvGrpSpPr/>
          <p:nvPr/>
        </p:nvGrpSpPr>
        <p:grpSpPr>
          <a:xfrm flipH="1">
            <a:off x="6506568" y="2714646"/>
            <a:ext cx="5150429" cy="902985"/>
            <a:chOff x="4627378" y="2360915"/>
            <a:chExt cx="5257554" cy="902985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BA25B6C-5B89-49A7-AD0A-067918C970AE}"/>
                </a:ext>
              </a:extLst>
            </p:cNvPr>
            <p:cNvSpPr/>
            <p:nvPr/>
          </p:nvSpPr>
          <p:spPr>
            <a:xfrm>
              <a:off x="4627378" y="3099323"/>
              <a:ext cx="4724385" cy="164577"/>
            </a:xfrm>
            <a:prstGeom prst="rect">
              <a:avLst/>
            </a:prstGeom>
            <a:solidFill>
              <a:srgbClr val="9188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149D2B2-BDAC-4AEA-8131-66BD177B7B31}"/>
                </a:ext>
              </a:extLst>
            </p:cNvPr>
            <p:cNvGrpSpPr/>
            <p:nvPr/>
          </p:nvGrpSpPr>
          <p:grpSpPr>
            <a:xfrm>
              <a:off x="8771750" y="2360915"/>
              <a:ext cx="1113182" cy="690300"/>
              <a:chOff x="8771750" y="2360915"/>
              <a:chExt cx="1113182" cy="690300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89B7CE5A-0C98-4846-B2F3-A96B77781E8D}"/>
                  </a:ext>
                </a:extLst>
              </p:cNvPr>
              <p:cNvSpPr/>
              <p:nvPr/>
            </p:nvSpPr>
            <p:spPr>
              <a:xfrm flipV="1">
                <a:off x="8933468" y="2360915"/>
                <a:ext cx="789747" cy="690300"/>
              </a:xfrm>
              <a:custGeom>
                <a:avLst/>
                <a:gdLst>
                  <a:gd name="connsiteX0" fmla="*/ 79515 w 789747"/>
                  <a:gd name="connsiteY0" fmla="*/ 690300 h 690300"/>
                  <a:gd name="connsiteX1" fmla="*/ 710232 w 789747"/>
                  <a:gd name="connsiteY1" fmla="*/ 690300 h 690300"/>
                  <a:gd name="connsiteX2" fmla="*/ 789747 w 789747"/>
                  <a:gd name="connsiteY2" fmla="*/ 610785 h 690300"/>
                  <a:gd name="connsiteX3" fmla="*/ 789747 w 789747"/>
                  <a:gd name="connsiteY3" fmla="*/ 292737 h 690300"/>
                  <a:gd name="connsiteX4" fmla="*/ 710232 w 789747"/>
                  <a:gd name="connsiteY4" fmla="*/ 213222 h 690300"/>
                  <a:gd name="connsiteX5" fmla="*/ 504555 w 789747"/>
                  <a:gd name="connsiteY5" fmla="*/ 213222 h 690300"/>
                  <a:gd name="connsiteX6" fmla="*/ 394873 w 789747"/>
                  <a:gd name="connsiteY6" fmla="*/ 0 h 690300"/>
                  <a:gd name="connsiteX7" fmla="*/ 285190 w 789747"/>
                  <a:gd name="connsiteY7" fmla="*/ 213222 h 690300"/>
                  <a:gd name="connsiteX8" fmla="*/ 79515 w 789747"/>
                  <a:gd name="connsiteY8" fmla="*/ 213222 h 690300"/>
                  <a:gd name="connsiteX9" fmla="*/ 0 w 789747"/>
                  <a:gd name="connsiteY9" fmla="*/ 292737 h 690300"/>
                  <a:gd name="connsiteX10" fmla="*/ 0 w 789747"/>
                  <a:gd name="connsiteY10" fmla="*/ 610785 h 690300"/>
                  <a:gd name="connsiteX11" fmla="*/ 79515 w 789747"/>
                  <a:gd name="connsiteY11" fmla="*/ 690300 h 690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89747" h="690300">
                    <a:moveTo>
                      <a:pt x="79515" y="690300"/>
                    </a:moveTo>
                    <a:lnTo>
                      <a:pt x="710232" y="690300"/>
                    </a:lnTo>
                    <a:cubicBezTo>
                      <a:pt x="754147" y="690300"/>
                      <a:pt x="789747" y="654700"/>
                      <a:pt x="789747" y="610785"/>
                    </a:cubicBezTo>
                    <a:lnTo>
                      <a:pt x="789747" y="292737"/>
                    </a:lnTo>
                    <a:cubicBezTo>
                      <a:pt x="789747" y="248822"/>
                      <a:pt x="754147" y="213222"/>
                      <a:pt x="710232" y="213222"/>
                    </a:cubicBezTo>
                    <a:lnTo>
                      <a:pt x="504555" y="213222"/>
                    </a:lnTo>
                    <a:lnTo>
                      <a:pt x="394873" y="0"/>
                    </a:lnTo>
                    <a:lnTo>
                      <a:pt x="285190" y="213222"/>
                    </a:lnTo>
                    <a:lnTo>
                      <a:pt x="79515" y="213222"/>
                    </a:lnTo>
                    <a:cubicBezTo>
                      <a:pt x="35600" y="213222"/>
                      <a:pt x="0" y="248822"/>
                      <a:pt x="0" y="292737"/>
                    </a:cubicBezTo>
                    <a:lnTo>
                      <a:pt x="0" y="610785"/>
                    </a:lnTo>
                    <a:cubicBezTo>
                      <a:pt x="0" y="654700"/>
                      <a:pt x="35600" y="690300"/>
                      <a:pt x="79515" y="690300"/>
                    </a:cubicBezTo>
                    <a:close/>
                  </a:path>
                </a:pathLst>
              </a:custGeom>
              <a:solidFill>
                <a:srgbClr val="9188E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99A2C0-FA3B-4069-8AA4-202F665EF757}"/>
                  </a:ext>
                </a:extLst>
              </p:cNvPr>
              <p:cNvSpPr txBox="1"/>
              <p:nvPr/>
            </p:nvSpPr>
            <p:spPr>
              <a:xfrm>
                <a:off x="8771750" y="2360915"/>
                <a:ext cx="11131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  <a:latin typeface="+mj-lt"/>
                    <a:ea typeface="Tahoma" panose="020B0604030504040204" pitchFamily="34" charset="0"/>
                    <a:cs typeface="Arial" panose="020B0604020202020204" pitchFamily="34" charset="0"/>
                  </a:rPr>
                  <a:t>80%</a:t>
                </a:r>
              </a:p>
            </p:txBody>
          </p:sp>
        </p:grp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C6AB814-323D-4209-AB03-975012F1F9A1}"/>
              </a:ext>
            </a:extLst>
          </p:cNvPr>
          <p:cNvSpPr txBox="1"/>
          <p:nvPr/>
        </p:nvSpPr>
        <p:spPr>
          <a:xfrm>
            <a:off x="8950495" y="3042302"/>
            <a:ext cx="2933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noProof="0" dirty="0">
                <a:solidFill>
                  <a:srgbClr val="9188E5"/>
                </a:solidFill>
                <a:latin typeface="+mj-lt"/>
                <a:ea typeface="Tahoma" panose="020B0604030504040204" pitchFamily="34" charset="0"/>
                <a:cs typeface="Arial" panose="020B0604020202020204" pitchFamily="34" charset="0"/>
              </a:rPr>
              <a:t>Taux de réalisation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F404622-59D6-4FDD-BB19-502BE68D4B4E}"/>
              </a:ext>
            </a:extLst>
          </p:cNvPr>
          <p:cNvGrpSpPr/>
          <p:nvPr/>
        </p:nvGrpSpPr>
        <p:grpSpPr>
          <a:xfrm>
            <a:off x="6554075" y="3677305"/>
            <a:ext cx="5162195" cy="1167670"/>
            <a:chOff x="196207" y="2276075"/>
            <a:chExt cx="5162195" cy="1167670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CCC74B2-2C5E-4F9B-9223-725D4F23E5CF}"/>
                </a:ext>
              </a:extLst>
            </p:cNvPr>
            <p:cNvSpPr txBox="1"/>
            <p:nvPr/>
          </p:nvSpPr>
          <p:spPr>
            <a:xfrm>
              <a:off x="196207" y="2797414"/>
              <a:ext cx="51621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noProof="0" dirty="0">
                  <a:solidFill>
                    <a:srgbClr val="9188E5"/>
                  </a:solidFill>
                  <a:latin typeface="+mj-lt"/>
                  <a:ea typeface="Tahoma" panose="020B0604030504040204" pitchFamily="34" charset="0"/>
                  <a:cs typeface="Arial" panose="020B0604020202020204" pitchFamily="34" charset="0"/>
                </a:rPr>
                <a:t>Produire automatiquement les scripts de configuration selon la topologie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E924EAA-5595-4F9D-9CB3-678924066996}"/>
                </a:ext>
              </a:extLst>
            </p:cNvPr>
            <p:cNvSpPr txBox="1"/>
            <p:nvPr/>
          </p:nvSpPr>
          <p:spPr>
            <a:xfrm>
              <a:off x="1715288" y="2276075"/>
              <a:ext cx="36359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sz="2400" b="1" noProof="0" dirty="0">
                  <a:solidFill>
                    <a:srgbClr val="9188E5"/>
                  </a:solidFill>
                  <a:latin typeface="+mj-lt"/>
                  <a:ea typeface="Tahoma" panose="020B0604030504040204" pitchFamily="34" charset="0"/>
                  <a:cs typeface="Arial" panose="020B0604020202020204" pitchFamily="34" charset="0"/>
                </a:rPr>
                <a:t>Générer des configurations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1DB22E1C-FC3B-4C0D-9B9C-53631272F70E}"/>
              </a:ext>
            </a:extLst>
          </p:cNvPr>
          <p:cNvSpPr/>
          <p:nvPr/>
        </p:nvSpPr>
        <p:spPr>
          <a:xfrm>
            <a:off x="11657349" y="2472774"/>
            <a:ext cx="535002" cy="1340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6576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0851E-974E-F061-366F-AC0BB2405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8762C5-5EC4-6ED5-C2CC-B4612837F595}"/>
              </a:ext>
            </a:extLst>
          </p:cNvPr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AF970B-1EDE-2318-C6A1-E8932FE4B734}"/>
              </a:ext>
            </a:extLst>
          </p:cNvPr>
          <p:cNvSpPr/>
          <p:nvPr/>
        </p:nvSpPr>
        <p:spPr>
          <a:xfrm>
            <a:off x="1511300" y="858192"/>
            <a:ext cx="3323224" cy="466734"/>
          </a:xfrm>
          <a:prstGeom prst="roundRect">
            <a:avLst>
              <a:gd name="adj" fmla="val 50000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F81417-07FE-BA25-B8FD-B327DDB0927E}"/>
              </a:ext>
            </a:extLst>
          </p:cNvPr>
          <p:cNvSpPr txBox="1"/>
          <p:nvPr/>
        </p:nvSpPr>
        <p:spPr>
          <a:xfrm>
            <a:off x="1554936" y="859215"/>
            <a:ext cx="3323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noProof="0" dirty="0">
                <a:solidFill>
                  <a:schemeClr val="bg1"/>
                </a:solidFill>
              </a:rPr>
              <a:t>Objet 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37E82F7-B014-F791-3B59-EDF3FACC5A81}"/>
              </a:ext>
            </a:extLst>
          </p:cNvPr>
          <p:cNvSpPr/>
          <p:nvPr/>
        </p:nvSpPr>
        <p:spPr>
          <a:xfrm>
            <a:off x="656120" y="305385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FE73448-D351-C559-C455-0F772A38444A}"/>
              </a:ext>
            </a:extLst>
          </p:cNvPr>
          <p:cNvSpPr/>
          <p:nvPr/>
        </p:nvSpPr>
        <p:spPr>
          <a:xfrm rot="10800000">
            <a:off x="-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F01A04A-8CD2-AB24-6D84-115D636C2352}"/>
              </a:ext>
            </a:extLst>
          </p:cNvPr>
          <p:cNvSpPr/>
          <p:nvPr/>
        </p:nvSpPr>
        <p:spPr>
          <a:xfrm rot="10800000">
            <a:off x="-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ECA9AA5-387C-10D9-8740-B4115CACA547}"/>
              </a:ext>
            </a:extLst>
          </p:cNvPr>
          <p:cNvSpPr/>
          <p:nvPr/>
        </p:nvSpPr>
        <p:spPr>
          <a:xfrm>
            <a:off x="4719992" y="6350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389F709-4722-F294-0F4B-2A172D396D64}"/>
              </a:ext>
            </a:extLst>
          </p:cNvPr>
          <p:cNvSpPr/>
          <p:nvPr/>
        </p:nvSpPr>
        <p:spPr>
          <a:xfrm>
            <a:off x="4341482" y="5565617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FEF4B5A-F5D2-E3C5-5893-D2D430C04C51}"/>
              </a:ext>
            </a:extLst>
          </p:cNvPr>
          <p:cNvSpPr/>
          <p:nvPr/>
        </p:nvSpPr>
        <p:spPr>
          <a:xfrm>
            <a:off x="5960309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85FF649-CE4F-AA7C-B5B8-6AC4CE06A44B}"/>
              </a:ext>
            </a:extLst>
          </p:cNvPr>
          <p:cNvSpPr/>
          <p:nvPr/>
        </p:nvSpPr>
        <p:spPr>
          <a:xfrm>
            <a:off x="5960309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926A9533-CD38-0101-571B-EE1801509B99}"/>
              </a:ext>
            </a:extLst>
          </p:cNvPr>
          <p:cNvSpPr/>
          <p:nvPr/>
        </p:nvSpPr>
        <p:spPr>
          <a:xfrm>
            <a:off x="7611984" y="858192"/>
            <a:ext cx="3092742" cy="466734"/>
          </a:xfrm>
          <a:prstGeom prst="roundRect">
            <a:avLst>
              <a:gd name="adj" fmla="val 50000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FE9F784-A3E3-2BD6-FAC4-173367A0FD82}"/>
              </a:ext>
            </a:extLst>
          </p:cNvPr>
          <p:cNvSpPr txBox="1"/>
          <p:nvPr/>
        </p:nvSpPr>
        <p:spPr>
          <a:xfrm>
            <a:off x="7660301" y="859215"/>
            <a:ext cx="297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noProof="0" dirty="0">
                <a:solidFill>
                  <a:schemeClr val="bg1"/>
                </a:solidFill>
                <a:latin typeface="+mj-lt"/>
              </a:rPr>
              <a:t>Objet</a:t>
            </a:r>
            <a:r>
              <a:rPr lang="en-US" sz="2400" b="1" dirty="0">
                <a:solidFill>
                  <a:schemeClr val="bg1"/>
                </a:solidFill>
                <a:latin typeface="+mj-lt"/>
              </a:rPr>
              <a:t> 4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F2B59C5-42B5-51D6-9CBD-8B9C66D484FB}"/>
              </a:ext>
            </a:extLst>
          </p:cNvPr>
          <p:cNvSpPr/>
          <p:nvPr/>
        </p:nvSpPr>
        <p:spPr>
          <a:xfrm>
            <a:off x="8477045" y="5835290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A0A5344-0EE7-7DA8-7E41-C3B10C059433}"/>
              </a:ext>
            </a:extLst>
          </p:cNvPr>
          <p:cNvSpPr/>
          <p:nvPr/>
        </p:nvSpPr>
        <p:spPr>
          <a:xfrm rot="5400000">
            <a:off x="6686913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44880B0-9348-634C-39DC-772AE76D3766}"/>
              </a:ext>
            </a:extLst>
          </p:cNvPr>
          <p:cNvSpPr/>
          <p:nvPr/>
        </p:nvSpPr>
        <p:spPr>
          <a:xfrm rot="10800000">
            <a:off x="6095998" y="251266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A1B8562-4BF5-B68A-3023-57FA0AADCC35}"/>
              </a:ext>
            </a:extLst>
          </p:cNvPr>
          <p:cNvSpPr/>
          <p:nvPr/>
        </p:nvSpPr>
        <p:spPr>
          <a:xfrm>
            <a:off x="10815991" y="6350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4C945C-8730-66E6-4B9D-1ED04BE2749B}"/>
              </a:ext>
            </a:extLst>
          </p:cNvPr>
          <p:cNvSpPr/>
          <p:nvPr/>
        </p:nvSpPr>
        <p:spPr>
          <a:xfrm>
            <a:off x="10553431" y="6219262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E2627AA-BC7C-DF06-06BC-091573D2E68D}"/>
              </a:ext>
            </a:extLst>
          </p:cNvPr>
          <p:cNvSpPr/>
          <p:nvPr/>
        </p:nvSpPr>
        <p:spPr>
          <a:xfrm>
            <a:off x="12056308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3A1F471-18E1-9366-12F3-D12ACC8425EE}"/>
              </a:ext>
            </a:extLst>
          </p:cNvPr>
          <p:cNvSpPr/>
          <p:nvPr/>
        </p:nvSpPr>
        <p:spPr>
          <a:xfrm>
            <a:off x="12056308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23CCA0D-5555-4184-F21B-65808A86A162}"/>
              </a:ext>
            </a:extLst>
          </p:cNvPr>
          <p:cNvSpPr/>
          <p:nvPr/>
        </p:nvSpPr>
        <p:spPr>
          <a:xfrm>
            <a:off x="535003" y="3465231"/>
            <a:ext cx="5016500" cy="152400"/>
          </a:xfrm>
          <a:prstGeom prst="rect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0ED648C-9453-2779-916E-437C0CD44FBB}"/>
              </a:ext>
            </a:extLst>
          </p:cNvPr>
          <p:cNvGrpSpPr/>
          <p:nvPr/>
        </p:nvGrpSpPr>
        <p:grpSpPr>
          <a:xfrm>
            <a:off x="541408" y="2758746"/>
            <a:ext cx="5507506" cy="852261"/>
            <a:chOff x="5757927" y="2411639"/>
            <a:chExt cx="5507506" cy="85226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E3BBF32-AF04-3A32-DB4E-B0778C78F42D}"/>
                </a:ext>
              </a:extLst>
            </p:cNvPr>
            <p:cNvSpPr/>
            <p:nvPr/>
          </p:nvSpPr>
          <p:spPr>
            <a:xfrm>
              <a:off x="5757927" y="3115546"/>
              <a:ext cx="5010095" cy="148354"/>
            </a:xfrm>
            <a:prstGeom prst="rect">
              <a:avLst/>
            </a:prstGeom>
            <a:solidFill>
              <a:srgbClr val="FEBB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AF6BB35-6C56-1021-1EDC-0B2C0A791737}"/>
                </a:ext>
              </a:extLst>
            </p:cNvPr>
            <p:cNvGrpSpPr/>
            <p:nvPr/>
          </p:nvGrpSpPr>
          <p:grpSpPr>
            <a:xfrm>
              <a:off x="10152251" y="2411639"/>
              <a:ext cx="1113182" cy="694308"/>
              <a:chOff x="10152251" y="2411639"/>
              <a:chExt cx="1113182" cy="694308"/>
            </a:xfrm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4E52DDD3-D950-D307-22DC-5EDE225EA7DB}"/>
                  </a:ext>
                </a:extLst>
              </p:cNvPr>
              <p:cNvSpPr/>
              <p:nvPr/>
            </p:nvSpPr>
            <p:spPr>
              <a:xfrm flipV="1">
                <a:off x="10353986" y="2415647"/>
                <a:ext cx="789747" cy="690300"/>
              </a:xfrm>
              <a:custGeom>
                <a:avLst/>
                <a:gdLst>
                  <a:gd name="connsiteX0" fmla="*/ 79515 w 789747"/>
                  <a:gd name="connsiteY0" fmla="*/ 690300 h 690300"/>
                  <a:gd name="connsiteX1" fmla="*/ 710232 w 789747"/>
                  <a:gd name="connsiteY1" fmla="*/ 690300 h 690300"/>
                  <a:gd name="connsiteX2" fmla="*/ 789747 w 789747"/>
                  <a:gd name="connsiteY2" fmla="*/ 610785 h 690300"/>
                  <a:gd name="connsiteX3" fmla="*/ 789747 w 789747"/>
                  <a:gd name="connsiteY3" fmla="*/ 292737 h 690300"/>
                  <a:gd name="connsiteX4" fmla="*/ 710232 w 789747"/>
                  <a:gd name="connsiteY4" fmla="*/ 213222 h 690300"/>
                  <a:gd name="connsiteX5" fmla="*/ 504555 w 789747"/>
                  <a:gd name="connsiteY5" fmla="*/ 213222 h 690300"/>
                  <a:gd name="connsiteX6" fmla="*/ 394873 w 789747"/>
                  <a:gd name="connsiteY6" fmla="*/ 0 h 690300"/>
                  <a:gd name="connsiteX7" fmla="*/ 285190 w 789747"/>
                  <a:gd name="connsiteY7" fmla="*/ 213222 h 690300"/>
                  <a:gd name="connsiteX8" fmla="*/ 79515 w 789747"/>
                  <a:gd name="connsiteY8" fmla="*/ 213222 h 690300"/>
                  <a:gd name="connsiteX9" fmla="*/ 0 w 789747"/>
                  <a:gd name="connsiteY9" fmla="*/ 292737 h 690300"/>
                  <a:gd name="connsiteX10" fmla="*/ 0 w 789747"/>
                  <a:gd name="connsiteY10" fmla="*/ 610785 h 690300"/>
                  <a:gd name="connsiteX11" fmla="*/ 79515 w 789747"/>
                  <a:gd name="connsiteY11" fmla="*/ 690300 h 690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89747" h="690300">
                    <a:moveTo>
                      <a:pt x="79515" y="690300"/>
                    </a:moveTo>
                    <a:lnTo>
                      <a:pt x="710232" y="690300"/>
                    </a:lnTo>
                    <a:cubicBezTo>
                      <a:pt x="754147" y="690300"/>
                      <a:pt x="789747" y="654700"/>
                      <a:pt x="789747" y="610785"/>
                    </a:cubicBezTo>
                    <a:lnTo>
                      <a:pt x="789747" y="292737"/>
                    </a:lnTo>
                    <a:cubicBezTo>
                      <a:pt x="789747" y="248822"/>
                      <a:pt x="754147" y="213222"/>
                      <a:pt x="710232" y="213222"/>
                    </a:cubicBezTo>
                    <a:lnTo>
                      <a:pt x="504555" y="213222"/>
                    </a:lnTo>
                    <a:lnTo>
                      <a:pt x="394873" y="0"/>
                    </a:lnTo>
                    <a:lnTo>
                      <a:pt x="285190" y="213222"/>
                    </a:lnTo>
                    <a:lnTo>
                      <a:pt x="79515" y="213222"/>
                    </a:lnTo>
                    <a:cubicBezTo>
                      <a:pt x="35600" y="213222"/>
                      <a:pt x="0" y="248822"/>
                      <a:pt x="0" y="292737"/>
                    </a:cubicBezTo>
                    <a:lnTo>
                      <a:pt x="0" y="610785"/>
                    </a:lnTo>
                    <a:cubicBezTo>
                      <a:pt x="0" y="654700"/>
                      <a:pt x="35600" y="690300"/>
                      <a:pt x="79515" y="690300"/>
                    </a:cubicBezTo>
                    <a:close/>
                  </a:path>
                </a:pathLst>
              </a:custGeom>
              <a:solidFill>
                <a:srgbClr val="FEBB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3CE91D8-BDA5-687F-8374-C93BB55F22AF}"/>
                  </a:ext>
                </a:extLst>
              </p:cNvPr>
              <p:cNvSpPr txBox="1"/>
              <p:nvPr/>
            </p:nvSpPr>
            <p:spPr>
              <a:xfrm>
                <a:off x="10152251" y="2411639"/>
                <a:ext cx="11131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  <a:latin typeface="+mj-lt"/>
                    <a:ea typeface="Tahoma" panose="020B0604030504040204" pitchFamily="34" charset="0"/>
                    <a:cs typeface="Arial" panose="020B0604020202020204" pitchFamily="34" charset="0"/>
                  </a:rPr>
                  <a:t>100%</a:t>
                </a:r>
              </a:p>
            </p:txBody>
          </p: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D69FCB4-38D5-2DB7-E252-A92B9821AB5C}"/>
              </a:ext>
            </a:extLst>
          </p:cNvPr>
          <p:cNvSpPr txBox="1"/>
          <p:nvPr/>
        </p:nvSpPr>
        <p:spPr>
          <a:xfrm>
            <a:off x="433052" y="3042302"/>
            <a:ext cx="2933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noProof="0" dirty="0">
                <a:solidFill>
                  <a:srgbClr val="FEBB6E"/>
                </a:solidFill>
                <a:latin typeface="+mj-lt"/>
                <a:ea typeface="Tahoma" panose="020B0604030504040204" pitchFamily="34" charset="0"/>
                <a:cs typeface="Arial" panose="020B0604020202020204" pitchFamily="34" charset="0"/>
              </a:rPr>
              <a:t>Taux de réalisation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5BE6671-EA32-8825-EB74-B60B831E460F}"/>
              </a:ext>
            </a:extLst>
          </p:cNvPr>
          <p:cNvGrpSpPr/>
          <p:nvPr/>
        </p:nvGrpSpPr>
        <p:grpSpPr>
          <a:xfrm>
            <a:off x="462573" y="3677305"/>
            <a:ext cx="5029750" cy="858264"/>
            <a:chOff x="827457" y="2276075"/>
            <a:chExt cx="5029750" cy="858264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0348992-94D4-1144-706D-99556A95F9D9}"/>
                </a:ext>
              </a:extLst>
            </p:cNvPr>
            <p:cNvSpPr txBox="1"/>
            <p:nvPr/>
          </p:nvSpPr>
          <p:spPr>
            <a:xfrm>
              <a:off x="840708" y="2765007"/>
              <a:ext cx="50164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bg1">
                      <a:lumMod val="95000"/>
                    </a:schemeClr>
                  </a:solidFill>
                  <a:latin typeface="+mj-lt"/>
                  <a:ea typeface="Tahoma" panose="020B0604030504040204" pitchFamily="34" charset="0"/>
                  <a:cs typeface="Arial" panose="020B0604020202020204" pitchFamily="34" charset="0"/>
                </a:rPr>
                <a:t>Déployer les réseaux configurés sur des sites réels.</a:t>
              </a:r>
              <a:endParaRPr lang="en-US" dirty="0">
                <a:solidFill>
                  <a:schemeClr val="bg1">
                    <a:lumMod val="95000"/>
                  </a:schemeClr>
                </a:solidFill>
                <a:latin typeface="+mj-lt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CE5E981-BECC-7A5D-BDA8-3EC71C99C0F7}"/>
                </a:ext>
              </a:extLst>
            </p:cNvPr>
            <p:cNvSpPr txBox="1"/>
            <p:nvPr/>
          </p:nvSpPr>
          <p:spPr>
            <a:xfrm>
              <a:off x="827457" y="2276075"/>
              <a:ext cx="3989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solidFill>
                    <a:schemeClr val="bg1"/>
                  </a:solidFill>
                </a:rPr>
                <a:t>Déployer les réseaux sur sites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98657B3-8D76-AFD0-E84F-815DD163B575}"/>
              </a:ext>
            </a:extLst>
          </p:cNvPr>
          <p:cNvSpPr/>
          <p:nvPr/>
        </p:nvSpPr>
        <p:spPr>
          <a:xfrm>
            <a:off x="0" y="2472774"/>
            <a:ext cx="535002" cy="1340402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E45D1B3-4318-F56A-54E1-353AD327B687}"/>
              </a:ext>
            </a:extLst>
          </p:cNvPr>
          <p:cNvSpPr/>
          <p:nvPr/>
        </p:nvSpPr>
        <p:spPr>
          <a:xfrm>
            <a:off x="6639733" y="3465231"/>
            <a:ext cx="5016500" cy="152400"/>
          </a:xfrm>
          <a:prstGeom prst="rect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73F21A8-E922-3FE1-6E7E-F10FE20B88F2}"/>
              </a:ext>
            </a:extLst>
          </p:cNvPr>
          <p:cNvGrpSpPr/>
          <p:nvPr/>
        </p:nvGrpSpPr>
        <p:grpSpPr>
          <a:xfrm flipH="1">
            <a:off x="6506568" y="2714646"/>
            <a:ext cx="5150429" cy="902985"/>
            <a:chOff x="4627378" y="2360915"/>
            <a:chExt cx="5257554" cy="902985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4F8D15E-053D-F545-16DB-8F2AC8FDA754}"/>
                </a:ext>
              </a:extLst>
            </p:cNvPr>
            <p:cNvSpPr/>
            <p:nvPr/>
          </p:nvSpPr>
          <p:spPr>
            <a:xfrm>
              <a:off x="4627378" y="3099323"/>
              <a:ext cx="4724385" cy="164577"/>
            </a:xfrm>
            <a:prstGeom prst="rect">
              <a:avLst/>
            </a:prstGeom>
            <a:solidFill>
              <a:srgbClr val="9188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140C8760-B740-4465-B5A7-A0657D93546D}"/>
                </a:ext>
              </a:extLst>
            </p:cNvPr>
            <p:cNvGrpSpPr/>
            <p:nvPr/>
          </p:nvGrpSpPr>
          <p:grpSpPr>
            <a:xfrm>
              <a:off x="8771750" y="2360915"/>
              <a:ext cx="1113182" cy="690300"/>
              <a:chOff x="8771750" y="2360915"/>
              <a:chExt cx="1113182" cy="690300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FE43832-5CD8-6F81-FF5A-6A6114668768}"/>
                  </a:ext>
                </a:extLst>
              </p:cNvPr>
              <p:cNvSpPr/>
              <p:nvPr/>
            </p:nvSpPr>
            <p:spPr>
              <a:xfrm flipV="1">
                <a:off x="8933468" y="2360915"/>
                <a:ext cx="789747" cy="690300"/>
              </a:xfrm>
              <a:custGeom>
                <a:avLst/>
                <a:gdLst>
                  <a:gd name="connsiteX0" fmla="*/ 79515 w 789747"/>
                  <a:gd name="connsiteY0" fmla="*/ 690300 h 690300"/>
                  <a:gd name="connsiteX1" fmla="*/ 710232 w 789747"/>
                  <a:gd name="connsiteY1" fmla="*/ 690300 h 690300"/>
                  <a:gd name="connsiteX2" fmla="*/ 789747 w 789747"/>
                  <a:gd name="connsiteY2" fmla="*/ 610785 h 690300"/>
                  <a:gd name="connsiteX3" fmla="*/ 789747 w 789747"/>
                  <a:gd name="connsiteY3" fmla="*/ 292737 h 690300"/>
                  <a:gd name="connsiteX4" fmla="*/ 710232 w 789747"/>
                  <a:gd name="connsiteY4" fmla="*/ 213222 h 690300"/>
                  <a:gd name="connsiteX5" fmla="*/ 504555 w 789747"/>
                  <a:gd name="connsiteY5" fmla="*/ 213222 h 690300"/>
                  <a:gd name="connsiteX6" fmla="*/ 394873 w 789747"/>
                  <a:gd name="connsiteY6" fmla="*/ 0 h 690300"/>
                  <a:gd name="connsiteX7" fmla="*/ 285190 w 789747"/>
                  <a:gd name="connsiteY7" fmla="*/ 213222 h 690300"/>
                  <a:gd name="connsiteX8" fmla="*/ 79515 w 789747"/>
                  <a:gd name="connsiteY8" fmla="*/ 213222 h 690300"/>
                  <a:gd name="connsiteX9" fmla="*/ 0 w 789747"/>
                  <a:gd name="connsiteY9" fmla="*/ 292737 h 690300"/>
                  <a:gd name="connsiteX10" fmla="*/ 0 w 789747"/>
                  <a:gd name="connsiteY10" fmla="*/ 610785 h 690300"/>
                  <a:gd name="connsiteX11" fmla="*/ 79515 w 789747"/>
                  <a:gd name="connsiteY11" fmla="*/ 690300 h 690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89747" h="690300">
                    <a:moveTo>
                      <a:pt x="79515" y="690300"/>
                    </a:moveTo>
                    <a:lnTo>
                      <a:pt x="710232" y="690300"/>
                    </a:lnTo>
                    <a:cubicBezTo>
                      <a:pt x="754147" y="690300"/>
                      <a:pt x="789747" y="654700"/>
                      <a:pt x="789747" y="610785"/>
                    </a:cubicBezTo>
                    <a:lnTo>
                      <a:pt x="789747" y="292737"/>
                    </a:lnTo>
                    <a:cubicBezTo>
                      <a:pt x="789747" y="248822"/>
                      <a:pt x="754147" y="213222"/>
                      <a:pt x="710232" y="213222"/>
                    </a:cubicBezTo>
                    <a:lnTo>
                      <a:pt x="504555" y="213222"/>
                    </a:lnTo>
                    <a:lnTo>
                      <a:pt x="394873" y="0"/>
                    </a:lnTo>
                    <a:lnTo>
                      <a:pt x="285190" y="213222"/>
                    </a:lnTo>
                    <a:lnTo>
                      <a:pt x="79515" y="213222"/>
                    </a:lnTo>
                    <a:cubicBezTo>
                      <a:pt x="35600" y="213222"/>
                      <a:pt x="0" y="248822"/>
                      <a:pt x="0" y="292737"/>
                    </a:cubicBezTo>
                    <a:lnTo>
                      <a:pt x="0" y="610785"/>
                    </a:lnTo>
                    <a:cubicBezTo>
                      <a:pt x="0" y="654700"/>
                      <a:pt x="35600" y="690300"/>
                      <a:pt x="79515" y="690300"/>
                    </a:cubicBezTo>
                    <a:close/>
                  </a:path>
                </a:pathLst>
              </a:custGeom>
              <a:solidFill>
                <a:srgbClr val="9188E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39617A9-6FC5-D73E-7381-E72491C4D436}"/>
                  </a:ext>
                </a:extLst>
              </p:cNvPr>
              <p:cNvSpPr txBox="1"/>
              <p:nvPr/>
            </p:nvSpPr>
            <p:spPr>
              <a:xfrm>
                <a:off x="8771750" y="2360915"/>
                <a:ext cx="11131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  <a:latin typeface="+mj-lt"/>
                    <a:ea typeface="Tahoma" panose="020B0604030504040204" pitchFamily="34" charset="0"/>
                    <a:cs typeface="Arial" panose="020B0604020202020204" pitchFamily="34" charset="0"/>
                  </a:rPr>
                  <a:t>80%</a:t>
                </a:r>
              </a:p>
            </p:txBody>
          </p:sp>
        </p:grp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9EFFBEF-7B82-C5F1-0842-2786DFFC35FB}"/>
              </a:ext>
            </a:extLst>
          </p:cNvPr>
          <p:cNvSpPr txBox="1"/>
          <p:nvPr/>
        </p:nvSpPr>
        <p:spPr>
          <a:xfrm>
            <a:off x="8950495" y="3042302"/>
            <a:ext cx="2933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noProof="0" dirty="0">
                <a:solidFill>
                  <a:srgbClr val="9188E5"/>
                </a:solidFill>
                <a:latin typeface="+mj-lt"/>
                <a:ea typeface="Tahoma" panose="020B0604030504040204" pitchFamily="34" charset="0"/>
                <a:cs typeface="Arial" panose="020B0604020202020204" pitchFamily="34" charset="0"/>
              </a:rPr>
              <a:t>Taux de réalisation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E4F96EE-031F-2125-94E4-4DED27C23BA1}"/>
              </a:ext>
            </a:extLst>
          </p:cNvPr>
          <p:cNvGrpSpPr/>
          <p:nvPr/>
        </p:nvGrpSpPr>
        <p:grpSpPr>
          <a:xfrm>
            <a:off x="6554075" y="3677305"/>
            <a:ext cx="5162195" cy="1167670"/>
            <a:chOff x="196207" y="2276075"/>
            <a:chExt cx="5162195" cy="1167670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324E4E1-0C4F-4C24-8A1C-DDF3DBB55DAC}"/>
                </a:ext>
              </a:extLst>
            </p:cNvPr>
            <p:cNvSpPr txBox="1"/>
            <p:nvPr/>
          </p:nvSpPr>
          <p:spPr>
            <a:xfrm>
              <a:off x="196207" y="2797414"/>
              <a:ext cx="51621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noProof="0" dirty="0">
                  <a:solidFill>
                    <a:srgbClr val="9188E5"/>
                  </a:solidFill>
                  <a:latin typeface="+mj-lt"/>
                  <a:ea typeface="Tahoma" panose="020B0604030504040204" pitchFamily="34" charset="0"/>
                  <a:cs typeface="Arial" panose="020B0604020202020204" pitchFamily="34" charset="0"/>
                </a:rPr>
                <a:t>Détecter en temps réel les erreurs de syntaxe/sémantique réseau.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C84DFAA-A955-8D76-D487-CC6406765C76}"/>
                </a:ext>
              </a:extLst>
            </p:cNvPr>
            <p:cNvSpPr txBox="1"/>
            <p:nvPr/>
          </p:nvSpPr>
          <p:spPr>
            <a:xfrm>
              <a:off x="1715288" y="2276075"/>
              <a:ext cx="36359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sz="2400" b="1" noProof="0" dirty="0">
                  <a:solidFill>
                    <a:srgbClr val="9188E5"/>
                  </a:solidFill>
                  <a:latin typeface="+mj-lt"/>
                  <a:ea typeface="Tahoma" panose="020B0604030504040204" pitchFamily="34" charset="0"/>
                  <a:cs typeface="Arial" panose="020B0604020202020204" pitchFamily="34" charset="0"/>
                </a:rPr>
                <a:t>Consulter les cours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9D51ED82-759C-BDF7-FF55-155AB506C2D2}"/>
              </a:ext>
            </a:extLst>
          </p:cNvPr>
          <p:cNvSpPr/>
          <p:nvPr/>
        </p:nvSpPr>
        <p:spPr>
          <a:xfrm>
            <a:off x="11657349" y="2472774"/>
            <a:ext cx="535002" cy="1340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991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9FD82495-966D-44C1-B73B-AEE615BB5A79}"/>
              </a:ext>
            </a:extLst>
          </p:cNvPr>
          <p:cNvSpPr/>
          <p:nvPr/>
        </p:nvSpPr>
        <p:spPr>
          <a:xfrm>
            <a:off x="8130823" y="0"/>
            <a:ext cx="4059936" cy="6858000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D09256-2360-4931-A15C-894E2F25F29D}"/>
              </a:ext>
            </a:extLst>
          </p:cNvPr>
          <p:cNvSpPr/>
          <p:nvPr/>
        </p:nvSpPr>
        <p:spPr>
          <a:xfrm>
            <a:off x="0" y="0"/>
            <a:ext cx="4059936" cy="6858000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C6562D-805D-4DCF-9F0A-CE0275A17EDE}"/>
              </a:ext>
            </a:extLst>
          </p:cNvPr>
          <p:cNvSpPr/>
          <p:nvPr/>
        </p:nvSpPr>
        <p:spPr>
          <a:xfrm>
            <a:off x="470407" y="858192"/>
            <a:ext cx="3092742" cy="466734"/>
          </a:xfrm>
          <a:prstGeom prst="roundRect">
            <a:avLst>
              <a:gd name="adj" fmla="val 50000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AE02A2-E436-4D00-8F9D-4231677F6A5F}"/>
              </a:ext>
            </a:extLst>
          </p:cNvPr>
          <p:cNvSpPr txBox="1"/>
          <p:nvPr/>
        </p:nvSpPr>
        <p:spPr>
          <a:xfrm>
            <a:off x="518724" y="859215"/>
            <a:ext cx="297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noProof="0" dirty="0">
                <a:solidFill>
                  <a:schemeClr val="bg1"/>
                </a:solidFill>
                <a:latin typeface="Montserrat" panose="00000500000000000000" pitchFamily="2" charset="0"/>
              </a:rPr>
              <a:t>Objective 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AE9F14-010C-43E3-9F96-2358A71F899A}"/>
              </a:ext>
            </a:extLst>
          </p:cNvPr>
          <p:cNvSpPr/>
          <p:nvPr/>
        </p:nvSpPr>
        <p:spPr>
          <a:xfrm>
            <a:off x="656120" y="305385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F8A01AB-3E47-44B0-A7E9-B14464891F80}"/>
              </a:ext>
            </a:extLst>
          </p:cNvPr>
          <p:cNvSpPr/>
          <p:nvPr/>
        </p:nvSpPr>
        <p:spPr>
          <a:xfrm rot="10800000">
            <a:off x="-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8C860C2-CCE7-4AB6-9756-A9594B9869E4}"/>
              </a:ext>
            </a:extLst>
          </p:cNvPr>
          <p:cNvSpPr/>
          <p:nvPr/>
        </p:nvSpPr>
        <p:spPr>
          <a:xfrm rot="10800000">
            <a:off x="-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3344FEB-2281-442D-A72E-BA4F1945E27F}"/>
              </a:ext>
            </a:extLst>
          </p:cNvPr>
          <p:cNvSpPr/>
          <p:nvPr/>
        </p:nvSpPr>
        <p:spPr>
          <a:xfrm>
            <a:off x="4341482" y="5565617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C3C6562-A7BF-45C4-8F1B-47634E9E4BD2}"/>
              </a:ext>
            </a:extLst>
          </p:cNvPr>
          <p:cNvSpPr/>
          <p:nvPr/>
        </p:nvSpPr>
        <p:spPr>
          <a:xfrm>
            <a:off x="8001834" y="3400627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0A61356-271A-4F3F-BF03-642010FE8FD2}"/>
              </a:ext>
            </a:extLst>
          </p:cNvPr>
          <p:cNvSpPr/>
          <p:nvPr/>
        </p:nvSpPr>
        <p:spPr>
          <a:xfrm rot="5400000">
            <a:off x="9665534" y="666004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5EAC5BC0-1F7B-42B2-BDB9-8DD169BDCE3A}"/>
              </a:ext>
            </a:extLst>
          </p:cNvPr>
          <p:cNvSpPr/>
          <p:nvPr/>
        </p:nvSpPr>
        <p:spPr>
          <a:xfrm>
            <a:off x="4541124" y="858192"/>
            <a:ext cx="3092742" cy="466734"/>
          </a:xfrm>
          <a:prstGeom prst="roundRect">
            <a:avLst>
              <a:gd name="adj" fmla="val 50000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3E640F7-B3EE-4178-9429-DCA4B0FEF316}"/>
              </a:ext>
            </a:extLst>
          </p:cNvPr>
          <p:cNvSpPr txBox="1"/>
          <p:nvPr/>
        </p:nvSpPr>
        <p:spPr>
          <a:xfrm>
            <a:off x="4589441" y="859215"/>
            <a:ext cx="297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Objective 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B3E930-5B54-4098-8DDE-4CA1633F61CE}"/>
              </a:ext>
            </a:extLst>
          </p:cNvPr>
          <p:cNvSpPr/>
          <p:nvPr/>
        </p:nvSpPr>
        <p:spPr>
          <a:xfrm>
            <a:off x="8477045" y="5835290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B2068FB-D538-423F-8081-D3F5E2537891}"/>
              </a:ext>
            </a:extLst>
          </p:cNvPr>
          <p:cNvSpPr/>
          <p:nvPr/>
        </p:nvSpPr>
        <p:spPr>
          <a:xfrm rot="5400000">
            <a:off x="6686913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EAA200B-56CF-43D6-B662-0A8082F098C0}"/>
              </a:ext>
            </a:extLst>
          </p:cNvPr>
          <p:cNvSpPr/>
          <p:nvPr/>
        </p:nvSpPr>
        <p:spPr>
          <a:xfrm rot="10800000">
            <a:off x="4057630" y="251266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BDD39B-5DEC-4E93-BAC2-E2F0B7C40476}"/>
              </a:ext>
            </a:extLst>
          </p:cNvPr>
          <p:cNvSpPr/>
          <p:nvPr/>
        </p:nvSpPr>
        <p:spPr>
          <a:xfrm>
            <a:off x="10934431" y="6204894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87F1216-3F27-4917-A837-AD367EC70350}"/>
              </a:ext>
            </a:extLst>
          </p:cNvPr>
          <p:cNvSpPr/>
          <p:nvPr/>
        </p:nvSpPr>
        <p:spPr>
          <a:xfrm>
            <a:off x="12056308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EB28C1-AB4C-4EC0-8920-BB6DE8083190}"/>
              </a:ext>
            </a:extLst>
          </p:cNvPr>
          <p:cNvSpPr/>
          <p:nvPr/>
        </p:nvSpPr>
        <p:spPr>
          <a:xfrm>
            <a:off x="12056308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C77D679-F3CE-48B6-A32C-C970AB0A2262}"/>
              </a:ext>
            </a:extLst>
          </p:cNvPr>
          <p:cNvSpPr/>
          <p:nvPr/>
        </p:nvSpPr>
        <p:spPr>
          <a:xfrm>
            <a:off x="8591705" y="858192"/>
            <a:ext cx="3092742" cy="466734"/>
          </a:xfrm>
          <a:prstGeom prst="roundRect">
            <a:avLst>
              <a:gd name="adj" fmla="val 50000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B052F1-529E-45AB-8792-08680DBF1942}"/>
              </a:ext>
            </a:extLst>
          </p:cNvPr>
          <p:cNvSpPr txBox="1"/>
          <p:nvPr/>
        </p:nvSpPr>
        <p:spPr>
          <a:xfrm>
            <a:off x="8640022" y="859215"/>
            <a:ext cx="297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Objective 3</a:t>
            </a: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AE284608-B212-4023-AECA-E867B9B581C8}"/>
              </a:ext>
            </a:extLst>
          </p:cNvPr>
          <p:cNvSpPr/>
          <p:nvPr/>
        </p:nvSpPr>
        <p:spPr>
          <a:xfrm rot="5400000">
            <a:off x="2731334" y="666004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68BDC3-0FF1-43BB-9226-203E2611217E}"/>
              </a:ext>
            </a:extLst>
          </p:cNvPr>
          <p:cNvSpPr/>
          <p:nvPr/>
        </p:nvSpPr>
        <p:spPr>
          <a:xfrm>
            <a:off x="4747366" y="305385"/>
            <a:ext cx="262560" cy="262560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F7E67D1-6296-4A75-8F65-F226DC94C6D1}"/>
              </a:ext>
            </a:extLst>
          </p:cNvPr>
          <p:cNvSpPr/>
          <p:nvPr/>
        </p:nvSpPr>
        <p:spPr>
          <a:xfrm>
            <a:off x="8768322" y="305385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A753185-7D15-4DC1-8B63-663AAB9F8892}"/>
              </a:ext>
            </a:extLst>
          </p:cNvPr>
          <p:cNvSpPr/>
          <p:nvPr/>
        </p:nvSpPr>
        <p:spPr>
          <a:xfrm>
            <a:off x="3563149" y="5923248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CEC8A6D-0317-4F4C-9EE7-4468027F936E}"/>
              </a:ext>
            </a:extLst>
          </p:cNvPr>
          <p:cNvGrpSpPr/>
          <p:nvPr/>
        </p:nvGrpSpPr>
        <p:grpSpPr>
          <a:xfrm>
            <a:off x="876201" y="2649295"/>
            <a:ext cx="2261288" cy="2261288"/>
            <a:chOff x="4328982" y="2168610"/>
            <a:chExt cx="2261288" cy="2261288"/>
          </a:xfrm>
        </p:grpSpPr>
        <p:sp>
          <p:nvSpPr>
            <p:cNvPr id="130" name="Circle: Hollow 129">
              <a:extLst>
                <a:ext uri="{FF2B5EF4-FFF2-40B4-BE49-F238E27FC236}">
                  <a16:creationId xmlns:a16="http://schemas.microsoft.com/office/drawing/2014/main" id="{E8E91B02-C75A-418C-A8D3-07E78F0F796C}"/>
                </a:ext>
              </a:extLst>
            </p:cNvPr>
            <p:cNvSpPr/>
            <p:nvPr/>
          </p:nvSpPr>
          <p:spPr>
            <a:xfrm>
              <a:off x="4328982" y="2168610"/>
              <a:ext cx="2261288" cy="2261288"/>
            </a:xfrm>
            <a:prstGeom prst="donut">
              <a:avLst>
                <a:gd name="adj" fmla="val 1027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E59D74E-F206-4B20-AB6D-3C968B77877F}"/>
                </a:ext>
              </a:extLst>
            </p:cNvPr>
            <p:cNvSpPr/>
            <p:nvPr/>
          </p:nvSpPr>
          <p:spPr>
            <a:xfrm>
              <a:off x="4328982" y="3299254"/>
              <a:ext cx="2261288" cy="1130644"/>
            </a:xfrm>
            <a:custGeom>
              <a:avLst/>
              <a:gdLst>
                <a:gd name="connsiteX0" fmla="*/ 0 w 2261288"/>
                <a:gd name="connsiteY0" fmla="*/ 0 h 1130644"/>
                <a:gd name="connsiteX1" fmla="*/ 232393 w 2261288"/>
                <a:gd name="connsiteY1" fmla="*/ 0 h 1130644"/>
                <a:gd name="connsiteX2" fmla="*/ 1130644 w 2261288"/>
                <a:gd name="connsiteY2" fmla="*/ 898251 h 1130644"/>
                <a:gd name="connsiteX3" fmla="*/ 2028895 w 2261288"/>
                <a:gd name="connsiteY3" fmla="*/ 0 h 1130644"/>
                <a:gd name="connsiteX4" fmla="*/ 2261288 w 2261288"/>
                <a:gd name="connsiteY4" fmla="*/ 0 h 1130644"/>
                <a:gd name="connsiteX5" fmla="*/ 1130644 w 2261288"/>
                <a:gd name="connsiteY5" fmla="*/ 1130644 h 1130644"/>
                <a:gd name="connsiteX6" fmla="*/ 0 w 2261288"/>
                <a:gd name="connsiteY6" fmla="*/ 0 h 113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61288" h="1130644">
                  <a:moveTo>
                    <a:pt x="0" y="0"/>
                  </a:moveTo>
                  <a:lnTo>
                    <a:pt x="232393" y="0"/>
                  </a:lnTo>
                  <a:cubicBezTo>
                    <a:pt x="232393" y="496090"/>
                    <a:pt x="634554" y="898251"/>
                    <a:pt x="1130644" y="898251"/>
                  </a:cubicBezTo>
                  <a:cubicBezTo>
                    <a:pt x="1626734" y="898251"/>
                    <a:pt x="2028895" y="496090"/>
                    <a:pt x="2028895" y="0"/>
                  </a:cubicBezTo>
                  <a:lnTo>
                    <a:pt x="2261288" y="0"/>
                  </a:lnTo>
                  <a:cubicBezTo>
                    <a:pt x="2261288" y="624437"/>
                    <a:pt x="1755081" y="1130644"/>
                    <a:pt x="1130644" y="1130644"/>
                  </a:cubicBezTo>
                  <a:cubicBezTo>
                    <a:pt x="506207" y="1130644"/>
                    <a:pt x="0" y="624437"/>
                    <a:pt x="0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C866112-2031-4C5C-975F-E74C07895D73}"/>
              </a:ext>
            </a:extLst>
          </p:cNvPr>
          <p:cNvSpPr/>
          <p:nvPr/>
        </p:nvSpPr>
        <p:spPr>
          <a:xfrm>
            <a:off x="561104" y="3779939"/>
            <a:ext cx="2891481" cy="1346886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412D704-CDFA-4E37-B821-9ED068DF0A07}"/>
              </a:ext>
            </a:extLst>
          </p:cNvPr>
          <p:cNvGrpSpPr/>
          <p:nvPr/>
        </p:nvGrpSpPr>
        <p:grpSpPr>
          <a:xfrm>
            <a:off x="205221" y="3456773"/>
            <a:ext cx="3603245" cy="1999674"/>
            <a:chOff x="-72785" y="3105834"/>
            <a:chExt cx="3603245" cy="1999674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2D04A547-49A2-4A8D-BACC-974F2CE62EE8}"/>
                </a:ext>
              </a:extLst>
            </p:cNvPr>
            <p:cNvSpPr txBox="1"/>
            <p:nvPr/>
          </p:nvSpPr>
          <p:spPr>
            <a:xfrm>
              <a:off x="1152714" y="3105834"/>
              <a:ext cx="12103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FC000"/>
                  </a:solidFill>
                  <a:latin typeface="Montserrat" panose="00000500000000000000" pitchFamily="2" charset="0"/>
                </a:rPr>
                <a:t>35%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7E7E7446-2334-4594-8C72-1EB0699392D9}"/>
                </a:ext>
              </a:extLst>
            </p:cNvPr>
            <p:cNvSpPr txBox="1"/>
            <p:nvPr/>
          </p:nvSpPr>
          <p:spPr>
            <a:xfrm>
              <a:off x="19298" y="3655299"/>
              <a:ext cx="34604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C000"/>
                  </a:solidFill>
                  <a:latin typeface="Montserrat" panose="00000500000000000000" pitchFamily="2" charset="0"/>
                </a:rPr>
                <a:t>Add Your Text Here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E57D3B49-A509-49AD-B3D3-552456B71B0E}"/>
                </a:ext>
              </a:extLst>
            </p:cNvPr>
            <p:cNvSpPr txBox="1"/>
            <p:nvPr/>
          </p:nvSpPr>
          <p:spPr>
            <a:xfrm>
              <a:off x="-72785" y="4089845"/>
              <a:ext cx="360324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Montserrat" panose="00000500000000000000" pitchFamily="2" charset="0"/>
                </a:rPr>
                <a:t>If your objective can be expressed in percentages ,you can use this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ED7B71C-8EED-4DD5-A9E0-0661078EDB78}"/>
              </a:ext>
            </a:extLst>
          </p:cNvPr>
          <p:cNvGrpSpPr/>
          <p:nvPr/>
        </p:nvGrpSpPr>
        <p:grpSpPr>
          <a:xfrm>
            <a:off x="9005494" y="2649295"/>
            <a:ext cx="2261288" cy="2261288"/>
            <a:chOff x="4328982" y="2168610"/>
            <a:chExt cx="2261288" cy="2261288"/>
          </a:xfrm>
        </p:grpSpPr>
        <p:sp>
          <p:nvSpPr>
            <p:cNvPr id="138" name="Circle: Hollow 137">
              <a:extLst>
                <a:ext uri="{FF2B5EF4-FFF2-40B4-BE49-F238E27FC236}">
                  <a16:creationId xmlns:a16="http://schemas.microsoft.com/office/drawing/2014/main" id="{67C03BE0-5BB2-402E-9DD1-FA22DBFFBEF5}"/>
                </a:ext>
              </a:extLst>
            </p:cNvPr>
            <p:cNvSpPr/>
            <p:nvPr/>
          </p:nvSpPr>
          <p:spPr>
            <a:xfrm>
              <a:off x="4328982" y="2168610"/>
              <a:ext cx="2261288" cy="2261288"/>
            </a:xfrm>
            <a:prstGeom prst="donut">
              <a:avLst>
                <a:gd name="adj" fmla="val 1027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5FD953FA-5EE1-4875-9677-C974C8ACF01F}"/>
                </a:ext>
              </a:extLst>
            </p:cNvPr>
            <p:cNvSpPr/>
            <p:nvPr/>
          </p:nvSpPr>
          <p:spPr>
            <a:xfrm>
              <a:off x="4328982" y="3299254"/>
              <a:ext cx="2261288" cy="1130644"/>
            </a:xfrm>
            <a:custGeom>
              <a:avLst/>
              <a:gdLst>
                <a:gd name="connsiteX0" fmla="*/ 0 w 2261288"/>
                <a:gd name="connsiteY0" fmla="*/ 0 h 1130644"/>
                <a:gd name="connsiteX1" fmla="*/ 232393 w 2261288"/>
                <a:gd name="connsiteY1" fmla="*/ 0 h 1130644"/>
                <a:gd name="connsiteX2" fmla="*/ 1130644 w 2261288"/>
                <a:gd name="connsiteY2" fmla="*/ 898251 h 1130644"/>
                <a:gd name="connsiteX3" fmla="*/ 2028895 w 2261288"/>
                <a:gd name="connsiteY3" fmla="*/ 0 h 1130644"/>
                <a:gd name="connsiteX4" fmla="*/ 2261288 w 2261288"/>
                <a:gd name="connsiteY4" fmla="*/ 0 h 1130644"/>
                <a:gd name="connsiteX5" fmla="*/ 1130644 w 2261288"/>
                <a:gd name="connsiteY5" fmla="*/ 1130644 h 1130644"/>
                <a:gd name="connsiteX6" fmla="*/ 0 w 2261288"/>
                <a:gd name="connsiteY6" fmla="*/ 0 h 113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61288" h="1130644">
                  <a:moveTo>
                    <a:pt x="0" y="0"/>
                  </a:moveTo>
                  <a:lnTo>
                    <a:pt x="232393" y="0"/>
                  </a:lnTo>
                  <a:cubicBezTo>
                    <a:pt x="232393" y="496090"/>
                    <a:pt x="634554" y="898251"/>
                    <a:pt x="1130644" y="898251"/>
                  </a:cubicBezTo>
                  <a:cubicBezTo>
                    <a:pt x="1626734" y="898251"/>
                    <a:pt x="2028895" y="496090"/>
                    <a:pt x="2028895" y="0"/>
                  </a:cubicBezTo>
                  <a:lnTo>
                    <a:pt x="2261288" y="0"/>
                  </a:lnTo>
                  <a:cubicBezTo>
                    <a:pt x="2261288" y="624437"/>
                    <a:pt x="1755081" y="1130644"/>
                    <a:pt x="1130644" y="1130644"/>
                  </a:cubicBezTo>
                  <a:cubicBezTo>
                    <a:pt x="506207" y="1130644"/>
                    <a:pt x="0" y="624437"/>
                    <a:pt x="0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AFAA5C2-62BD-4F8D-9425-FFA38B845C28}"/>
              </a:ext>
            </a:extLst>
          </p:cNvPr>
          <p:cNvSpPr/>
          <p:nvPr/>
        </p:nvSpPr>
        <p:spPr>
          <a:xfrm>
            <a:off x="8690397" y="3779939"/>
            <a:ext cx="2891481" cy="1346886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F52D86B-6FF1-4906-BAEE-0CD9BDC0023B}"/>
              </a:ext>
            </a:extLst>
          </p:cNvPr>
          <p:cNvGrpSpPr/>
          <p:nvPr/>
        </p:nvGrpSpPr>
        <p:grpSpPr>
          <a:xfrm>
            <a:off x="8334855" y="3456773"/>
            <a:ext cx="3602563" cy="1999674"/>
            <a:chOff x="-72444" y="3105834"/>
            <a:chExt cx="3602563" cy="1999674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07A6C99-FCA3-4CB3-AD57-41774FB78385}"/>
                </a:ext>
              </a:extLst>
            </p:cNvPr>
            <p:cNvSpPr txBox="1"/>
            <p:nvPr/>
          </p:nvSpPr>
          <p:spPr>
            <a:xfrm>
              <a:off x="1152714" y="3105834"/>
              <a:ext cx="12103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FC000"/>
                  </a:solidFill>
                  <a:latin typeface="Montserrat" panose="00000500000000000000" pitchFamily="2" charset="0"/>
                </a:rPr>
                <a:t>70%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B88A92E-6396-4E2A-BCEF-4C55F3C249B6}"/>
                </a:ext>
              </a:extLst>
            </p:cNvPr>
            <p:cNvSpPr txBox="1"/>
            <p:nvPr/>
          </p:nvSpPr>
          <p:spPr>
            <a:xfrm>
              <a:off x="-10811" y="3655299"/>
              <a:ext cx="35249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C000"/>
                  </a:solidFill>
                  <a:latin typeface="Montserrat" panose="00000500000000000000" pitchFamily="2" charset="0"/>
                </a:rPr>
                <a:t>Add Your Text Here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14A08E1D-1494-480C-98D1-EC2B9243AA2B}"/>
                </a:ext>
              </a:extLst>
            </p:cNvPr>
            <p:cNvSpPr txBox="1"/>
            <p:nvPr/>
          </p:nvSpPr>
          <p:spPr>
            <a:xfrm>
              <a:off x="-72444" y="4089845"/>
              <a:ext cx="36025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Montserrat" panose="00000500000000000000" pitchFamily="2" charset="0"/>
                </a:rPr>
                <a:t>Here You Should Add Some Brief Text to Explain Main Tittle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6714E16-5922-4CDD-B6F1-FA5B36705CA5}"/>
              </a:ext>
            </a:extLst>
          </p:cNvPr>
          <p:cNvGrpSpPr/>
          <p:nvPr/>
        </p:nvGrpSpPr>
        <p:grpSpPr>
          <a:xfrm>
            <a:off x="4964735" y="2649295"/>
            <a:ext cx="2261288" cy="2261288"/>
            <a:chOff x="4328982" y="2168610"/>
            <a:chExt cx="2261288" cy="2261288"/>
          </a:xfrm>
        </p:grpSpPr>
        <p:sp>
          <p:nvSpPr>
            <p:cNvPr id="146" name="Circle: Hollow 145">
              <a:extLst>
                <a:ext uri="{FF2B5EF4-FFF2-40B4-BE49-F238E27FC236}">
                  <a16:creationId xmlns:a16="http://schemas.microsoft.com/office/drawing/2014/main" id="{00D1F013-237C-43FE-91EE-4D4057681AFA}"/>
                </a:ext>
              </a:extLst>
            </p:cNvPr>
            <p:cNvSpPr/>
            <p:nvPr/>
          </p:nvSpPr>
          <p:spPr>
            <a:xfrm>
              <a:off x="4328982" y="2168610"/>
              <a:ext cx="2261288" cy="2261288"/>
            </a:xfrm>
            <a:prstGeom prst="donut">
              <a:avLst>
                <a:gd name="adj" fmla="val 10277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38BF11D0-C007-41A2-B6EF-918179E1C504}"/>
                </a:ext>
              </a:extLst>
            </p:cNvPr>
            <p:cNvSpPr/>
            <p:nvPr/>
          </p:nvSpPr>
          <p:spPr>
            <a:xfrm>
              <a:off x="4328982" y="3299254"/>
              <a:ext cx="2261288" cy="1130644"/>
            </a:xfrm>
            <a:custGeom>
              <a:avLst/>
              <a:gdLst>
                <a:gd name="connsiteX0" fmla="*/ 0 w 2261288"/>
                <a:gd name="connsiteY0" fmla="*/ 0 h 1130644"/>
                <a:gd name="connsiteX1" fmla="*/ 232393 w 2261288"/>
                <a:gd name="connsiteY1" fmla="*/ 0 h 1130644"/>
                <a:gd name="connsiteX2" fmla="*/ 1130644 w 2261288"/>
                <a:gd name="connsiteY2" fmla="*/ 898251 h 1130644"/>
                <a:gd name="connsiteX3" fmla="*/ 2028895 w 2261288"/>
                <a:gd name="connsiteY3" fmla="*/ 0 h 1130644"/>
                <a:gd name="connsiteX4" fmla="*/ 2261288 w 2261288"/>
                <a:gd name="connsiteY4" fmla="*/ 0 h 1130644"/>
                <a:gd name="connsiteX5" fmla="*/ 1130644 w 2261288"/>
                <a:gd name="connsiteY5" fmla="*/ 1130644 h 1130644"/>
                <a:gd name="connsiteX6" fmla="*/ 0 w 2261288"/>
                <a:gd name="connsiteY6" fmla="*/ 0 h 113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61288" h="1130644">
                  <a:moveTo>
                    <a:pt x="0" y="0"/>
                  </a:moveTo>
                  <a:lnTo>
                    <a:pt x="232393" y="0"/>
                  </a:lnTo>
                  <a:cubicBezTo>
                    <a:pt x="232393" y="496090"/>
                    <a:pt x="634554" y="898251"/>
                    <a:pt x="1130644" y="898251"/>
                  </a:cubicBezTo>
                  <a:cubicBezTo>
                    <a:pt x="1626734" y="898251"/>
                    <a:pt x="2028895" y="496090"/>
                    <a:pt x="2028895" y="0"/>
                  </a:cubicBezTo>
                  <a:lnTo>
                    <a:pt x="2261288" y="0"/>
                  </a:lnTo>
                  <a:cubicBezTo>
                    <a:pt x="2261288" y="624437"/>
                    <a:pt x="1755081" y="1130644"/>
                    <a:pt x="1130644" y="1130644"/>
                  </a:cubicBezTo>
                  <a:cubicBezTo>
                    <a:pt x="506207" y="1130644"/>
                    <a:pt x="0" y="624437"/>
                    <a:pt x="0" y="0"/>
                  </a:cubicBezTo>
                  <a:close/>
                </a:path>
              </a:pathLst>
            </a:custGeom>
            <a:solidFill>
              <a:srgbClr val="9188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172" name="Rectangle 171">
            <a:extLst>
              <a:ext uri="{FF2B5EF4-FFF2-40B4-BE49-F238E27FC236}">
                <a16:creationId xmlns:a16="http://schemas.microsoft.com/office/drawing/2014/main" id="{40786322-2055-4B50-994E-EC371F4D5C9A}"/>
              </a:ext>
            </a:extLst>
          </p:cNvPr>
          <p:cNvSpPr/>
          <p:nvPr/>
        </p:nvSpPr>
        <p:spPr>
          <a:xfrm>
            <a:off x="4629705" y="3779939"/>
            <a:ext cx="2891481" cy="1346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D1FD1E9-A3CE-4C66-BAC5-F91FAD03B3C4}"/>
              </a:ext>
            </a:extLst>
          </p:cNvPr>
          <p:cNvGrpSpPr/>
          <p:nvPr/>
        </p:nvGrpSpPr>
        <p:grpSpPr>
          <a:xfrm>
            <a:off x="4289580" y="3456773"/>
            <a:ext cx="3589773" cy="1691897"/>
            <a:chOff x="-57027" y="3105834"/>
            <a:chExt cx="3589773" cy="1691897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E2FFCCEC-9677-47EB-B215-A8DD7CCCBE96}"/>
                </a:ext>
              </a:extLst>
            </p:cNvPr>
            <p:cNvSpPr txBox="1"/>
            <p:nvPr/>
          </p:nvSpPr>
          <p:spPr>
            <a:xfrm>
              <a:off x="1152714" y="3105834"/>
              <a:ext cx="12103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9188E5"/>
                  </a:solidFill>
                  <a:latin typeface="Montserrat" panose="00000500000000000000" pitchFamily="2" charset="0"/>
                </a:rPr>
                <a:t>45%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D57834FF-6E73-4C30-A459-741C0DF4B1F3}"/>
                </a:ext>
              </a:extLst>
            </p:cNvPr>
            <p:cNvSpPr txBox="1"/>
            <p:nvPr/>
          </p:nvSpPr>
          <p:spPr>
            <a:xfrm>
              <a:off x="-25213" y="3655299"/>
              <a:ext cx="35322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9188E5"/>
                  </a:solidFill>
                  <a:latin typeface="Montserrat" panose="00000500000000000000" pitchFamily="2" charset="0"/>
                </a:rPr>
                <a:t>Add Your Text Here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2E221F6C-52CE-47F8-B9C9-549E98296293}"/>
                </a:ext>
              </a:extLst>
            </p:cNvPr>
            <p:cNvSpPr txBox="1"/>
            <p:nvPr/>
          </p:nvSpPr>
          <p:spPr>
            <a:xfrm>
              <a:off x="-57027" y="4089845"/>
              <a:ext cx="358977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" panose="00000500000000000000" pitchFamily="2" charset="0"/>
                </a:rPr>
                <a:t>To modify it is like on the other 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51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6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mph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800000">
                                      <p:cBhvr>
                                        <p:cTn id="16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mph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26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817" y="1463361"/>
            <a:ext cx="5547369" cy="5142874"/>
          </a:xfrm>
          <a:prstGeom prst="roundRect">
            <a:avLst>
              <a:gd name="adj" fmla="val 0"/>
            </a:avLst>
          </a:prstGeom>
          <a:solidFill>
            <a:schemeClr val="accent3"/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71ED2D-4FBD-40F1-B4EF-6641C423F47D}"/>
              </a:ext>
            </a:extLst>
          </p:cNvPr>
          <p:cNvSpPr txBox="1"/>
          <p:nvPr/>
        </p:nvSpPr>
        <p:spPr>
          <a:xfrm>
            <a:off x="2969685" y="69933"/>
            <a:ext cx="64945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188E5"/>
                </a:solidFill>
                <a:latin typeface="+mj-lt"/>
              </a:rPr>
              <a:t>METHODOLOGY</a:t>
            </a:r>
            <a:r>
              <a:rPr lang="en-US" sz="6000" b="1" dirty="0">
                <a:solidFill>
                  <a:schemeClr val="accent2"/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310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817" y="1463361"/>
            <a:ext cx="5547369" cy="5142874"/>
          </a:xfrm>
          <a:prstGeom prst="roundRect">
            <a:avLst>
              <a:gd name="adj" fmla="val 0"/>
            </a:avLst>
          </a:prstGeom>
          <a:solidFill>
            <a:schemeClr val="accent3"/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71ED2D-4FBD-40F1-B4EF-6641C423F47D}"/>
              </a:ext>
            </a:extLst>
          </p:cNvPr>
          <p:cNvSpPr txBox="1"/>
          <p:nvPr/>
        </p:nvSpPr>
        <p:spPr>
          <a:xfrm>
            <a:off x="1436914" y="69933"/>
            <a:ext cx="96196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188E5"/>
                </a:solidFill>
              </a:rPr>
              <a:t>General </a:t>
            </a:r>
            <a:r>
              <a:rPr lang="en-US" sz="6000" b="1" dirty="0" err="1">
                <a:solidFill>
                  <a:srgbClr val="9188E5"/>
                </a:solidFill>
              </a:rPr>
              <a:t>Usecase</a:t>
            </a:r>
            <a:r>
              <a:rPr lang="en-US" sz="6000" b="1" dirty="0">
                <a:solidFill>
                  <a:srgbClr val="9188E5"/>
                </a:solidFill>
              </a:rPr>
              <a:t> Diagram</a:t>
            </a:r>
          </a:p>
          <a:p>
            <a:pPr algn="ctr"/>
            <a:endParaRPr lang="en-US" sz="6000" b="1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664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817" y="1463361"/>
            <a:ext cx="5547369" cy="5142874"/>
          </a:xfrm>
          <a:prstGeom prst="roundRect">
            <a:avLst>
              <a:gd name="adj" fmla="val 0"/>
            </a:avLst>
          </a:prstGeom>
          <a:solidFill>
            <a:schemeClr val="accent3"/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71ED2D-4FBD-40F1-B4EF-6641C423F47D}"/>
              </a:ext>
            </a:extLst>
          </p:cNvPr>
          <p:cNvSpPr txBox="1"/>
          <p:nvPr/>
        </p:nvSpPr>
        <p:spPr>
          <a:xfrm>
            <a:off x="2434280" y="69933"/>
            <a:ext cx="756540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188E5"/>
                </a:solidFill>
              </a:rPr>
              <a:t>ACTIVITY DIAGRAM</a:t>
            </a:r>
          </a:p>
          <a:p>
            <a:pPr algn="ctr"/>
            <a:r>
              <a:rPr lang="en-US" sz="6000" b="1" dirty="0">
                <a:solidFill>
                  <a:srgbClr val="9188E5"/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933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817" y="1463361"/>
            <a:ext cx="5547369" cy="5142874"/>
          </a:xfrm>
          <a:prstGeom prst="roundRect">
            <a:avLst>
              <a:gd name="adj" fmla="val 0"/>
            </a:avLst>
          </a:prstGeom>
          <a:solidFill>
            <a:schemeClr val="accent3"/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71ED2D-4FBD-40F1-B4EF-6641C423F47D}"/>
              </a:ext>
            </a:extLst>
          </p:cNvPr>
          <p:cNvSpPr txBox="1"/>
          <p:nvPr/>
        </p:nvSpPr>
        <p:spPr>
          <a:xfrm>
            <a:off x="2020162" y="69933"/>
            <a:ext cx="839364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188E5"/>
                </a:solidFill>
              </a:rPr>
              <a:t>SEQUENCE DIAGRAM</a:t>
            </a:r>
          </a:p>
          <a:p>
            <a:pPr algn="ctr"/>
            <a:r>
              <a:rPr lang="en-US" sz="6000" b="1" dirty="0">
                <a:solidFill>
                  <a:srgbClr val="9188E5"/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131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817" y="1463361"/>
            <a:ext cx="5547369" cy="5142874"/>
          </a:xfrm>
          <a:prstGeom prst="roundRect">
            <a:avLst>
              <a:gd name="adj" fmla="val 0"/>
            </a:avLst>
          </a:prstGeom>
          <a:solidFill>
            <a:schemeClr val="accent3"/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71ED2D-4FBD-40F1-B4EF-6641C423F47D}"/>
              </a:ext>
            </a:extLst>
          </p:cNvPr>
          <p:cNvSpPr txBox="1"/>
          <p:nvPr/>
        </p:nvSpPr>
        <p:spPr>
          <a:xfrm>
            <a:off x="2875364" y="69933"/>
            <a:ext cx="668324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188E5"/>
                </a:solidFill>
              </a:rPr>
              <a:t>CLASS DIAGRAM</a:t>
            </a:r>
          </a:p>
          <a:p>
            <a:pPr algn="ctr"/>
            <a:r>
              <a:rPr lang="en-US" sz="6000" b="1" dirty="0">
                <a:solidFill>
                  <a:schemeClr val="accent2"/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5464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9FD82495-966D-44C1-B73B-AEE615BB5A79}"/>
              </a:ext>
            </a:extLst>
          </p:cNvPr>
          <p:cNvSpPr/>
          <p:nvPr/>
        </p:nvSpPr>
        <p:spPr>
          <a:xfrm>
            <a:off x="8130823" y="0"/>
            <a:ext cx="4059936" cy="6858000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D09256-2360-4931-A15C-894E2F25F29D}"/>
              </a:ext>
            </a:extLst>
          </p:cNvPr>
          <p:cNvSpPr/>
          <p:nvPr/>
        </p:nvSpPr>
        <p:spPr>
          <a:xfrm>
            <a:off x="0" y="0"/>
            <a:ext cx="4059936" cy="6858000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C6562D-805D-4DCF-9F0A-CE0275A17EDE}"/>
              </a:ext>
            </a:extLst>
          </p:cNvPr>
          <p:cNvSpPr/>
          <p:nvPr/>
        </p:nvSpPr>
        <p:spPr>
          <a:xfrm>
            <a:off x="470407" y="858192"/>
            <a:ext cx="3092742" cy="466734"/>
          </a:xfrm>
          <a:prstGeom prst="roundRect">
            <a:avLst>
              <a:gd name="adj" fmla="val 50000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AE02A2-E436-4D00-8F9D-4231677F6A5F}"/>
              </a:ext>
            </a:extLst>
          </p:cNvPr>
          <p:cNvSpPr txBox="1"/>
          <p:nvPr/>
        </p:nvSpPr>
        <p:spPr>
          <a:xfrm>
            <a:off x="506865" y="838532"/>
            <a:ext cx="297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Tool 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AE9F14-010C-43E3-9F96-2358A71F899A}"/>
              </a:ext>
            </a:extLst>
          </p:cNvPr>
          <p:cNvSpPr/>
          <p:nvPr/>
        </p:nvSpPr>
        <p:spPr>
          <a:xfrm>
            <a:off x="656120" y="305385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F8A01AB-3E47-44B0-A7E9-B14464891F80}"/>
              </a:ext>
            </a:extLst>
          </p:cNvPr>
          <p:cNvSpPr/>
          <p:nvPr/>
        </p:nvSpPr>
        <p:spPr>
          <a:xfrm rot="10800000">
            <a:off x="-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8C860C2-CCE7-4AB6-9756-A9594B9869E4}"/>
              </a:ext>
            </a:extLst>
          </p:cNvPr>
          <p:cNvSpPr/>
          <p:nvPr/>
        </p:nvSpPr>
        <p:spPr>
          <a:xfrm rot="10800000">
            <a:off x="-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3344FEB-2281-442D-A72E-BA4F1945E27F}"/>
              </a:ext>
            </a:extLst>
          </p:cNvPr>
          <p:cNvSpPr/>
          <p:nvPr/>
        </p:nvSpPr>
        <p:spPr>
          <a:xfrm>
            <a:off x="4341482" y="5565617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C3C6562-A7BF-45C4-8F1B-47634E9E4BD2}"/>
              </a:ext>
            </a:extLst>
          </p:cNvPr>
          <p:cNvSpPr/>
          <p:nvPr/>
        </p:nvSpPr>
        <p:spPr>
          <a:xfrm>
            <a:off x="8001834" y="3400627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0A61356-271A-4F3F-BF03-642010FE8FD2}"/>
              </a:ext>
            </a:extLst>
          </p:cNvPr>
          <p:cNvSpPr/>
          <p:nvPr/>
        </p:nvSpPr>
        <p:spPr>
          <a:xfrm rot="5400000">
            <a:off x="9665534" y="666004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5EAC5BC0-1F7B-42B2-BDB9-8DD169BDCE3A}"/>
              </a:ext>
            </a:extLst>
          </p:cNvPr>
          <p:cNvSpPr/>
          <p:nvPr/>
        </p:nvSpPr>
        <p:spPr>
          <a:xfrm>
            <a:off x="4541124" y="858192"/>
            <a:ext cx="3092742" cy="466734"/>
          </a:xfrm>
          <a:prstGeom prst="roundRect">
            <a:avLst>
              <a:gd name="adj" fmla="val 50000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3E640F7-B3EE-4178-9429-DCA4B0FEF316}"/>
              </a:ext>
            </a:extLst>
          </p:cNvPr>
          <p:cNvSpPr txBox="1"/>
          <p:nvPr/>
        </p:nvSpPr>
        <p:spPr>
          <a:xfrm>
            <a:off x="4589441" y="859215"/>
            <a:ext cx="297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Tool  B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B3E930-5B54-4098-8DDE-4CA1633F61CE}"/>
              </a:ext>
            </a:extLst>
          </p:cNvPr>
          <p:cNvSpPr/>
          <p:nvPr/>
        </p:nvSpPr>
        <p:spPr>
          <a:xfrm>
            <a:off x="8477045" y="5835290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B2068FB-D538-423F-8081-D3F5E2537891}"/>
              </a:ext>
            </a:extLst>
          </p:cNvPr>
          <p:cNvSpPr/>
          <p:nvPr/>
        </p:nvSpPr>
        <p:spPr>
          <a:xfrm rot="5400000">
            <a:off x="6686913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EAA200B-56CF-43D6-B662-0A8082F098C0}"/>
              </a:ext>
            </a:extLst>
          </p:cNvPr>
          <p:cNvSpPr/>
          <p:nvPr/>
        </p:nvSpPr>
        <p:spPr>
          <a:xfrm rot="10800000">
            <a:off x="4057630" y="251266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BDD39B-5DEC-4E93-BAC2-E2F0B7C40476}"/>
              </a:ext>
            </a:extLst>
          </p:cNvPr>
          <p:cNvSpPr/>
          <p:nvPr/>
        </p:nvSpPr>
        <p:spPr>
          <a:xfrm>
            <a:off x="10934431" y="6204894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87F1216-3F27-4917-A837-AD367EC70350}"/>
              </a:ext>
            </a:extLst>
          </p:cNvPr>
          <p:cNvSpPr/>
          <p:nvPr/>
        </p:nvSpPr>
        <p:spPr>
          <a:xfrm>
            <a:off x="12056308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EB28C1-AB4C-4EC0-8920-BB6DE8083190}"/>
              </a:ext>
            </a:extLst>
          </p:cNvPr>
          <p:cNvSpPr/>
          <p:nvPr/>
        </p:nvSpPr>
        <p:spPr>
          <a:xfrm>
            <a:off x="12056308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C77D679-F3CE-48B6-A32C-C970AB0A2262}"/>
              </a:ext>
            </a:extLst>
          </p:cNvPr>
          <p:cNvSpPr/>
          <p:nvPr/>
        </p:nvSpPr>
        <p:spPr>
          <a:xfrm>
            <a:off x="8591705" y="858192"/>
            <a:ext cx="3092742" cy="466734"/>
          </a:xfrm>
          <a:prstGeom prst="roundRect">
            <a:avLst>
              <a:gd name="adj" fmla="val 50000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B052F1-529E-45AB-8792-08680DBF1942}"/>
              </a:ext>
            </a:extLst>
          </p:cNvPr>
          <p:cNvSpPr txBox="1"/>
          <p:nvPr/>
        </p:nvSpPr>
        <p:spPr>
          <a:xfrm>
            <a:off x="8640022" y="859215"/>
            <a:ext cx="297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Tool  C</a:t>
            </a: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AE284608-B212-4023-AECA-E867B9B581C8}"/>
              </a:ext>
            </a:extLst>
          </p:cNvPr>
          <p:cNvSpPr/>
          <p:nvPr/>
        </p:nvSpPr>
        <p:spPr>
          <a:xfrm rot="5400000">
            <a:off x="2731334" y="666004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68BDC3-0FF1-43BB-9226-203E2611217E}"/>
              </a:ext>
            </a:extLst>
          </p:cNvPr>
          <p:cNvSpPr/>
          <p:nvPr/>
        </p:nvSpPr>
        <p:spPr>
          <a:xfrm>
            <a:off x="4747366" y="305385"/>
            <a:ext cx="262560" cy="262560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F7E67D1-6296-4A75-8F65-F226DC94C6D1}"/>
              </a:ext>
            </a:extLst>
          </p:cNvPr>
          <p:cNvSpPr/>
          <p:nvPr/>
        </p:nvSpPr>
        <p:spPr>
          <a:xfrm>
            <a:off x="8768322" y="305385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A753185-7D15-4DC1-8B63-663AAB9F8892}"/>
              </a:ext>
            </a:extLst>
          </p:cNvPr>
          <p:cNvSpPr/>
          <p:nvPr/>
        </p:nvSpPr>
        <p:spPr>
          <a:xfrm>
            <a:off x="3563149" y="5923248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2049A57-E94F-4EE6-8D87-9AFDF23C2709}"/>
              </a:ext>
            </a:extLst>
          </p:cNvPr>
          <p:cNvSpPr/>
          <p:nvPr/>
        </p:nvSpPr>
        <p:spPr>
          <a:xfrm>
            <a:off x="786919" y="2153997"/>
            <a:ext cx="2416656" cy="241665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05C7E6-E4D1-4B77-BD2B-DC76B1AAB4F7}"/>
              </a:ext>
            </a:extLst>
          </p:cNvPr>
          <p:cNvSpPr/>
          <p:nvPr/>
        </p:nvSpPr>
        <p:spPr>
          <a:xfrm>
            <a:off x="986462" y="2353540"/>
            <a:ext cx="2017570" cy="2017570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46DE959-3478-4B0C-B6EB-7C1D0184C480}"/>
              </a:ext>
            </a:extLst>
          </p:cNvPr>
          <p:cNvSpPr/>
          <p:nvPr/>
        </p:nvSpPr>
        <p:spPr>
          <a:xfrm>
            <a:off x="1165207" y="2532285"/>
            <a:ext cx="1660080" cy="166008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5025C43-8B0F-4CC8-9023-23D6E7A4DC69}"/>
              </a:ext>
            </a:extLst>
          </p:cNvPr>
          <p:cNvSpPr/>
          <p:nvPr/>
        </p:nvSpPr>
        <p:spPr>
          <a:xfrm>
            <a:off x="4864515" y="2153997"/>
            <a:ext cx="2416656" cy="241665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C8E9469-698F-4103-B78B-11C3C5213F8F}"/>
              </a:ext>
            </a:extLst>
          </p:cNvPr>
          <p:cNvSpPr/>
          <p:nvPr/>
        </p:nvSpPr>
        <p:spPr>
          <a:xfrm>
            <a:off x="5064058" y="2353540"/>
            <a:ext cx="2017570" cy="201757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BA25006-913E-44DF-A3DC-FBDD051E8013}"/>
              </a:ext>
            </a:extLst>
          </p:cNvPr>
          <p:cNvSpPr/>
          <p:nvPr/>
        </p:nvSpPr>
        <p:spPr>
          <a:xfrm>
            <a:off x="5242803" y="2532285"/>
            <a:ext cx="1660080" cy="166008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F1FC1FA-97B8-4E02-AD6C-C4A9F40F931A}"/>
              </a:ext>
            </a:extLst>
          </p:cNvPr>
          <p:cNvSpPr/>
          <p:nvPr/>
        </p:nvSpPr>
        <p:spPr>
          <a:xfrm>
            <a:off x="8957366" y="2153997"/>
            <a:ext cx="2416656" cy="241665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E7D453A-9B6D-4C77-8865-5E11A7C2F708}"/>
              </a:ext>
            </a:extLst>
          </p:cNvPr>
          <p:cNvSpPr/>
          <p:nvPr/>
        </p:nvSpPr>
        <p:spPr>
          <a:xfrm>
            <a:off x="9156909" y="2353540"/>
            <a:ext cx="2017570" cy="2017570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3935E8E-ABDB-4E2C-A9C9-DE7C97C97C06}"/>
              </a:ext>
            </a:extLst>
          </p:cNvPr>
          <p:cNvSpPr/>
          <p:nvPr/>
        </p:nvSpPr>
        <p:spPr>
          <a:xfrm>
            <a:off x="9335654" y="2532285"/>
            <a:ext cx="1660080" cy="166008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944C1AE-4B53-48D1-87AE-E4B32FC862B6}"/>
              </a:ext>
            </a:extLst>
          </p:cNvPr>
          <p:cNvGrpSpPr/>
          <p:nvPr/>
        </p:nvGrpSpPr>
        <p:grpSpPr>
          <a:xfrm>
            <a:off x="461325" y="4797790"/>
            <a:ext cx="3110906" cy="1021744"/>
            <a:chOff x="1865762" y="4118340"/>
            <a:chExt cx="3110906" cy="1021744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C2F94E2-DFAB-4050-93A8-07DED44232EB}"/>
                </a:ext>
              </a:extLst>
            </p:cNvPr>
            <p:cNvSpPr txBox="1"/>
            <p:nvPr/>
          </p:nvSpPr>
          <p:spPr>
            <a:xfrm>
              <a:off x="2371633" y="4118340"/>
              <a:ext cx="20671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ontserrat" panose="00000500000000000000" pitchFamily="2" charset="0"/>
                </a:rPr>
                <a:t>Your Text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2256634-C84D-4F81-BEBB-A5CDD9EB4F8B}"/>
                </a:ext>
              </a:extLst>
            </p:cNvPr>
            <p:cNvSpPr txBox="1"/>
            <p:nvPr/>
          </p:nvSpPr>
          <p:spPr>
            <a:xfrm>
              <a:off x="1865762" y="4493753"/>
              <a:ext cx="31109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Montserrat" panose="00000500000000000000" pitchFamily="2" charset="0"/>
                </a:rPr>
                <a:t>Here you put your programming tools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1477358-8262-4212-B878-8C6BE62A671C}"/>
              </a:ext>
            </a:extLst>
          </p:cNvPr>
          <p:cNvGrpSpPr/>
          <p:nvPr/>
        </p:nvGrpSpPr>
        <p:grpSpPr>
          <a:xfrm>
            <a:off x="4521261" y="4797790"/>
            <a:ext cx="3147265" cy="1206410"/>
            <a:chOff x="1830453" y="4118340"/>
            <a:chExt cx="3147265" cy="1206410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2ED0A71-0FE0-417A-8D8B-564B06C0BB4A}"/>
                </a:ext>
              </a:extLst>
            </p:cNvPr>
            <p:cNvSpPr txBox="1"/>
            <p:nvPr/>
          </p:nvSpPr>
          <p:spPr>
            <a:xfrm>
              <a:off x="2371633" y="4118340"/>
              <a:ext cx="20671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9188E5"/>
                  </a:solidFill>
                  <a:latin typeface="Montserrat" panose="00000500000000000000" pitchFamily="2" charset="0"/>
                </a:rPr>
                <a:t>Your Text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B4722B6-6CDC-441B-8000-97B2695D7242}"/>
                </a:ext>
              </a:extLst>
            </p:cNvPr>
            <p:cNvSpPr txBox="1"/>
            <p:nvPr/>
          </p:nvSpPr>
          <p:spPr>
            <a:xfrm>
              <a:off x="1830453" y="4493753"/>
              <a:ext cx="314726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9188E5"/>
                  </a:solidFill>
                  <a:latin typeface="Montserrat" panose="00000500000000000000" pitchFamily="2" charset="0"/>
                </a:rPr>
                <a:t>Here You can Add Some Brief Text That will Explain Your Tittle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2689008-4430-46A3-836B-EA924BB36A42}"/>
              </a:ext>
            </a:extLst>
          </p:cNvPr>
          <p:cNvGrpSpPr/>
          <p:nvPr/>
        </p:nvGrpSpPr>
        <p:grpSpPr>
          <a:xfrm>
            <a:off x="8571350" y="4797790"/>
            <a:ext cx="3212315" cy="1206410"/>
            <a:chOff x="1825276" y="4118340"/>
            <a:chExt cx="3212315" cy="1206410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FA567F4-0438-4372-9511-70D59E1B3E07}"/>
                </a:ext>
              </a:extLst>
            </p:cNvPr>
            <p:cNvSpPr txBox="1"/>
            <p:nvPr/>
          </p:nvSpPr>
          <p:spPr>
            <a:xfrm>
              <a:off x="2371633" y="4118340"/>
              <a:ext cx="20671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ontserrat" panose="00000500000000000000" pitchFamily="2" charset="0"/>
                </a:rPr>
                <a:t>Your Text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47B072F-42F4-4585-B948-0B53F4EA165B}"/>
                </a:ext>
              </a:extLst>
            </p:cNvPr>
            <p:cNvSpPr txBox="1"/>
            <p:nvPr/>
          </p:nvSpPr>
          <p:spPr>
            <a:xfrm>
              <a:off x="1825276" y="4493753"/>
              <a:ext cx="321231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>
                      <a:lumMod val="95000"/>
                    </a:schemeClr>
                  </a:solidFill>
                  <a:latin typeface="Montserrat" panose="00000500000000000000" pitchFamily="2" charset="0"/>
                </a:rPr>
                <a:t>Here You can Add Some Brief Text That will Explain Your Tittle</a:t>
              </a: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02" y="2775225"/>
            <a:ext cx="1387092" cy="12859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9" name="Picture 1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293" y="2731101"/>
            <a:ext cx="1387092" cy="12859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0" name="Picture 1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961" y="2719350"/>
            <a:ext cx="1387092" cy="12859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4523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34351658-6F50-406F-A83F-EDC73159CB39}"/>
              </a:ext>
            </a:extLst>
          </p:cNvPr>
          <p:cNvSpPr/>
          <p:nvPr/>
        </p:nvSpPr>
        <p:spPr>
          <a:xfrm>
            <a:off x="581331" y="4694189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6DFD57-7321-4688-B8C6-ADCD151AB359}"/>
              </a:ext>
            </a:extLst>
          </p:cNvPr>
          <p:cNvSpPr/>
          <p:nvPr/>
        </p:nvSpPr>
        <p:spPr>
          <a:xfrm>
            <a:off x="127482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2507479-56E9-4776-8672-C314D31F8208}"/>
              </a:ext>
            </a:extLst>
          </p:cNvPr>
          <p:cNvSpPr/>
          <p:nvPr/>
        </p:nvSpPr>
        <p:spPr>
          <a:xfrm rot="10800000">
            <a:off x="-871" y="584960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079550-F3DF-4A7B-9910-F7ACFD824C34}"/>
              </a:ext>
            </a:extLst>
          </p:cNvPr>
          <p:cNvSpPr/>
          <p:nvPr/>
        </p:nvSpPr>
        <p:spPr>
          <a:xfrm rot="10800000">
            <a:off x="-87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398D6F-A2B8-447D-88AA-AC91EF224505}"/>
              </a:ext>
            </a:extLst>
          </p:cNvPr>
          <p:cNvSpPr/>
          <p:nvPr/>
        </p:nvSpPr>
        <p:spPr>
          <a:xfrm>
            <a:off x="11651845" y="3737855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7AD266-29F5-4CCC-9EC3-8CBC20B85B53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0308A4-143C-4D03-B6FA-400313EF8BF2}"/>
              </a:ext>
            </a:extLst>
          </p:cNvPr>
          <p:cNvSpPr/>
          <p:nvPr/>
        </p:nvSpPr>
        <p:spPr>
          <a:xfrm>
            <a:off x="10975913" y="6093450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7331E6-A07E-4AF3-89BC-0CE3618AE6B6}"/>
              </a:ext>
            </a:extLst>
          </p:cNvPr>
          <p:cNvSpPr/>
          <p:nvPr/>
        </p:nvSpPr>
        <p:spPr>
          <a:xfrm>
            <a:off x="9674978" y="1670162"/>
            <a:ext cx="262560" cy="26256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046250-252C-4105-9D38-D53753CA4474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DE73730D-734D-4418-8323-EB687462F0A6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5B930203-03B9-4D65-81B3-64A1CECEC631}"/>
              </a:ext>
            </a:extLst>
          </p:cNvPr>
          <p:cNvSpPr/>
          <p:nvPr/>
        </p:nvSpPr>
        <p:spPr>
          <a:xfrm rot="5400000">
            <a:off x="3407942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B5F7CAB-D715-498E-8731-FDFAE801837A}"/>
              </a:ext>
            </a:extLst>
          </p:cNvPr>
          <p:cNvSpPr/>
          <p:nvPr/>
        </p:nvSpPr>
        <p:spPr>
          <a:xfrm>
            <a:off x="-872" y="3737855"/>
            <a:ext cx="1981777" cy="852892"/>
          </a:xfrm>
          <a:custGeom>
            <a:avLst/>
            <a:gdLst>
              <a:gd name="connsiteX0" fmla="*/ 0 w 1981777"/>
              <a:gd name="connsiteY0" fmla="*/ 0 h 852892"/>
              <a:gd name="connsiteX1" fmla="*/ 133070 w 1981777"/>
              <a:gd name="connsiteY1" fmla="*/ 0 h 852892"/>
              <a:gd name="connsiteX2" fmla="*/ 169941 w 1981777"/>
              <a:gd name="connsiteY2" fmla="*/ 0 h 852892"/>
              <a:gd name="connsiteX3" fmla="*/ 1981777 w 1981777"/>
              <a:gd name="connsiteY3" fmla="*/ 0 h 852892"/>
              <a:gd name="connsiteX4" fmla="*/ 1981777 w 1981777"/>
              <a:gd name="connsiteY4" fmla="*/ 321523 h 852892"/>
              <a:gd name="connsiteX5" fmla="*/ 1883865 w 1981777"/>
              <a:gd name="connsiteY5" fmla="*/ 321523 h 852892"/>
              <a:gd name="connsiteX6" fmla="*/ 1752585 w 1981777"/>
              <a:gd name="connsiteY6" fmla="*/ 452803 h 852892"/>
              <a:gd name="connsiteX7" fmla="*/ 1883865 w 1981777"/>
              <a:gd name="connsiteY7" fmla="*/ 584083 h 852892"/>
              <a:gd name="connsiteX8" fmla="*/ 1981777 w 1981777"/>
              <a:gd name="connsiteY8" fmla="*/ 584083 h 852892"/>
              <a:gd name="connsiteX9" fmla="*/ 1981777 w 1981777"/>
              <a:gd name="connsiteY9" fmla="*/ 852892 h 852892"/>
              <a:gd name="connsiteX10" fmla="*/ 169941 w 1981777"/>
              <a:gd name="connsiteY10" fmla="*/ 852892 h 852892"/>
              <a:gd name="connsiteX11" fmla="*/ 133070 w 1981777"/>
              <a:gd name="connsiteY11" fmla="*/ 852892 h 852892"/>
              <a:gd name="connsiteX12" fmla="*/ 0 w 1981777"/>
              <a:gd name="connsiteY12" fmla="*/ 852892 h 85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81777" h="852892">
                <a:moveTo>
                  <a:pt x="0" y="0"/>
                </a:moveTo>
                <a:lnTo>
                  <a:pt x="133070" y="0"/>
                </a:lnTo>
                <a:lnTo>
                  <a:pt x="169941" y="0"/>
                </a:lnTo>
                <a:lnTo>
                  <a:pt x="1981777" y="0"/>
                </a:lnTo>
                <a:lnTo>
                  <a:pt x="1981777" y="321523"/>
                </a:lnTo>
                <a:lnTo>
                  <a:pt x="1883865" y="321523"/>
                </a:lnTo>
                <a:cubicBezTo>
                  <a:pt x="1811361" y="321523"/>
                  <a:pt x="1752585" y="380299"/>
                  <a:pt x="1752585" y="452803"/>
                </a:cubicBezTo>
                <a:cubicBezTo>
                  <a:pt x="1752585" y="525307"/>
                  <a:pt x="1811361" y="584083"/>
                  <a:pt x="1883865" y="584083"/>
                </a:cubicBezTo>
                <a:lnTo>
                  <a:pt x="1981777" y="584083"/>
                </a:lnTo>
                <a:lnTo>
                  <a:pt x="1981777" y="852892"/>
                </a:lnTo>
                <a:lnTo>
                  <a:pt x="169941" y="852892"/>
                </a:lnTo>
                <a:lnTo>
                  <a:pt x="133070" y="852892"/>
                </a:lnTo>
                <a:lnTo>
                  <a:pt x="0" y="852892"/>
                </a:lnTo>
                <a:close/>
              </a:path>
            </a:pathLst>
          </a:cu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900C87-9102-4C8D-B7FA-B16384F04DFF}"/>
              </a:ext>
            </a:extLst>
          </p:cNvPr>
          <p:cNvSpPr txBox="1"/>
          <p:nvPr/>
        </p:nvSpPr>
        <p:spPr>
          <a:xfrm>
            <a:off x="2829697" y="2744516"/>
            <a:ext cx="63143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C000"/>
                </a:solidFill>
                <a:latin typeface="Tw Cen MT" panose="020B0602020104020603" pitchFamily="34" charset="0"/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2869457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077EFA3E-F24B-47DB-BAB3-134CB13561CE}"/>
              </a:ext>
            </a:extLst>
          </p:cNvPr>
          <p:cNvGrpSpPr/>
          <p:nvPr/>
        </p:nvGrpSpPr>
        <p:grpSpPr>
          <a:xfrm>
            <a:off x="8052125" y="2429331"/>
            <a:ext cx="3530827" cy="942975"/>
            <a:chOff x="7054513" y="2558550"/>
            <a:chExt cx="3530827" cy="942975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7D6F8839-A534-4645-9D1F-8CF0DE6B501E}"/>
                </a:ext>
              </a:extLst>
            </p:cNvPr>
            <p:cNvSpPr/>
            <p:nvPr/>
          </p:nvSpPr>
          <p:spPr>
            <a:xfrm>
              <a:off x="7054513" y="2558550"/>
              <a:ext cx="3530827" cy="942975"/>
            </a:xfrm>
            <a:prstGeom prst="roundRect">
              <a:avLst>
                <a:gd name="adj" fmla="val 50000"/>
              </a:avLst>
            </a:prstGeom>
            <a:solidFill>
              <a:srgbClr val="9188E5"/>
            </a:solidFill>
            <a:ln w="28575">
              <a:solidFill>
                <a:srgbClr val="837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2F9FC73-9728-4148-9857-E87A59093975}"/>
                </a:ext>
              </a:extLst>
            </p:cNvPr>
            <p:cNvSpPr txBox="1"/>
            <p:nvPr/>
          </p:nvSpPr>
          <p:spPr>
            <a:xfrm>
              <a:off x="7289806" y="2627696"/>
              <a:ext cx="2067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Add Your Text Here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7FCE9EA-ADBC-4030-BB8C-FC6272E76EDE}"/>
                </a:ext>
              </a:extLst>
            </p:cNvPr>
            <p:cNvSpPr txBox="1"/>
            <p:nvPr/>
          </p:nvSpPr>
          <p:spPr>
            <a:xfrm>
              <a:off x="7289805" y="2897968"/>
              <a:ext cx="31679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</a:rPr>
                <a:t>Here add some subtitle text this is just a demo text so consider replacing it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A051572-7602-411A-B74A-CD1608FAFEF7}"/>
              </a:ext>
            </a:extLst>
          </p:cNvPr>
          <p:cNvGrpSpPr/>
          <p:nvPr/>
        </p:nvGrpSpPr>
        <p:grpSpPr>
          <a:xfrm>
            <a:off x="8047152" y="3692301"/>
            <a:ext cx="3530827" cy="942975"/>
            <a:chOff x="7054513" y="3821520"/>
            <a:chExt cx="3530827" cy="942975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2805DA88-AA55-441E-8D3B-C879D2A58D7A}"/>
                </a:ext>
              </a:extLst>
            </p:cNvPr>
            <p:cNvSpPr/>
            <p:nvPr/>
          </p:nvSpPr>
          <p:spPr>
            <a:xfrm>
              <a:off x="7054513" y="3821520"/>
              <a:ext cx="3530827" cy="942975"/>
            </a:xfrm>
            <a:prstGeom prst="roundRect">
              <a:avLst>
                <a:gd name="adj" fmla="val 50000"/>
              </a:avLst>
            </a:prstGeom>
            <a:solidFill>
              <a:srgbClr val="9188E5"/>
            </a:solidFill>
            <a:ln w="28575">
              <a:solidFill>
                <a:srgbClr val="837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8532374-BD5E-4930-919F-2BC2BC8D8738}"/>
                </a:ext>
              </a:extLst>
            </p:cNvPr>
            <p:cNvSpPr txBox="1"/>
            <p:nvPr/>
          </p:nvSpPr>
          <p:spPr>
            <a:xfrm>
              <a:off x="7289806" y="3890666"/>
              <a:ext cx="2067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Add Your Text Here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8D171DF-983C-4734-83FA-71EB19AAD6AF}"/>
                </a:ext>
              </a:extLst>
            </p:cNvPr>
            <p:cNvSpPr txBox="1"/>
            <p:nvPr/>
          </p:nvSpPr>
          <p:spPr>
            <a:xfrm>
              <a:off x="7289805" y="4160938"/>
              <a:ext cx="31679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</a:rPr>
                <a:t>Here add some subtitle text this is just a demo text so consider replacing it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B1A51A5-A51D-4C9F-9CCF-F363D6865546}"/>
              </a:ext>
            </a:extLst>
          </p:cNvPr>
          <p:cNvGrpSpPr/>
          <p:nvPr/>
        </p:nvGrpSpPr>
        <p:grpSpPr>
          <a:xfrm>
            <a:off x="8052125" y="4967743"/>
            <a:ext cx="3530827" cy="942975"/>
            <a:chOff x="7054513" y="5096962"/>
            <a:chExt cx="3530827" cy="942975"/>
          </a:xfrm>
        </p:grpSpPr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1C9749E6-0575-4189-83B8-97FD9CB3D7C3}"/>
                </a:ext>
              </a:extLst>
            </p:cNvPr>
            <p:cNvSpPr/>
            <p:nvPr/>
          </p:nvSpPr>
          <p:spPr>
            <a:xfrm>
              <a:off x="7054513" y="5096962"/>
              <a:ext cx="3530827" cy="942975"/>
            </a:xfrm>
            <a:prstGeom prst="roundRect">
              <a:avLst>
                <a:gd name="adj" fmla="val 50000"/>
              </a:avLst>
            </a:prstGeom>
            <a:solidFill>
              <a:srgbClr val="9188E5"/>
            </a:solidFill>
            <a:ln w="28575">
              <a:solidFill>
                <a:srgbClr val="837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72A599F-E72D-4252-AED6-6BAE18D3C24C}"/>
                </a:ext>
              </a:extLst>
            </p:cNvPr>
            <p:cNvSpPr txBox="1"/>
            <p:nvPr/>
          </p:nvSpPr>
          <p:spPr>
            <a:xfrm>
              <a:off x="7289806" y="5166108"/>
              <a:ext cx="2067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Add Your Text Here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436E85E-DCC7-4796-B145-FBD88DD07561}"/>
                </a:ext>
              </a:extLst>
            </p:cNvPr>
            <p:cNvSpPr txBox="1"/>
            <p:nvPr/>
          </p:nvSpPr>
          <p:spPr>
            <a:xfrm>
              <a:off x="7289805" y="5436380"/>
              <a:ext cx="31679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</a:rPr>
                <a:t>Here add some subtitle text this is just a demo text so consider replacing it</a:t>
              </a:r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9BFE15A5-799E-421F-BCFE-9C7EAF1C1854}"/>
              </a:ext>
            </a:extLst>
          </p:cNvPr>
          <p:cNvSpPr/>
          <p:nvPr/>
        </p:nvSpPr>
        <p:spPr>
          <a:xfrm>
            <a:off x="2876691" y="1801442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4ABBFC-76A7-4FC2-A983-AB55DB1BF542}"/>
              </a:ext>
            </a:extLst>
          </p:cNvPr>
          <p:cNvSpPr/>
          <p:nvPr/>
        </p:nvSpPr>
        <p:spPr>
          <a:xfrm>
            <a:off x="127482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05ED739-895E-49AA-BBA0-0E1AEE15D56F}"/>
              </a:ext>
            </a:extLst>
          </p:cNvPr>
          <p:cNvSpPr/>
          <p:nvPr/>
        </p:nvSpPr>
        <p:spPr>
          <a:xfrm rot="10800000">
            <a:off x="-87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5447901-BA28-476E-94BF-5425985FA436}"/>
              </a:ext>
            </a:extLst>
          </p:cNvPr>
          <p:cNvSpPr/>
          <p:nvPr/>
        </p:nvSpPr>
        <p:spPr>
          <a:xfrm rot="10800000">
            <a:off x="-87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9732762-70FC-44FD-8026-6FC1020853A9}"/>
              </a:ext>
            </a:extLst>
          </p:cNvPr>
          <p:cNvSpPr/>
          <p:nvPr/>
        </p:nvSpPr>
        <p:spPr>
          <a:xfrm>
            <a:off x="11577979" y="3479551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A21643-1E5D-4645-8448-B1E8F9598926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762BF8-9D33-4F22-8C8B-794D95486038}"/>
              </a:ext>
            </a:extLst>
          </p:cNvPr>
          <p:cNvSpPr/>
          <p:nvPr/>
        </p:nvSpPr>
        <p:spPr>
          <a:xfrm>
            <a:off x="11206956" y="5933756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38BC99-AC7D-49D4-B253-9BECC4D02BD7}"/>
              </a:ext>
            </a:extLst>
          </p:cNvPr>
          <p:cNvSpPr/>
          <p:nvPr/>
        </p:nvSpPr>
        <p:spPr>
          <a:xfrm>
            <a:off x="9674978" y="1670162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685EDDA-22C7-44D4-9D0C-9FC0D2D7D692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A9721E0-EABB-414E-915A-D5E788EA85AB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450B8BF-3AF3-4F9E-BF8D-2F89F9BBE510}"/>
              </a:ext>
            </a:extLst>
          </p:cNvPr>
          <p:cNvSpPr/>
          <p:nvPr/>
        </p:nvSpPr>
        <p:spPr>
          <a:xfrm rot="5400000">
            <a:off x="6030360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9B8599-319C-46FB-BE88-CAE79772C9B0}"/>
              </a:ext>
            </a:extLst>
          </p:cNvPr>
          <p:cNvSpPr txBox="1"/>
          <p:nvPr/>
        </p:nvSpPr>
        <p:spPr>
          <a:xfrm>
            <a:off x="4800058" y="4378341"/>
            <a:ext cx="2591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Here You can Add Some Brief Text on This Tablet View Option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D7BAC5-26A8-4740-8D2B-4028D1E28998}"/>
              </a:ext>
            </a:extLst>
          </p:cNvPr>
          <p:cNvSpPr/>
          <p:nvPr/>
        </p:nvSpPr>
        <p:spPr>
          <a:xfrm>
            <a:off x="5321033" y="2707065"/>
            <a:ext cx="1549932" cy="154993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E10DD93-D650-4972-8EA6-110224954236}"/>
              </a:ext>
            </a:extLst>
          </p:cNvPr>
          <p:cNvSpPr/>
          <p:nvPr/>
        </p:nvSpPr>
        <p:spPr>
          <a:xfrm>
            <a:off x="5511705" y="2907421"/>
            <a:ext cx="1149218" cy="114921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2A91342-6FAE-4675-95C7-180B079247D8}"/>
              </a:ext>
            </a:extLst>
          </p:cNvPr>
          <p:cNvSpPr/>
          <p:nvPr/>
        </p:nvSpPr>
        <p:spPr>
          <a:xfrm>
            <a:off x="5696963" y="3092680"/>
            <a:ext cx="778702" cy="77870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4AA1154-57B4-4EF4-999B-BD961153B3ED}"/>
              </a:ext>
            </a:extLst>
          </p:cNvPr>
          <p:cNvGrpSpPr/>
          <p:nvPr/>
        </p:nvGrpSpPr>
        <p:grpSpPr>
          <a:xfrm>
            <a:off x="5890809" y="3276841"/>
            <a:ext cx="410380" cy="410380"/>
            <a:chOff x="6158672" y="3675083"/>
            <a:chExt cx="787340" cy="787340"/>
          </a:xfrm>
          <a:solidFill>
            <a:schemeClr val="bg1"/>
          </a:solidFill>
        </p:grpSpPr>
        <p:sp>
          <p:nvSpPr>
            <p:cNvPr id="49" name="Circle: Hollow 48">
              <a:extLst>
                <a:ext uri="{FF2B5EF4-FFF2-40B4-BE49-F238E27FC236}">
                  <a16:creationId xmlns:a16="http://schemas.microsoft.com/office/drawing/2014/main" id="{D1A621FF-F337-4999-9904-50DE30B1C838}"/>
                </a:ext>
              </a:extLst>
            </p:cNvPr>
            <p:cNvSpPr/>
            <p:nvPr/>
          </p:nvSpPr>
          <p:spPr>
            <a:xfrm>
              <a:off x="6158672" y="3675083"/>
              <a:ext cx="787340" cy="787340"/>
            </a:xfrm>
            <a:prstGeom prst="donut">
              <a:avLst>
                <a:gd name="adj" fmla="val 470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2BBBAD52-4D26-470E-83ED-239497D93B72}"/>
                </a:ext>
              </a:extLst>
            </p:cNvPr>
            <p:cNvGrpSpPr/>
            <p:nvPr/>
          </p:nvGrpSpPr>
          <p:grpSpPr>
            <a:xfrm rot="2700000">
              <a:off x="6448659" y="3791777"/>
              <a:ext cx="184399" cy="468434"/>
              <a:chOff x="6533720" y="3754616"/>
              <a:chExt cx="184399" cy="468434"/>
            </a:xfrm>
            <a:grpFill/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1942235A-86CB-4F18-9620-40F3ED7469C5}"/>
                  </a:ext>
                </a:extLst>
              </p:cNvPr>
              <p:cNvSpPr/>
              <p:nvPr/>
            </p:nvSpPr>
            <p:spPr>
              <a:xfrm rot="5400000">
                <a:off x="6602300" y="4108750"/>
                <a:ext cx="45720" cy="1828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1A07D450-5D66-45F5-9BC6-0EE572619A40}"/>
                  </a:ext>
                </a:extLst>
              </p:cNvPr>
              <p:cNvSpPr/>
              <p:nvPr/>
            </p:nvSpPr>
            <p:spPr>
              <a:xfrm rot="10800000">
                <a:off x="6672399" y="3754616"/>
                <a:ext cx="45720" cy="4572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883D46A-D1DB-4FB7-BD7A-C5912316CAEB}"/>
              </a:ext>
            </a:extLst>
          </p:cNvPr>
          <p:cNvGrpSpPr/>
          <p:nvPr/>
        </p:nvGrpSpPr>
        <p:grpSpPr>
          <a:xfrm>
            <a:off x="4621259" y="2156690"/>
            <a:ext cx="2949482" cy="3948178"/>
            <a:chOff x="4621259" y="2156690"/>
            <a:chExt cx="2949482" cy="3948178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076B0813-D760-4D89-B1DF-3DD3E23BA08B}"/>
                </a:ext>
              </a:extLst>
            </p:cNvPr>
            <p:cNvSpPr/>
            <p:nvPr/>
          </p:nvSpPr>
          <p:spPr>
            <a:xfrm rot="5400000">
              <a:off x="4121911" y="2656038"/>
              <a:ext cx="3948178" cy="2949482"/>
            </a:xfrm>
            <a:prstGeom prst="roundRect">
              <a:avLst/>
            </a:prstGeom>
            <a:noFill/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3" name="Circle: Hollow 52">
              <a:extLst>
                <a:ext uri="{FF2B5EF4-FFF2-40B4-BE49-F238E27FC236}">
                  <a16:creationId xmlns:a16="http://schemas.microsoft.com/office/drawing/2014/main" id="{0D7BFAF4-727B-4313-A6E1-9C9CBDB752CD}"/>
                </a:ext>
              </a:extLst>
            </p:cNvPr>
            <p:cNvSpPr/>
            <p:nvPr/>
          </p:nvSpPr>
          <p:spPr>
            <a:xfrm>
              <a:off x="5942609" y="5665895"/>
              <a:ext cx="306780" cy="306779"/>
            </a:xfrm>
            <a:prstGeom prst="donut">
              <a:avLst>
                <a:gd name="adj" fmla="val 121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37FB618-D8CE-40BD-900E-29D3D7088DDA}"/>
              </a:ext>
            </a:extLst>
          </p:cNvPr>
          <p:cNvGrpSpPr/>
          <p:nvPr/>
        </p:nvGrpSpPr>
        <p:grpSpPr>
          <a:xfrm>
            <a:off x="614021" y="2429331"/>
            <a:ext cx="3530827" cy="942975"/>
            <a:chOff x="7054513" y="2558550"/>
            <a:chExt cx="3530827" cy="942975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09CA37E8-533E-47B9-B7C2-F1C9D428208A}"/>
                </a:ext>
              </a:extLst>
            </p:cNvPr>
            <p:cNvSpPr/>
            <p:nvPr/>
          </p:nvSpPr>
          <p:spPr>
            <a:xfrm>
              <a:off x="7054513" y="2558550"/>
              <a:ext cx="3530827" cy="942975"/>
            </a:xfrm>
            <a:prstGeom prst="roundRect">
              <a:avLst>
                <a:gd name="adj" fmla="val 50000"/>
              </a:avLst>
            </a:prstGeom>
            <a:solidFill>
              <a:srgbClr val="9188E5"/>
            </a:solidFill>
            <a:ln w="28575">
              <a:solidFill>
                <a:srgbClr val="837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01FF7E4-AFFD-43DC-BF8F-8191B7308D48}"/>
                </a:ext>
              </a:extLst>
            </p:cNvPr>
            <p:cNvSpPr txBox="1"/>
            <p:nvPr/>
          </p:nvSpPr>
          <p:spPr>
            <a:xfrm>
              <a:off x="8295379" y="2627696"/>
              <a:ext cx="2067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Add Your Text Here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9A313E1-FB07-41A8-9030-5701BEE99796}"/>
                </a:ext>
              </a:extLst>
            </p:cNvPr>
            <p:cNvSpPr txBox="1"/>
            <p:nvPr/>
          </p:nvSpPr>
          <p:spPr>
            <a:xfrm>
              <a:off x="7194555" y="2897968"/>
              <a:ext cx="31679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</a:rPr>
                <a:t>Here add some subtitle text this is just a demo text so consider replacing it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EA467E4-DC79-4CF3-808F-5332A0874EF5}"/>
              </a:ext>
            </a:extLst>
          </p:cNvPr>
          <p:cNvGrpSpPr/>
          <p:nvPr/>
        </p:nvGrpSpPr>
        <p:grpSpPr>
          <a:xfrm>
            <a:off x="609048" y="3692301"/>
            <a:ext cx="3530827" cy="942975"/>
            <a:chOff x="7054513" y="3821520"/>
            <a:chExt cx="3530827" cy="942975"/>
          </a:xfrm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9E696ABD-96AA-46A4-8B1D-EEE486199C17}"/>
                </a:ext>
              </a:extLst>
            </p:cNvPr>
            <p:cNvSpPr/>
            <p:nvPr/>
          </p:nvSpPr>
          <p:spPr>
            <a:xfrm>
              <a:off x="7054513" y="3821520"/>
              <a:ext cx="3530827" cy="942975"/>
            </a:xfrm>
            <a:prstGeom prst="roundRect">
              <a:avLst>
                <a:gd name="adj" fmla="val 50000"/>
              </a:avLst>
            </a:prstGeom>
            <a:solidFill>
              <a:srgbClr val="9188E5"/>
            </a:solidFill>
            <a:ln w="28575">
              <a:solidFill>
                <a:srgbClr val="837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CC2BD95-2EF0-4C2C-B122-BF5DB2307E7A}"/>
                </a:ext>
              </a:extLst>
            </p:cNvPr>
            <p:cNvSpPr txBox="1"/>
            <p:nvPr/>
          </p:nvSpPr>
          <p:spPr>
            <a:xfrm>
              <a:off x="8280710" y="3890666"/>
              <a:ext cx="2067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Add Your Text Here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3AA434D-E122-4653-8BD3-EFB6E438FE53}"/>
                </a:ext>
              </a:extLst>
            </p:cNvPr>
            <p:cNvSpPr txBox="1"/>
            <p:nvPr/>
          </p:nvSpPr>
          <p:spPr>
            <a:xfrm>
              <a:off x="7194555" y="4160938"/>
              <a:ext cx="31679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</a:rPr>
                <a:t>Here add some subtitle text this is just a demo text so consider replacing it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922F3D6-E946-4A78-9C64-74EB9880B1EE}"/>
              </a:ext>
            </a:extLst>
          </p:cNvPr>
          <p:cNvGrpSpPr/>
          <p:nvPr/>
        </p:nvGrpSpPr>
        <p:grpSpPr>
          <a:xfrm>
            <a:off x="614021" y="4967743"/>
            <a:ext cx="3530827" cy="942975"/>
            <a:chOff x="7054513" y="5096962"/>
            <a:chExt cx="3530827" cy="942975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D785B731-6DD2-4FEC-99F5-7E3C86A211C5}"/>
                </a:ext>
              </a:extLst>
            </p:cNvPr>
            <p:cNvSpPr/>
            <p:nvPr/>
          </p:nvSpPr>
          <p:spPr>
            <a:xfrm>
              <a:off x="7054513" y="5096962"/>
              <a:ext cx="3530827" cy="942975"/>
            </a:xfrm>
            <a:prstGeom prst="roundRect">
              <a:avLst>
                <a:gd name="adj" fmla="val 50000"/>
              </a:avLst>
            </a:prstGeom>
            <a:solidFill>
              <a:srgbClr val="9188E5"/>
            </a:solidFill>
            <a:ln w="28575">
              <a:solidFill>
                <a:srgbClr val="837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E22F376-A8D3-48A1-AC38-124FDC1F0B58}"/>
                </a:ext>
              </a:extLst>
            </p:cNvPr>
            <p:cNvSpPr txBox="1"/>
            <p:nvPr/>
          </p:nvSpPr>
          <p:spPr>
            <a:xfrm>
              <a:off x="8300939" y="5166108"/>
              <a:ext cx="2067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Add Your Text Here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16ACF0E-0DB5-431D-9602-B84FEE25BCAA}"/>
                </a:ext>
              </a:extLst>
            </p:cNvPr>
            <p:cNvSpPr txBox="1"/>
            <p:nvPr/>
          </p:nvSpPr>
          <p:spPr>
            <a:xfrm>
              <a:off x="7194555" y="5436380"/>
              <a:ext cx="31679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</a:rPr>
                <a:t>Here add some subtitle text this is just a demo text so consider replacing it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6698E9B-D39F-496C-B6D5-D0FD7A536210}"/>
              </a:ext>
            </a:extLst>
          </p:cNvPr>
          <p:cNvSpPr txBox="1"/>
          <p:nvPr/>
        </p:nvSpPr>
        <p:spPr>
          <a:xfrm>
            <a:off x="3677652" y="87814"/>
            <a:ext cx="4836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Tablet Mockup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32A917E-4174-4DF4-AD71-D4D2A346F0F7}"/>
              </a:ext>
            </a:extLst>
          </p:cNvPr>
          <p:cNvSpPr txBox="1"/>
          <p:nvPr/>
        </p:nvSpPr>
        <p:spPr>
          <a:xfrm>
            <a:off x="2919662" y="815984"/>
            <a:ext cx="635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Here You can Add Some Brief Text That will Explain Your Tittle This is Just a Demo Text So You Can Replace These Texts</a:t>
            </a:r>
          </a:p>
        </p:txBody>
      </p:sp>
    </p:spTree>
    <p:extLst>
      <p:ext uri="{BB962C8B-B14F-4D97-AF65-F5344CB8AC3E}">
        <p14:creationId xmlns:p14="http://schemas.microsoft.com/office/powerpoint/2010/main" val="35110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4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19" grpId="0" animBg="1"/>
      <p:bldP spid="46" grpId="0" animBg="1"/>
      <p:bldP spid="4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34351658-6F50-406F-A83F-EDC73159CB39}"/>
              </a:ext>
            </a:extLst>
          </p:cNvPr>
          <p:cNvSpPr/>
          <p:nvPr/>
        </p:nvSpPr>
        <p:spPr>
          <a:xfrm>
            <a:off x="581331" y="4694189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6DFD57-7321-4688-B8C6-ADCD151AB359}"/>
              </a:ext>
            </a:extLst>
          </p:cNvPr>
          <p:cNvSpPr/>
          <p:nvPr/>
        </p:nvSpPr>
        <p:spPr>
          <a:xfrm>
            <a:off x="127482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2507479-56E9-4776-8672-C314D31F8208}"/>
              </a:ext>
            </a:extLst>
          </p:cNvPr>
          <p:cNvSpPr/>
          <p:nvPr/>
        </p:nvSpPr>
        <p:spPr>
          <a:xfrm rot="10800000">
            <a:off x="-871" y="584960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079550-F3DF-4A7B-9910-F7ACFD824C34}"/>
              </a:ext>
            </a:extLst>
          </p:cNvPr>
          <p:cNvSpPr/>
          <p:nvPr/>
        </p:nvSpPr>
        <p:spPr>
          <a:xfrm rot="10800000">
            <a:off x="-87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398D6F-A2B8-447D-88AA-AC91EF224505}"/>
              </a:ext>
            </a:extLst>
          </p:cNvPr>
          <p:cNvSpPr/>
          <p:nvPr/>
        </p:nvSpPr>
        <p:spPr>
          <a:xfrm>
            <a:off x="11651845" y="3737855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7AD266-29F5-4CCC-9EC3-8CBC20B85B53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0308A4-143C-4D03-B6FA-400313EF8BF2}"/>
              </a:ext>
            </a:extLst>
          </p:cNvPr>
          <p:cNvSpPr/>
          <p:nvPr/>
        </p:nvSpPr>
        <p:spPr>
          <a:xfrm>
            <a:off x="10975913" y="6093450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7331E6-A07E-4AF3-89BC-0CE3618AE6B6}"/>
              </a:ext>
            </a:extLst>
          </p:cNvPr>
          <p:cNvSpPr/>
          <p:nvPr/>
        </p:nvSpPr>
        <p:spPr>
          <a:xfrm>
            <a:off x="9674978" y="1670162"/>
            <a:ext cx="262560" cy="26256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046250-252C-4105-9D38-D53753CA4474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DE73730D-734D-4418-8323-EB687462F0A6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5B930203-03B9-4D65-81B3-64A1CECEC631}"/>
              </a:ext>
            </a:extLst>
          </p:cNvPr>
          <p:cNvSpPr/>
          <p:nvPr/>
        </p:nvSpPr>
        <p:spPr>
          <a:xfrm rot="5400000">
            <a:off x="3407942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B5F7CAB-D715-498E-8731-FDFAE801837A}"/>
              </a:ext>
            </a:extLst>
          </p:cNvPr>
          <p:cNvSpPr/>
          <p:nvPr/>
        </p:nvSpPr>
        <p:spPr>
          <a:xfrm>
            <a:off x="-872" y="3737855"/>
            <a:ext cx="1981777" cy="852892"/>
          </a:xfrm>
          <a:custGeom>
            <a:avLst/>
            <a:gdLst>
              <a:gd name="connsiteX0" fmla="*/ 0 w 1981777"/>
              <a:gd name="connsiteY0" fmla="*/ 0 h 852892"/>
              <a:gd name="connsiteX1" fmla="*/ 133070 w 1981777"/>
              <a:gd name="connsiteY1" fmla="*/ 0 h 852892"/>
              <a:gd name="connsiteX2" fmla="*/ 169941 w 1981777"/>
              <a:gd name="connsiteY2" fmla="*/ 0 h 852892"/>
              <a:gd name="connsiteX3" fmla="*/ 1981777 w 1981777"/>
              <a:gd name="connsiteY3" fmla="*/ 0 h 852892"/>
              <a:gd name="connsiteX4" fmla="*/ 1981777 w 1981777"/>
              <a:gd name="connsiteY4" fmla="*/ 321523 h 852892"/>
              <a:gd name="connsiteX5" fmla="*/ 1883865 w 1981777"/>
              <a:gd name="connsiteY5" fmla="*/ 321523 h 852892"/>
              <a:gd name="connsiteX6" fmla="*/ 1752585 w 1981777"/>
              <a:gd name="connsiteY6" fmla="*/ 452803 h 852892"/>
              <a:gd name="connsiteX7" fmla="*/ 1883865 w 1981777"/>
              <a:gd name="connsiteY7" fmla="*/ 584083 h 852892"/>
              <a:gd name="connsiteX8" fmla="*/ 1981777 w 1981777"/>
              <a:gd name="connsiteY8" fmla="*/ 584083 h 852892"/>
              <a:gd name="connsiteX9" fmla="*/ 1981777 w 1981777"/>
              <a:gd name="connsiteY9" fmla="*/ 852892 h 852892"/>
              <a:gd name="connsiteX10" fmla="*/ 169941 w 1981777"/>
              <a:gd name="connsiteY10" fmla="*/ 852892 h 852892"/>
              <a:gd name="connsiteX11" fmla="*/ 133070 w 1981777"/>
              <a:gd name="connsiteY11" fmla="*/ 852892 h 852892"/>
              <a:gd name="connsiteX12" fmla="*/ 0 w 1981777"/>
              <a:gd name="connsiteY12" fmla="*/ 852892 h 85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81777" h="852892">
                <a:moveTo>
                  <a:pt x="0" y="0"/>
                </a:moveTo>
                <a:lnTo>
                  <a:pt x="133070" y="0"/>
                </a:lnTo>
                <a:lnTo>
                  <a:pt x="169941" y="0"/>
                </a:lnTo>
                <a:lnTo>
                  <a:pt x="1981777" y="0"/>
                </a:lnTo>
                <a:lnTo>
                  <a:pt x="1981777" y="321523"/>
                </a:lnTo>
                <a:lnTo>
                  <a:pt x="1883865" y="321523"/>
                </a:lnTo>
                <a:cubicBezTo>
                  <a:pt x="1811361" y="321523"/>
                  <a:pt x="1752585" y="380299"/>
                  <a:pt x="1752585" y="452803"/>
                </a:cubicBezTo>
                <a:cubicBezTo>
                  <a:pt x="1752585" y="525307"/>
                  <a:pt x="1811361" y="584083"/>
                  <a:pt x="1883865" y="584083"/>
                </a:cubicBezTo>
                <a:lnTo>
                  <a:pt x="1981777" y="584083"/>
                </a:lnTo>
                <a:lnTo>
                  <a:pt x="1981777" y="852892"/>
                </a:lnTo>
                <a:lnTo>
                  <a:pt x="169941" y="852892"/>
                </a:lnTo>
                <a:lnTo>
                  <a:pt x="133070" y="852892"/>
                </a:lnTo>
                <a:lnTo>
                  <a:pt x="0" y="852892"/>
                </a:lnTo>
                <a:close/>
              </a:path>
            </a:pathLst>
          </a:cu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900C87-9102-4C8D-B7FA-B16384F04DFF}"/>
              </a:ext>
            </a:extLst>
          </p:cNvPr>
          <p:cNvSpPr txBox="1"/>
          <p:nvPr/>
        </p:nvSpPr>
        <p:spPr>
          <a:xfrm>
            <a:off x="2829697" y="2744516"/>
            <a:ext cx="63143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C000"/>
                </a:solidFill>
                <a:latin typeface="Tw Cen MT" panose="020B0602020104020603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187848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0CACAF8-B889-469D-9D5B-695F85C11B04}"/>
              </a:ext>
            </a:extLst>
          </p:cNvPr>
          <p:cNvSpPr/>
          <p:nvPr/>
        </p:nvSpPr>
        <p:spPr>
          <a:xfrm>
            <a:off x="-2689771" y="0"/>
            <a:ext cx="6901273" cy="69723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777FED-90F0-4AA5-8BF2-E13431E30BEF}"/>
              </a:ext>
            </a:extLst>
          </p:cNvPr>
          <p:cNvSpPr/>
          <p:nvPr/>
        </p:nvSpPr>
        <p:spPr>
          <a:xfrm>
            <a:off x="1435100" y="1147764"/>
            <a:ext cx="4303643" cy="4510240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6FB2ECF-1F32-4D64-9371-17C12225FCDA}"/>
              </a:ext>
            </a:extLst>
          </p:cNvPr>
          <p:cNvSpPr/>
          <p:nvPr/>
        </p:nvSpPr>
        <p:spPr>
          <a:xfrm>
            <a:off x="2409697" y="2126202"/>
            <a:ext cx="2565426" cy="2565426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EA77B90-BBEF-485C-A228-1C702F16A5B9}"/>
              </a:ext>
            </a:extLst>
          </p:cNvPr>
          <p:cNvSpPr/>
          <p:nvPr/>
        </p:nvSpPr>
        <p:spPr>
          <a:xfrm>
            <a:off x="2289758" y="5368556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E30F1E-5667-4A5C-9D64-5CD20476EF5A}"/>
              </a:ext>
            </a:extLst>
          </p:cNvPr>
          <p:cNvSpPr/>
          <p:nvPr/>
        </p:nvSpPr>
        <p:spPr>
          <a:xfrm>
            <a:off x="4681892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95174B1-D41B-4C7E-B047-B10BB0ABE416}"/>
              </a:ext>
            </a:extLst>
          </p:cNvPr>
          <p:cNvSpPr/>
          <p:nvPr/>
        </p:nvSpPr>
        <p:spPr>
          <a:xfrm>
            <a:off x="4472762" y="5395444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915C9A4-846F-49F8-BF9D-01B538F54DCF}"/>
              </a:ext>
            </a:extLst>
          </p:cNvPr>
          <p:cNvSpPr/>
          <p:nvPr/>
        </p:nvSpPr>
        <p:spPr>
          <a:xfrm>
            <a:off x="127482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C404ED3-79D5-4532-890E-6E47B37406D9}"/>
              </a:ext>
            </a:extLst>
          </p:cNvPr>
          <p:cNvSpPr/>
          <p:nvPr/>
        </p:nvSpPr>
        <p:spPr>
          <a:xfrm rot="10800000">
            <a:off x="-87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B32BC37-87D6-483C-9658-108C3FBDFC68}"/>
              </a:ext>
            </a:extLst>
          </p:cNvPr>
          <p:cNvSpPr/>
          <p:nvPr/>
        </p:nvSpPr>
        <p:spPr>
          <a:xfrm rot="10800000">
            <a:off x="-87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394B79C-BEB7-4469-B989-664EF06AABC8}"/>
              </a:ext>
            </a:extLst>
          </p:cNvPr>
          <p:cNvSpPr/>
          <p:nvPr/>
        </p:nvSpPr>
        <p:spPr>
          <a:xfrm>
            <a:off x="7009145" y="584610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D62E422-4D82-412C-BD67-335770D6EA19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46B0F60-813D-4016-9416-2703AFCF15F3}"/>
              </a:ext>
            </a:extLst>
          </p:cNvPr>
          <p:cNvSpPr/>
          <p:nvPr/>
        </p:nvSpPr>
        <p:spPr>
          <a:xfrm>
            <a:off x="10608615" y="5565617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E8299B2-436D-47D8-A32B-9BFABC2441C9}"/>
              </a:ext>
            </a:extLst>
          </p:cNvPr>
          <p:cNvSpPr/>
          <p:nvPr/>
        </p:nvSpPr>
        <p:spPr>
          <a:xfrm>
            <a:off x="7541962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E377EB-6C1D-436E-B849-651C11860F50}"/>
              </a:ext>
            </a:extLst>
          </p:cNvPr>
          <p:cNvSpPr txBox="1"/>
          <p:nvPr/>
        </p:nvSpPr>
        <p:spPr>
          <a:xfrm>
            <a:off x="1723496" y="2701320"/>
            <a:ext cx="57610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>
                    <a:lumMod val="95000"/>
                  </a:schemeClr>
                </a:solidFill>
              </a:rPr>
              <a:t>Thanks for listening to us</a:t>
            </a:r>
          </a:p>
        </p:txBody>
      </p:sp>
    </p:spTree>
    <p:extLst>
      <p:ext uri="{BB962C8B-B14F-4D97-AF65-F5344CB8AC3E}">
        <p14:creationId xmlns:p14="http://schemas.microsoft.com/office/powerpoint/2010/main" val="203273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1" grpId="0" animBg="1"/>
      <p:bldP spid="43" grpId="0" animBg="1"/>
      <p:bldP spid="3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3707</TotalTime>
  <Words>757</Words>
  <Application>Microsoft Office PowerPoint</Application>
  <PresentationFormat>Widescreen</PresentationFormat>
  <Paragraphs>131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Montserrat</vt:lpstr>
      <vt:lpstr>Montserrat ExtraBold</vt:lpstr>
      <vt:lpstr>Tahoma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Mr. Zaman</dc:creator>
  <cp:lastModifiedBy>miguel nkono ndeme</cp:lastModifiedBy>
  <cp:revision>158</cp:revision>
  <dcterms:created xsi:type="dcterms:W3CDTF">2020-09-18T21:48:46Z</dcterms:created>
  <dcterms:modified xsi:type="dcterms:W3CDTF">2025-09-12T08:11:33Z</dcterms:modified>
</cp:coreProperties>
</file>